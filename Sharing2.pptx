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5.xml" ContentType="application/vnd.openxmlformats-officedocument.presentationml.tags+xml"/>
  <Override PartName="/ppt/notesSlides/notesSlide15.xml" ContentType="application/vnd.openxmlformats-officedocument.presentationml.notesSlide+xml"/>
  <Override PartName="/ppt/tags/tag6.xml" ContentType="application/vnd.openxmlformats-officedocument.presentationml.tags+xml"/>
  <Override PartName="/ppt/notesSlides/notesSlide16.xml" ContentType="application/vnd.openxmlformats-officedocument.presentationml.notesSlide+xml"/>
  <Override PartName="/ppt/tags/tag7.xml" ContentType="application/vnd.openxmlformats-officedocument.presentationml.tags+xml"/>
  <Override PartName="/ppt/notesSlides/notesSlide17.xml" ContentType="application/vnd.openxmlformats-officedocument.presentationml.notesSlide+xml"/>
  <Override PartName="/ppt/tags/tag8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11" r:id="rId11"/>
    <p:sldId id="1739" r:id="rId12"/>
    <p:sldId id="1740" r:id="rId13"/>
    <p:sldId id="1714" r:id="rId14"/>
    <p:sldId id="1741" r:id="rId15"/>
    <p:sldId id="1752" r:id="rId16"/>
    <p:sldId id="1742" r:id="rId17"/>
    <p:sldId id="1753" r:id="rId18"/>
    <p:sldId id="1743" r:id="rId19"/>
    <p:sldId id="1754" r:id="rId20"/>
    <p:sldId id="1744" r:id="rId21"/>
    <p:sldId id="1755" r:id="rId22"/>
    <p:sldId id="1730" r:id="rId23"/>
    <p:sldId id="1750" r:id="rId24"/>
    <p:sldId id="1746" r:id="rId25"/>
    <p:sldId id="1747" r:id="rId26"/>
    <p:sldId id="1712" r:id="rId27"/>
    <p:sldId id="1718" r:id="rId28"/>
    <p:sldId id="1749" r:id="rId29"/>
    <p:sldId id="1751" r:id="rId30"/>
    <p:sldId id="1748" r:id="rId31"/>
    <p:sldId id="1726" r:id="rId32"/>
  </p:sldIdLst>
  <p:sldSz cx="12192000" cy="6858000"/>
  <p:notesSz cx="6858000" cy="9144000"/>
  <p:custDataLst>
    <p:tags r:id="rId3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71" d="100"/>
          <a:sy n="71" d="100"/>
        </p:scale>
        <p:origin x="1548" y="7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	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全称是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 Procedure Call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，是一种进程间通信方式，允许像调用本地服务一样的调用远程服务，一定程度上做到了公共服务的重用。支撑这种架构的框架就是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框架，举个例子，两台服务器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，一个应用部署在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服务器上，想要调用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服务器上应用提供的函数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方法，由于不在一个内存空间，不能直接调用，需要通过网络来表达调用的语义和传达调用的数据。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松散耦合</a:t>
            </a:r>
            <a:r>
              <a:rPr lang="en-US" altLang="zh-C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可扩充性强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性能好和速度快，</a:t>
            </a:r>
            <a:r>
              <a:rPr lang="zh-CN" alt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但是一旦服务多了，就不好管理，就像图片中的引用很杂乱。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这就迫使架构做出改变，达到第三个阶段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dirty="0"/>
              <a:t>SOA</a:t>
            </a:r>
            <a:r>
              <a:rPr lang="zh-CN" altLang="en-US" dirty="0"/>
              <a:t>是面向服务架构，是一种粗粒度的、以服务为中心的架构。业界流行的框架：</a:t>
            </a:r>
          </a:p>
          <a:p>
            <a:r>
              <a:rPr lang="en-US" altLang="zh-CN" dirty="0"/>
              <a:t>Dubbo/</a:t>
            </a:r>
            <a:r>
              <a:rPr lang="en-US" altLang="zh-CN" dirty="0" err="1"/>
              <a:t>Dubbox</a:t>
            </a:r>
            <a:r>
              <a:rPr lang="zh-CN" altLang="en-US" dirty="0"/>
              <a:t>（阿里</a:t>
            </a:r>
            <a:r>
              <a:rPr lang="en-US" altLang="zh-CN" dirty="0"/>
              <a:t>/</a:t>
            </a:r>
            <a:r>
              <a:rPr lang="zh-CN" altLang="en-US" dirty="0"/>
              <a:t>当当开源）</a:t>
            </a:r>
          </a:p>
          <a:p>
            <a:r>
              <a:rPr lang="en-US" altLang="zh-CN" dirty="0"/>
              <a:t>HSF</a:t>
            </a:r>
            <a:r>
              <a:rPr lang="zh-CN" altLang="en-US" dirty="0"/>
              <a:t>（阿里商业版）</a:t>
            </a:r>
          </a:p>
          <a:p>
            <a:r>
              <a:rPr lang="en-US" altLang="zh-CN" dirty="0"/>
              <a:t>DSF</a:t>
            </a:r>
            <a:r>
              <a:rPr lang="zh-CN" altLang="en-US" dirty="0"/>
              <a:t>（华为商业版）</a:t>
            </a:r>
          </a:p>
          <a:p>
            <a:r>
              <a:rPr lang="en-US" altLang="zh-CN" dirty="0"/>
              <a:t>Coral Service</a:t>
            </a:r>
            <a:r>
              <a:rPr lang="zh-CN" altLang="en-US" dirty="0"/>
              <a:t>（亚马逊内部）</a:t>
            </a:r>
          </a:p>
          <a:p>
            <a:r>
              <a:rPr lang="en-US" altLang="zh-CN" dirty="0"/>
              <a:t>Spring Cloud</a:t>
            </a:r>
            <a:r>
              <a:rPr lang="zh-CN" altLang="en-US" dirty="0"/>
              <a:t>（</a:t>
            </a:r>
            <a:r>
              <a:rPr lang="en-US" altLang="zh-CN" dirty="0"/>
              <a:t>pivotal</a:t>
            </a:r>
            <a:r>
              <a:rPr lang="zh-CN" altLang="en-US" dirty="0"/>
              <a:t>开源</a:t>
            </a:r>
            <a:r>
              <a:rPr lang="en-US" altLang="zh-CN" dirty="0"/>
              <a:t>/</a:t>
            </a:r>
            <a:r>
              <a:rPr lang="zh-CN" altLang="en-US" dirty="0"/>
              <a:t>商业版）</a:t>
            </a:r>
          </a:p>
          <a:p>
            <a:r>
              <a:rPr lang="zh-CN" altLang="en-US" dirty="0"/>
              <a:t>在上述框架中大家最熟悉的应该是</a:t>
            </a:r>
            <a:r>
              <a:rPr lang="en-US" altLang="zh-CN" dirty="0"/>
              <a:t>Dubbo</a:t>
            </a:r>
            <a:r>
              <a:rPr lang="zh-CN" altLang="en-US" dirty="0"/>
              <a:t>框架，</a:t>
            </a:r>
            <a:r>
              <a:rPr lang="en-US" altLang="zh-CN" dirty="0"/>
              <a:t>Dubbo</a:t>
            </a:r>
            <a:r>
              <a:rPr lang="zh-CN" altLang="en-US" dirty="0"/>
              <a:t>框架的官方文档写的非常好，学习分布式服务框架必读文档。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服务注册中心的协助下实现了，服务自动发现、统一配置、可配置的服务路由、可配置的集群容错机制、服务治理等；服务治理也是依赖服务注册中心实现的，和具体的服务消费者和提供者是松耦合的，服务治理包括：服务运行态管控、服务生命周期管理、服务监控、服务安全、服务故障快速定位等功能；为运维工作提供了极大的便利。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0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RPC Architecture</a:t>
            </a:r>
            <a:endParaRPr lang="zh-CN" altLang="en-US" dirty="0"/>
          </a:p>
        </p:txBody>
      </p: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948377" y="2656471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4148083-D7E2-43CC-A6CE-7E15D44FD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345" y="2282017"/>
            <a:ext cx="5015321" cy="40593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770329F-2A1B-4025-B7EE-0F71EF766F12}"/>
              </a:ext>
            </a:extLst>
          </p:cNvPr>
          <p:cNvSpPr/>
          <p:nvPr/>
        </p:nvSpPr>
        <p:spPr>
          <a:xfrm>
            <a:off x="751038" y="296733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Loosely</a:t>
            </a:r>
            <a:r>
              <a:rPr lang="en-US" dirty="0"/>
              <a:t> coupled,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highly</a:t>
            </a:r>
            <a:r>
              <a:rPr lang="en-US" dirty="0"/>
              <a:t> expandable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Good</a:t>
            </a:r>
            <a:r>
              <a:rPr lang="en-US" dirty="0"/>
              <a:t> performance and speed,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en-US" dirty="0"/>
              <a:t> stability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Bad</a:t>
            </a:r>
            <a:r>
              <a:rPr lang="en-US" dirty="0"/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 L 0.76185 -0.1919 L 0.76185 -0.19167 L 0.76185 -0.1919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86" y="-96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SOA  Architecture</a:t>
            </a:r>
            <a:endParaRPr lang="zh-CN" altLang="en-US" dirty="0"/>
          </a:p>
        </p:txBody>
      </p: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957900" y="2656471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E4F35E-26F0-4065-B17D-E41045309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25" y="1595607"/>
            <a:ext cx="6842619" cy="417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91 0.00093 L 0.78268 -0.24352 L 0.78268 -0.24167 " pathEditMode="relative" ptsTypes="AAA">
                                      <p:cBhvr>
                                        <p:cTn id="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5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Microservice Architecture</a:t>
            </a:r>
            <a:endParaRPr lang="zh-CN" altLang="en-US" dirty="0"/>
          </a:p>
        </p:txBody>
      </p: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1047343" y="2809174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 0.00718 L 0.75495 -0.25949 " pathEditMode="relative" ptsTypes="AA">
                                      <p:cBhvr>
                                        <p:cTn id="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9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882053" y="4241322"/>
            <a:ext cx="25699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&amp; </a:t>
            </a:r>
            <a:r>
              <a:rPr lang="en-US" altLang="zh-CN" dirty="0" err="1"/>
              <a:t>Zuul</a:t>
            </a:r>
            <a:r>
              <a:rPr lang="en-US" altLang="zh-CN" dirty="0"/>
              <a:t>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1975</TotalTime>
  <Words>3584</Words>
  <Application>Microsoft Office PowerPoint</Application>
  <PresentationFormat>Widescreen</PresentationFormat>
  <Paragraphs>331</Paragraphs>
  <Slides>31</Slides>
  <Notes>22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Presentation</vt:lpstr>
      <vt:lpstr>Architecture Evolution</vt:lpstr>
      <vt:lpstr>Architecture Evolution</vt:lpstr>
      <vt:lpstr>Vertical Architecture</vt:lpstr>
      <vt:lpstr>RPC Architecture</vt:lpstr>
      <vt:lpstr>SOA  Architecture</vt:lpstr>
      <vt:lpstr>Microservice Architecture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Presentation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LEO ZHEN CONG LIU (ADEV-DEV-CS/ZHA)</cp:lastModifiedBy>
  <cp:revision>242</cp:revision>
  <cp:lastPrinted>2018-05-15T16:00:00Z</cp:lastPrinted>
  <dcterms:created xsi:type="dcterms:W3CDTF">2018-05-15T16:00:00Z</dcterms:created>
  <dcterms:modified xsi:type="dcterms:W3CDTF">2019-05-08T04:53:34Z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