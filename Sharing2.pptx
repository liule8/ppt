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Override2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5.xml" ContentType="application/vnd.openxmlformats-officedocument.presentationml.tags+xml"/>
  <Override PartName="/ppt/notesSlides/notesSlide9.xml" ContentType="application/vnd.openxmlformats-officedocument.presentationml.notesSlide+xml"/>
  <Override PartName="/ppt/tags/tag6.xml" ContentType="application/vnd.openxmlformats-officedocument.presentationml.tags+xml"/>
  <Override PartName="/ppt/notesSlides/notesSlide10.xml" ContentType="application/vnd.openxmlformats-officedocument.presentationml.notesSlide+xml"/>
  <Override PartName="/ppt/tags/tag7.xml" ContentType="application/vnd.openxmlformats-officedocument.presentationml.tags+xml"/>
  <Override PartName="/ppt/notesSlides/notesSlide11.xml" ContentType="application/vnd.openxmlformats-officedocument.presentationml.notesSlide+xml"/>
  <Override PartName="/ppt/tags/tag8.xml" ContentType="application/vnd.openxmlformats-officedocument.presentationml.tag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9"/>
  </p:notesMasterIdLst>
  <p:sldIdLst>
    <p:sldId id="256" r:id="rId2"/>
    <p:sldId id="273" r:id="rId3"/>
    <p:sldId id="258" r:id="rId4"/>
    <p:sldId id="1727" r:id="rId5"/>
    <p:sldId id="1738" r:id="rId6"/>
    <p:sldId id="1711" r:id="rId7"/>
    <p:sldId id="1739" r:id="rId8"/>
    <p:sldId id="1740" r:id="rId9"/>
    <p:sldId id="1714" r:id="rId10"/>
    <p:sldId id="1741" r:id="rId11"/>
    <p:sldId id="1752" r:id="rId12"/>
    <p:sldId id="1742" r:id="rId13"/>
    <p:sldId id="1753" r:id="rId14"/>
    <p:sldId id="1743" r:id="rId15"/>
    <p:sldId id="1754" r:id="rId16"/>
    <p:sldId id="1744" r:id="rId17"/>
    <p:sldId id="1755" r:id="rId18"/>
    <p:sldId id="1730" r:id="rId19"/>
    <p:sldId id="1750" r:id="rId20"/>
    <p:sldId id="1746" r:id="rId21"/>
    <p:sldId id="1747" r:id="rId22"/>
    <p:sldId id="1712" r:id="rId23"/>
    <p:sldId id="1718" r:id="rId24"/>
    <p:sldId id="1749" r:id="rId25"/>
    <p:sldId id="1751" r:id="rId26"/>
    <p:sldId id="1748" r:id="rId27"/>
    <p:sldId id="1726" r:id="rId28"/>
  </p:sldIdLst>
  <p:sldSz cx="12192000" cy="6858000"/>
  <p:notesSz cx="6858000" cy="9144000"/>
  <p:custDataLst>
    <p:tags r:id="rId3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6140"/>
    <a:srgbClr val="E24E0C"/>
    <a:srgbClr val="A20000"/>
    <a:srgbClr val="A40000"/>
    <a:srgbClr val="9E0000"/>
    <a:srgbClr val="C7450B"/>
    <a:srgbClr val="E60000"/>
    <a:srgbClr val="C9670D"/>
    <a:srgbClr val="66B5C9"/>
    <a:srgbClr val="EDB1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58753" autoAdjust="0"/>
  </p:normalViewPr>
  <p:slideViewPr>
    <p:cSldViewPr snapToGrid="0">
      <p:cViewPr varScale="1">
        <p:scale>
          <a:sx n="58" d="100"/>
          <a:sy n="58" d="100"/>
        </p:scale>
        <p:origin x="754" y="48"/>
      </p:cViewPr>
      <p:guideLst/>
    </p:cSldViewPr>
  </p:slideViewPr>
  <p:outlineViewPr>
    <p:cViewPr>
      <p:scale>
        <a:sx n="33" d="100"/>
        <a:sy n="33" d="100"/>
      </p:scale>
      <p:origin x="0" y="-893"/>
    </p:cViewPr>
  </p:outlineViewPr>
  <p:notesTextViewPr>
    <p:cViewPr>
      <p:scale>
        <a:sx n="3" d="2"/>
        <a:sy n="3" d="2"/>
      </p:scale>
      <p:origin x="0" y="-1402"/>
    </p:cViewPr>
  </p:notesTextViewPr>
  <p:sorterViewPr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ags" Target="tags/tag1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D8963-CFCD-4740-AF60-049850373CDF}" type="datetimeFigureOut">
              <a:rPr lang="zh-CN" altLang="en-US" smtClean="0"/>
              <a:t>2019/5/6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6FDB6-6D2B-46C1-9FA1-D82906A37C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4981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>
              <a:solidFill>
                <a:srgbClr val="800080"/>
              </a:solidFill>
              <a:latin typeface="Helvetica Neue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>
                <a:solidFill>
                  <a:srgbClr val="800080"/>
                </a:solidFill>
                <a:latin typeface="Helvetica Neue"/>
              </a:rPr>
              <a:t>Eureka </a:t>
            </a:r>
            <a:r>
              <a:rPr lang="zh-CN" altLang="en-US" dirty="0">
                <a:solidFill>
                  <a:srgbClr val="800080"/>
                </a:solidFill>
                <a:latin typeface="Helvetica Neue"/>
              </a:rPr>
              <a:t>的客户端和服务器是如何通信的呢？</a:t>
            </a:r>
            <a:endParaRPr lang="en-US" altLang="zh-CN" dirty="0">
              <a:solidFill>
                <a:srgbClr val="800080"/>
              </a:solidFill>
              <a:latin typeface="Helvetica Neue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>
              <a:solidFill>
                <a:srgbClr val="800080"/>
              </a:solidFill>
              <a:latin typeface="Helvetica Neue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solidFill>
                  <a:srgbClr val="800080"/>
                </a:solidFill>
                <a:latin typeface="Helvetica Neue"/>
              </a:rPr>
              <a:t>服务发现有两种方式：一种是客户端发现模式，一种是服务端发现模式。</a:t>
            </a:r>
            <a:r>
              <a:rPr lang="en-US" altLang="zh-CN" dirty="0">
                <a:solidFill>
                  <a:srgbClr val="800080"/>
                </a:solidFill>
                <a:latin typeface="Helvetica Neue"/>
              </a:rPr>
              <a:t>Eureka</a:t>
            </a:r>
            <a:r>
              <a:rPr lang="zh-CN" altLang="en-US" dirty="0">
                <a:solidFill>
                  <a:srgbClr val="800080"/>
                </a:solidFill>
                <a:latin typeface="Helvetica Neue"/>
              </a:rPr>
              <a:t>采用的是客户端发现模式</a:t>
            </a:r>
            <a:endParaRPr lang="en-US" altLang="zh-CN" dirty="0">
              <a:solidFill>
                <a:srgbClr val="800080"/>
              </a:solidFill>
              <a:latin typeface="Helvetica Neue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>
                <a:solidFill>
                  <a:srgbClr val="800080"/>
                </a:solidFill>
                <a:latin typeface="Helvetica Neue"/>
              </a:rPr>
              <a:t>     Eureka Client</a:t>
            </a:r>
            <a:r>
              <a:rPr lang="zh-CN" altLang="en-US" dirty="0">
                <a:solidFill>
                  <a:srgbClr val="800080"/>
                </a:solidFill>
                <a:latin typeface="Helvetica Neue"/>
              </a:rPr>
              <a:t>需要每</a:t>
            </a:r>
            <a:r>
              <a:rPr lang="en-US" altLang="zh-CN" dirty="0">
                <a:solidFill>
                  <a:srgbClr val="800080"/>
                </a:solidFill>
                <a:latin typeface="Helvetica Neue"/>
              </a:rPr>
              <a:t>30</a:t>
            </a:r>
            <a:r>
              <a:rPr lang="zh-CN" altLang="en-US" dirty="0">
                <a:solidFill>
                  <a:srgbClr val="800080"/>
                </a:solidFill>
                <a:latin typeface="Helvetica Neue"/>
              </a:rPr>
              <a:t>秒给</a:t>
            </a:r>
            <a:r>
              <a:rPr lang="en-US" altLang="zh-CN" dirty="0">
                <a:solidFill>
                  <a:srgbClr val="800080"/>
                </a:solidFill>
                <a:latin typeface="Helvetica Neue"/>
              </a:rPr>
              <a:t>Eureka Server</a:t>
            </a:r>
            <a:r>
              <a:rPr lang="zh-CN" altLang="en-US" dirty="0">
                <a:solidFill>
                  <a:srgbClr val="800080"/>
                </a:solidFill>
                <a:latin typeface="Helvetica Neue"/>
              </a:rPr>
              <a:t>发一次心跳，同时更新</a:t>
            </a:r>
            <a:r>
              <a:rPr lang="en-US" altLang="zh-CN" dirty="0">
                <a:solidFill>
                  <a:srgbClr val="800080"/>
                </a:solidFill>
                <a:latin typeface="Helvetica Neue"/>
              </a:rPr>
              <a:t>Server</a:t>
            </a:r>
            <a:r>
              <a:rPr lang="zh-CN" altLang="en-US" dirty="0">
                <a:solidFill>
                  <a:srgbClr val="800080"/>
                </a:solidFill>
                <a:latin typeface="Helvetica Neue"/>
              </a:rPr>
              <a:t>上最新的注册信息到本地，如果</a:t>
            </a:r>
            <a:r>
              <a:rPr lang="en-US" altLang="zh-CN" dirty="0">
                <a:solidFill>
                  <a:srgbClr val="800080"/>
                </a:solidFill>
                <a:latin typeface="Helvetica Neue"/>
              </a:rPr>
              <a:t>Server</a:t>
            </a:r>
            <a:r>
              <a:rPr lang="zh-CN" altLang="en-US" dirty="0">
                <a:solidFill>
                  <a:srgbClr val="800080"/>
                </a:solidFill>
                <a:latin typeface="Helvetica Neue"/>
              </a:rPr>
              <a:t>多次没有收到来自客户端的心跳，那么在</a:t>
            </a:r>
            <a:r>
              <a:rPr lang="en-US" altLang="zh-CN" dirty="0">
                <a:solidFill>
                  <a:srgbClr val="800080"/>
                </a:solidFill>
                <a:latin typeface="Helvetica Neue"/>
              </a:rPr>
              <a:t>90</a:t>
            </a:r>
            <a:r>
              <a:rPr lang="zh-CN" altLang="en-US" dirty="0">
                <a:solidFill>
                  <a:srgbClr val="800080"/>
                </a:solidFill>
                <a:latin typeface="Helvetica Neue"/>
              </a:rPr>
              <a:t>秒内会被</a:t>
            </a:r>
            <a:r>
              <a:rPr lang="en-US" altLang="zh-CN" dirty="0">
                <a:solidFill>
                  <a:srgbClr val="800080"/>
                </a:solidFill>
                <a:latin typeface="Helvetica Neue"/>
              </a:rPr>
              <a:t>Server</a:t>
            </a:r>
            <a:r>
              <a:rPr lang="zh-CN" altLang="en-US" dirty="0">
                <a:solidFill>
                  <a:srgbClr val="800080"/>
                </a:solidFill>
                <a:latin typeface="Helvetica Neue"/>
              </a:rPr>
              <a:t>上剔除。当</a:t>
            </a:r>
            <a:r>
              <a:rPr lang="en-US" altLang="zh-CN" dirty="0">
                <a:solidFill>
                  <a:srgbClr val="800080"/>
                </a:solidFill>
                <a:latin typeface="Helvetica Neue"/>
              </a:rPr>
              <a:t>client</a:t>
            </a:r>
            <a:r>
              <a:rPr lang="zh-CN" altLang="en-US" dirty="0">
                <a:solidFill>
                  <a:srgbClr val="800080"/>
                </a:solidFill>
                <a:latin typeface="Helvetica Neue"/>
              </a:rPr>
              <a:t>关机时，会向</a:t>
            </a:r>
            <a:r>
              <a:rPr lang="en-US" altLang="zh-CN" dirty="0">
                <a:solidFill>
                  <a:srgbClr val="800080"/>
                </a:solidFill>
                <a:latin typeface="Helvetica Neue"/>
              </a:rPr>
              <a:t>Eureka server</a:t>
            </a:r>
            <a:r>
              <a:rPr lang="zh-CN" altLang="en-US" dirty="0">
                <a:solidFill>
                  <a:srgbClr val="800080"/>
                </a:solidFill>
                <a:latin typeface="Helvetica Neue"/>
              </a:rPr>
              <a:t>发送一个取消请求，</a:t>
            </a:r>
            <a:r>
              <a:rPr lang="en-US" altLang="zh-CN" dirty="0">
                <a:solidFill>
                  <a:srgbClr val="800080"/>
                </a:solidFill>
                <a:latin typeface="Helvetica Neue"/>
              </a:rPr>
              <a:t>server</a:t>
            </a:r>
            <a:r>
              <a:rPr lang="zh-CN" altLang="en-US" dirty="0">
                <a:solidFill>
                  <a:srgbClr val="800080"/>
                </a:solidFill>
                <a:latin typeface="Helvetica Neue"/>
              </a:rPr>
              <a:t>就会从注册表中删除实例，从而将实例从流量中取出</a:t>
            </a:r>
            <a:endParaRPr lang="en-US" altLang="zh-CN" dirty="0">
              <a:solidFill>
                <a:srgbClr val="800080"/>
              </a:solidFill>
              <a:latin typeface="Helvetica Neue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>
              <a:solidFill>
                <a:srgbClr val="800080"/>
              </a:solidFill>
              <a:latin typeface="Helvetica Neue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solidFill>
                  <a:srgbClr val="800080"/>
                </a:solidFill>
                <a:latin typeface="Helvetica Neue"/>
              </a:rPr>
              <a:t>因为服务会删除嘛，所以</a:t>
            </a:r>
            <a:r>
              <a:rPr lang="en-US" altLang="zh-CN" dirty="0">
                <a:solidFill>
                  <a:srgbClr val="800080"/>
                </a:solidFill>
                <a:latin typeface="Helvetica Neue"/>
              </a:rPr>
              <a:t>Eureka</a:t>
            </a:r>
            <a:r>
              <a:rPr lang="zh-CN" altLang="en-US" dirty="0">
                <a:solidFill>
                  <a:srgbClr val="800080"/>
                </a:solidFill>
                <a:latin typeface="Helvetica Neue"/>
              </a:rPr>
              <a:t>还有一个概念是自我保护模式</a:t>
            </a:r>
            <a:endParaRPr lang="en-US" altLang="zh-CN" dirty="0">
              <a:solidFill>
                <a:srgbClr val="800080"/>
              </a:solidFill>
              <a:latin typeface="Helvetica Neue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51893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>
              <a:solidFill>
                <a:srgbClr val="800080"/>
              </a:solidFill>
              <a:latin typeface="Helvetica Neue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访问</a:t>
            </a:r>
            <a:r>
              <a:rPr lang="en-US" altLang="zh-CN" dirty="0"/>
              <a:t>Eureka server</a:t>
            </a:r>
            <a:r>
              <a:rPr lang="zh-CN" altLang="en-US" dirty="0"/>
              <a:t>启动后，访问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主页时，可能会看到这样一段大红色的句子：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dirty="0"/>
              <a:t>那么就表明着</a:t>
            </a:r>
            <a:r>
              <a:rPr lang="en-US" altLang="zh-CN" dirty="0"/>
              <a:t>Eureka</a:t>
            </a:r>
            <a:r>
              <a:rPr lang="zh-CN" altLang="en-US" dirty="0"/>
              <a:t>的 自我保护模式</a:t>
            </a:r>
            <a:r>
              <a:rPr lang="en-US" altLang="zh-CN" dirty="0"/>
              <a:t>(self-preservation mode) </a:t>
            </a:r>
            <a:r>
              <a:rPr lang="zh-CN" altLang="en-US" dirty="0"/>
              <a:t>被启动了，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什么是自我保护模式呢？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当 </a:t>
            </a:r>
            <a:r>
              <a:rPr lang="en-US" altLang="zh-CN" dirty="0"/>
              <a:t>Eureka Server </a:t>
            </a:r>
            <a:r>
              <a:rPr lang="zh-CN" altLang="en-US" dirty="0"/>
              <a:t>节点在短时间内丢失了过多实例的连接时（比如网络故障或频繁的启动关闭客户端），那么这个节点就会进入自我保护模式，一旦进入到该模式，</a:t>
            </a:r>
            <a:r>
              <a:rPr lang="en-US" altLang="zh-CN" dirty="0"/>
              <a:t>Eureka server </a:t>
            </a:r>
            <a:r>
              <a:rPr lang="zh-CN" altLang="en-US" dirty="0"/>
              <a:t>就会保护服务注册表中的信息，不再删除服务注册表中的数据（即不会注销任何微服务），当网络故障恢复后，该 </a:t>
            </a:r>
            <a:r>
              <a:rPr lang="en-US" altLang="zh-CN" dirty="0" err="1"/>
              <a:t>Ereaka</a:t>
            </a:r>
            <a:r>
              <a:rPr lang="en-US" altLang="zh-CN" dirty="0"/>
              <a:t> Server </a:t>
            </a:r>
            <a:r>
              <a:rPr lang="zh-CN" altLang="en-US" dirty="0"/>
              <a:t>节点就会自动退出自我保护模式（我的 </a:t>
            </a:r>
            <a:r>
              <a:rPr lang="en-US" altLang="zh-CN" dirty="0"/>
              <a:t>Eureka Server </a:t>
            </a:r>
            <a:r>
              <a:rPr lang="zh-CN" altLang="en-US" dirty="0"/>
              <a:t>已经几个月了，至今未自动退出该模式）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67978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>
              <a:solidFill>
                <a:srgbClr val="800080"/>
              </a:solidFill>
              <a:latin typeface="Helvetica Neue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Zookeeper </a:t>
            </a:r>
            <a:r>
              <a:rPr lang="zh-CN" altLang="en-US" dirty="0"/>
              <a:t>保证 </a:t>
            </a:r>
            <a:r>
              <a:rPr lang="en-US" altLang="zh-CN" dirty="0"/>
              <a:t>CP</a:t>
            </a:r>
            <a:r>
              <a:rPr lang="zh-CN" altLang="en-US" dirty="0"/>
              <a:t>：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Zookeeper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集群中有一个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Leader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，多个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Follower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Leader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负责写，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Follower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负责读，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ZK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客户端连接到任何一个节点都是一样的，写操作完成以后要同步给所有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Follower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以后才会返回。如果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Leader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挂了，那么重新选出新的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Leader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，在此期间服务不可用。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Eureka</a:t>
            </a:r>
            <a:r>
              <a:rPr lang="zh-CN" altLang="en-US" dirty="0"/>
              <a:t> 保证 </a:t>
            </a:r>
            <a:r>
              <a:rPr lang="en-US" altLang="zh-CN" dirty="0"/>
              <a:t>AP</a:t>
            </a:r>
            <a:r>
              <a:rPr lang="zh-CN" altLang="en-US" dirty="0"/>
              <a:t>：</a:t>
            </a:r>
            <a:endParaRPr lang="en-US" altLang="zh-CN" dirty="0"/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Eureka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服务器节点之间是对等的，只要有一个节点在，就可以正常提供服务。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Eureka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客户端的所有操作可能需要一段时间才能在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Eureka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服务器中反映出来，随后在其他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Eureka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客户端中反映出来。也就是说，客户端获取到的注册信息可能不是最新的，它并不保证强一致性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40177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Ribbon </a:t>
            </a:r>
            <a:r>
              <a:rPr lang="zh-CN" altLang="en-US" dirty="0"/>
              <a:t>是一个用于客户端负载均衡的工具，像我们常用的</a:t>
            </a:r>
            <a:r>
              <a:rPr lang="en-US" altLang="zh-CN" dirty="0" err="1"/>
              <a:t>restTemplate</a:t>
            </a:r>
            <a:r>
              <a:rPr lang="zh-CN" altLang="en-US" dirty="0"/>
              <a:t>访问其他微服务，就可以使用</a:t>
            </a:r>
            <a:r>
              <a:rPr lang="en-US" altLang="zh-CN" dirty="0"/>
              <a:t>@</a:t>
            </a:r>
            <a:r>
              <a:rPr lang="en-US" altLang="zh-CN" dirty="0" err="1"/>
              <a:t>LoadBalance</a:t>
            </a:r>
            <a:r>
              <a:rPr lang="zh-CN" altLang="en-US" dirty="0"/>
              <a:t>注解选择负载均衡策略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Feign</a:t>
            </a:r>
            <a:r>
              <a:rPr lang="zh-CN" altLang="en-US" dirty="0"/>
              <a:t>是一个声明式的</a:t>
            </a:r>
            <a:r>
              <a:rPr lang="en-US" altLang="zh-CN" dirty="0"/>
              <a:t>web service</a:t>
            </a:r>
            <a:r>
              <a:rPr lang="zh-CN" altLang="en-US" dirty="0"/>
              <a:t>客户端，就是可以声明式的使用</a:t>
            </a:r>
            <a:r>
              <a:rPr lang="en-US" altLang="zh-CN" dirty="0" err="1"/>
              <a:t>restTemplate</a:t>
            </a:r>
            <a:r>
              <a:rPr lang="zh-CN" altLang="en-US" dirty="0"/>
              <a:t>，</a:t>
            </a:r>
            <a:r>
              <a:rPr lang="en-US" altLang="zh-CN" dirty="0"/>
              <a:t>ribbon</a:t>
            </a:r>
            <a:r>
              <a:rPr lang="zh-CN" altLang="en-US" dirty="0"/>
              <a:t>调用其他微服务的接口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00773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介绍</a:t>
            </a:r>
            <a:r>
              <a:rPr lang="en-US" altLang="zh-CN" dirty="0" err="1"/>
              <a:t>hystrix</a:t>
            </a:r>
            <a:r>
              <a:rPr lang="zh-CN" altLang="en-US" dirty="0"/>
              <a:t>前，先了解下什么是微服务中的雪崩效应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服务雪崩效应是一种因“服务提供者”的不可用导致“服务消费者”的不可用</a:t>
            </a:r>
            <a:r>
              <a:rPr lang="en-US" altLang="zh-CN" dirty="0"/>
              <a:t>,</a:t>
            </a:r>
            <a:r>
              <a:rPr lang="zh-CN" altLang="en-US" dirty="0"/>
              <a:t>并将不可用逐渐放大的过程。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如果下图所示：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作为服务提供者，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为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的服务消费者，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的服务消费者。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不可用引起了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的不可用，并将不可用像滚雪球一样放大到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时，雪崩效应就形成了。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40392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Hystrix</a:t>
            </a:r>
            <a:r>
              <a:rPr lang="zh-CN" altLang="en-US" dirty="0"/>
              <a:t>是一个实现了超时机制和断路器模式的工具类库，主要是用来做服务治理中的微服务容错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什么是容错呢？就是允许系统出错后，系统仍然能够按规定执行。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如何容错呢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79225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如何容错呢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大致分为</a:t>
            </a:r>
            <a:r>
              <a:rPr lang="en-US" altLang="zh-CN" dirty="0"/>
              <a:t>4</a:t>
            </a:r>
            <a:r>
              <a:rPr lang="zh-CN" altLang="en-US" dirty="0"/>
              <a:t>点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跳闸机制：当某服务的错误率超过一定阈值时，</a:t>
            </a:r>
            <a:r>
              <a:rPr lang="en-US" altLang="zh-CN" dirty="0" err="1"/>
              <a:t>Hystrix</a:t>
            </a:r>
            <a:r>
              <a:rPr lang="zh-CN" altLang="en-US" dirty="0"/>
              <a:t>可以自动或手动跳闸，停止请求该服务一段时间。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资源隔离：</a:t>
            </a:r>
            <a:r>
              <a:rPr lang="en-US" altLang="zh-CN" dirty="0" err="1"/>
              <a:t>Hystrix</a:t>
            </a:r>
            <a:r>
              <a:rPr lang="zh-CN" altLang="en-US" dirty="0"/>
              <a:t>每个依赖都维护了一个小型的线程池，如果该线程池已满，发往该以来的请求就被立即拒绝，而不是排队等候，从而加速失败判定。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回退机制：当请求失败、超时、被拒绝、或当断路器打开时，执行回退逻辑。（可以返回缺省值）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自我修复：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断路器打开一段时间后，会自动进入“半开”状态，此时断路器可允许一个请求访问依赖的服务，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若请求成功，则断路器关闭，否则断路器转为“打开”状态；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 err="1"/>
              <a:t>Hystrix</a:t>
            </a:r>
            <a:r>
              <a:rPr lang="en-US" altLang="zh-CN" dirty="0"/>
              <a:t> </a:t>
            </a:r>
            <a:r>
              <a:rPr lang="zh-CN" altLang="en-US" dirty="0"/>
              <a:t>还提供了</a:t>
            </a:r>
            <a:r>
              <a:rPr lang="en-US" altLang="zh-CN" dirty="0"/>
              <a:t>dashboard</a:t>
            </a:r>
            <a:r>
              <a:rPr lang="zh-CN" altLang="en-US" dirty="0"/>
              <a:t>进行实时监控。像每秒执行的请求数，成功数等</a:t>
            </a:r>
            <a:endParaRPr lang="en-US" altLang="zh-CN" dirty="0"/>
          </a:p>
          <a:p>
            <a:r>
              <a:rPr lang="zh-CN" altLang="en-US" dirty="0"/>
              <a:t>但需要额外依赖</a:t>
            </a:r>
            <a:r>
              <a:rPr lang="en-US" altLang="zh-CN" dirty="0" err="1"/>
              <a:t>hystrix</a:t>
            </a:r>
            <a:r>
              <a:rPr lang="en-US" altLang="zh-CN" dirty="0"/>
              <a:t>-dashboard</a:t>
            </a:r>
            <a:r>
              <a:rPr lang="zh-CN" altLang="en-US" dirty="0"/>
              <a:t>，而且这个只能一次监控一个微服务实例</a:t>
            </a:r>
            <a:endParaRPr lang="en-US" altLang="zh-CN" dirty="0"/>
          </a:p>
          <a:p>
            <a:r>
              <a:rPr lang="zh-CN" altLang="en-US" dirty="0"/>
              <a:t>还可以再引入</a:t>
            </a:r>
            <a:r>
              <a:rPr lang="en-US" altLang="zh-CN" dirty="0"/>
              <a:t>Turbine</a:t>
            </a:r>
            <a:r>
              <a:rPr lang="zh-CN" altLang="en-US" dirty="0"/>
              <a:t>包，就可以进行集群监控，就不需要切换监控地址，更方便。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1439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zh-CN" altLang="en-US" dirty="0"/>
              <a:t>为什么要使用微服务网关？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客户端会多次请求不同的微服务，增加了客户端的复杂性。</a:t>
            </a:r>
            <a:br>
              <a:rPr lang="zh-CN" altLang="en-US" dirty="0"/>
            </a:b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存在跨域请求，在一定场景下处理比较复杂。</a:t>
            </a:r>
            <a:br>
              <a:rPr lang="zh-CN" altLang="en-US" dirty="0"/>
            </a:b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认证复杂，每个服务都需要单独认证。</a:t>
            </a:r>
            <a:br>
              <a:rPr lang="zh-CN" altLang="en-US" dirty="0"/>
            </a:b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难以重构</a:t>
            </a:r>
            <a:br>
              <a:rPr lang="zh-CN" altLang="en-US" dirty="0"/>
            </a:b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5.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某些微服务可能使用了防火墙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游览器不友好的协议，直接访问会有一定的困难。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而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zuul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就是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Netflix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开源的微服务网关，目前被用于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spring cloud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早期的网关组件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dirty="0"/>
          </a:p>
          <a:p>
            <a:r>
              <a:rPr lang="zh-CN" altLang="en-US" dirty="0"/>
              <a:t>小道消息：</a:t>
            </a:r>
            <a:endParaRPr lang="en-US" altLang="zh-CN" dirty="0"/>
          </a:p>
          <a:p>
            <a:r>
              <a:rPr lang="zh-CN" altLang="en-US" dirty="0"/>
              <a:t>因为</a:t>
            </a:r>
            <a:r>
              <a:rPr lang="en-US" altLang="zh-CN" dirty="0"/>
              <a:t>zuul1.0</a:t>
            </a:r>
            <a:r>
              <a:rPr lang="zh-CN" altLang="en-US" dirty="0"/>
              <a:t>性能不好或者是 </a:t>
            </a:r>
            <a:r>
              <a:rPr lang="en-US" altLang="zh-CN" dirty="0" err="1"/>
              <a:t>zuul</a:t>
            </a:r>
            <a:r>
              <a:rPr lang="en-US" altLang="zh-CN" dirty="0"/>
              <a:t> 2.0 </a:t>
            </a:r>
            <a:r>
              <a:rPr lang="zh-CN" altLang="en-US" dirty="0"/>
              <a:t>出的太迟，所以</a:t>
            </a:r>
            <a:r>
              <a:rPr lang="en-US" altLang="zh-CN" dirty="0"/>
              <a:t>Spring cloud </a:t>
            </a:r>
            <a:r>
              <a:rPr lang="zh-CN" altLang="en-US" dirty="0"/>
              <a:t>自己出了路由管理的组件叫</a:t>
            </a:r>
            <a:r>
              <a:rPr lang="en-US" altLang="zh-CN" dirty="0"/>
              <a:t>Spring cloud gateway</a:t>
            </a:r>
            <a:r>
              <a:rPr lang="zh-CN" altLang="en-US" dirty="0"/>
              <a:t>，官方也是推荐使用的</a:t>
            </a:r>
            <a:r>
              <a:rPr lang="en-US" altLang="zh-CN" dirty="0"/>
              <a:t>Spring cloud gateway</a:t>
            </a:r>
            <a:r>
              <a:rPr lang="zh-CN" altLang="en-US" dirty="0"/>
              <a:t>，有兴趣的自己去了解下。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55669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Zuul</a:t>
            </a:r>
            <a:r>
              <a:rPr lang="zh-CN" altLang="en-US" dirty="0"/>
              <a:t>作为一个微服务网关，主要的功能就是路由配置：</a:t>
            </a:r>
            <a:endParaRPr lang="en-US" altLang="zh-CN" dirty="0"/>
          </a:p>
          <a:p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这个是一个比较简单的</a:t>
            </a:r>
            <a:r>
              <a:rPr lang="en-US" altLang="zh-CN" dirty="0"/>
              <a:t>demo</a:t>
            </a:r>
            <a:r>
              <a:rPr lang="zh-CN" altLang="en-US" dirty="0"/>
              <a:t>，不一定是按这</a:t>
            </a:r>
            <a:r>
              <a:rPr lang="en-US" altLang="zh-CN" dirty="0"/>
              <a:t>demo</a:t>
            </a:r>
            <a:r>
              <a:rPr lang="zh-CN" altLang="en-US" dirty="0"/>
              <a:t>来配置，有多种配置的写法自由组合，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34998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为什么要统一管理微服务配置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对于</a:t>
            </a:r>
            <a:r>
              <a:rPr lang="en-US" altLang="zh-CN" dirty="0"/>
              <a:t>Spring Boot</a:t>
            </a:r>
            <a:r>
              <a:rPr lang="zh-CN" altLang="en-US" dirty="0"/>
              <a:t>应用，我们可以将配置内容写入</a:t>
            </a:r>
            <a:r>
              <a:rPr lang="en-US" altLang="zh-CN" dirty="0" err="1"/>
              <a:t>application.yml</a:t>
            </a:r>
            <a:r>
              <a:rPr lang="zh-CN" altLang="en-US" dirty="0"/>
              <a:t>，设置多个</a:t>
            </a:r>
            <a:r>
              <a:rPr lang="en-US" altLang="zh-CN" dirty="0"/>
              <a:t>profile</a:t>
            </a:r>
            <a:r>
              <a:rPr lang="zh-CN" altLang="en-US" dirty="0"/>
              <a:t>，也可以用多个</a:t>
            </a:r>
            <a:r>
              <a:rPr lang="en-US" altLang="zh-CN" dirty="0"/>
              <a:t>application-{profile}.properties</a:t>
            </a:r>
            <a:r>
              <a:rPr lang="zh-CN" altLang="en-US" dirty="0"/>
              <a:t>文件配置，并在启动时指定</a:t>
            </a:r>
            <a:r>
              <a:rPr lang="en-US" altLang="zh-CN" dirty="0" err="1"/>
              <a:t>spring.profiles.active</a:t>
            </a:r>
            <a:r>
              <a:rPr lang="en-US" altLang="zh-CN" dirty="0"/>
              <a:t>={profile}</a:t>
            </a:r>
            <a:r>
              <a:rPr lang="zh-CN" altLang="en-US" dirty="0"/>
              <a:t>来加载不同环境下的配置。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这种方式也可以做到根据不同环境切换配置，但是为什么微服务架构的中不使用这种方式呢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微服务架构的配置管理有以下几个需求：</a:t>
            </a:r>
            <a:endParaRPr lang="en-US" altLang="zh-CN" dirty="0"/>
          </a:p>
          <a:p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集中管理：有可能你会有成百上千个微服务，那就不可能每个微服务自己管理配置（突然换一下数据库地址，不就改死人了吗），就需要有一个统一的位置管理，让微服务去获取配置；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不同环境不同配置，刚才的做法就满足了这一条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运行期间可以动态调整，例如可以根据各个微服务的负载情况，动态调整数据源连接池的大小或熔断阈值，并且在调整配置时是不需要停止微服务的。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配置修改后可自动更新，如配置发生变化，微服务能够自动更新配置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69683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29327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使用就是这么简单，但是如果需要自动刷新的话，还需要引入</a:t>
            </a:r>
            <a:r>
              <a:rPr lang="en-US" altLang="zh-CN" dirty="0"/>
              <a:t>Spring cloud bus </a:t>
            </a:r>
            <a:r>
              <a:rPr lang="zh-CN" altLang="en-US" dirty="0"/>
              <a:t>进行异步通知集群中的其他拉取最新的配置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这时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Spring Cloud Bus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做配置更新步骤如下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、提交代码触发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post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请求给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bus/refresh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server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端接收到请求并发送给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Spring Cloud Bus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Spring Cloud bus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接到消息并通知给其它客户端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、其它客户端接收到通知，请求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Server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端获取最新配置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、全部客户端均获取到最新的配置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局部刷新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某些场景下（例如灰度发布），我们可能只想刷新部分微服务的配置，此时可通过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/bus/refresh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端点的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destination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参数来定位要刷新的应用程序。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例如：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/bus/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refresh?destination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=customers:8000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，这样消息总线上的微服务实例就会根据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destination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参数的值来判断是否需要要刷新。其中，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customers:8000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指的是各个微服务的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ApplicationContext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ID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destination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参数也可以用来定位特定的微服务。例如：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/bus/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refresh?destination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=customers:**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，这样就可以触发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customers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微服务所有实例的配置刷新。</a:t>
            </a:r>
          </a:p>
          <a:p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61068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1"/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优点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有强大的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Spring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社区、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Netflix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等公司支持，并且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开源社区贡献非常活跃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pPr latinLnBrk="1"/>
            <a:endParaRPr lang="en-US" altLang="zh-CN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标准化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的将微服务的成熟产品和框架结合一起，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Spring Cloud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提供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整套的微服务解决方案，开发成本较低，且风险较小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pPr latinLnBrk="1"/>
            <a:endParaRPr lang="en-US" altLang="zh-CN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基于 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Spring Boot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，具有简单配置、快速开发、轻松部署、方便测试的特点。</a:t>
            </a:r>
          </a:p>
          <a:p>
            <a:pPr latinLnBrk="1"/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支持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REST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服务调用，相比于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RPC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，更加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轻量化和灵活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（服务之间只依赖一纸契约，不存在代码级别的强依赖），有利于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跨语言</a:t>
            </a:r>
            <a:endParaRPr lang="en-US" altLang="zh-CN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服务的实现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，以及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服务的发布部署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。另外，结合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Swagger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，也使得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服务的文档一体化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pPr latinLnBrk="1"/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提供了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Docker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及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Kubernetes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微服务编排支持。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缺点：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支持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REST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服务调用，可能因为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接口定义过轻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，导致定义文档与实际实现不一致导致服务集成时的问题（可以使用统一文档和版本管理解决，比如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Swagger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另外，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REST 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服务调用性能会比 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RPC 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低一些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（但也不是强绑定）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Spring Cloud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整合了大量组件，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相关文档比较复杂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，需要针对性的进行阅读。</a:t>
            </a:r>
          </a:p>
          <a:p>
            <a:pPr latinLnBrk="1"/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69728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启动时依赖检测</a:t>
            </a:r>
            <a:endParaRPr lang="en-US" altLang="zh-CN" dirty="0"/>
          </a:p>
          <a:p>
            <a:r>
              <a:rPr lang="zh-CN" altLang="en-US" dirty="0"/>
              <a:t>超时机制和集群容错 </a:t>
            </a:r>
            <a:r>
              <a:rPr lang="en-US" altLang="zh-CN" dirty="0"/>
              <a:t>–- </a:t>
            </a:r>
            <a:r>
              <a:rPr lang="zh-CN" altLang="en-US" dirty="0"/>
              <a:t>相当于</a:t>
            </a:r>
            <a:r>
              <a:rPr lang="en-US" altLang="zh-CN" dirty="0" err="1"/>
              <a:t>Hystrix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940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功能不全，服务发现、服务追踪和分布式配置需要集成第三方</a:t>
            </a:r>
            <a:endParaRPr lang="en-US" altLang="zh-CN" dirty="0"/>
          </a:p>
          <a:p>
            <a:r>
              <a:rPr lang="zh-CN" altLang="en-US" dirty="0"/>
              <a:t>不支持跨语言</a:t>
            </a:r>
            <a:endParaRPr lang="en-US" altLang="zh-CN" dirty="0"/>
          </a:p>
          <a:p>
            <a:r>
              <a:rPr lang="zh-CN" altLang="en-US" dirty="0"/>
              <a:t>社区维护较差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26756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使用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Dubbo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构建的微服务架构就像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组装电脑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，各环节我们的选择自由度很高，但是最终结果很有可能因为一条内存质量不行就点不亮了，总是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让人不怎么放心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，但是如果你是一名高手，那这些都不是问题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Spring Cloud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就像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品牌机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，在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Spring Source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的整合下，做了大量的兼容性测试，保证了机器拥有更高的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稳定性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，但是如果要在使用非原装组件外的东西，就需要对其基础有足够的了解。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5637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0" y="-2895"/>
            <a:ext cx="12192000" cy="6852851"/>
            <a:chOff x="0" y="-2895"/>
            <a:chExt cx="12192000" cy="6852851"/>
          </a:xfrm>
        </p:grpSpPr>
        <p:sp>
          <p:nvSpPr>
            <p:cNvPr id="9" name="任意多边形: 形状 10337">
              <a:extLst>
                <a:ext uri="{FF2B5EF4-FFF2-40B4-BE49-F238E27FC236}">
                  <a16:creationId xmlns:a16="http://schemas.microsoft.com/office/drawing/2014/main" id="{EC59FB8C-A995-4558-A1E3-36725B431D95}"/>
                </a:ext>
              </a:extLst>
            </p:cNvPr>
            <p:cNvSpPr/>
            <p:nvPr/>
          </p:nvSpPr>
          <p:spPr>
            <a:xfrm>
              <a:off x="706062" y="829159"/>
              <a:ext cx="10778778" cy="6016088"/>
            </a:xfrm>
            <a:custGeom>
              <a:avLst/>
              <a:gdLst>
                <a:gd name="connsiteX0" fmla="*/ 4548 w 10296095"/>
                <a:gd name="connsiteY0" fmla="*/ 4548 h 5760477"/>
                <a:gd name="connsiteX1" fmla="*/ 10293973 w 10296095"/>
                <a:gd name="connsiteY1" fmla="*/ 4548 h 5760477"/>
                <a:gd name="connsiteX2" fmla="*/ 10293973 w 10296095"/>
                <a:gd name="connsiteY2" fmla="*/ 5757749 h 5760477"/>
                <a:gd name="connsiteX3" fmla="*/ 4548 w 10296095"/>
                <a:gd name="connsiteY3" fmla="*/ 5757749 h 5760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296095" h="5760477">
                  <a:moveTo>
                    <a:pt x="4548" y="4548"/>
                  </a:moveTo>
                  <a:lnTo>
                    <a:pt x="10293973" y="4548"/>
                  </a:lnTo>
                  <a:lnTo>
                    <a:pt x="10293973" y="5757749"/>
                  </a:lnTo>
                  <a:lnTo>
                    <a:pt x="4548" y="5757749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  <a:effectLst>
              <a:outerShdw blurRad="368300" dist="50800" dir="5400000" algn="ctr" rotWithShape="0">
                <a:schemeClr val="tx1">
                  <a:alpha val="65000"/>
                </a:schemeClr>
              </a:outerShdw>
            </a:effectLst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" name="任意多边形: 形状 10338">
              <a:extLst>
                <a:ext uri="{FF2B5EF4-FFF2-40B4-BE49-F238E27FC236}">
                  <a16:creationId xmlns:a16="http://schemas.microsoft.com/office/drawing/2014/main" id="{E11C2112-5BB3-493A-9DCF-1BD38671616A}"/>
                </a:ext>
              </a:extLst>
            </p:cNvPr>
            <p:cNvSpPr/>
            <p:nvPr/>
          </p:nvSpPr>
          <p:spPr>
            <a:xfrm>
              <a:off x="705428" y="5393716"/>
              <a:ext cx="10778778" cy="1455312"/>
            </a:xfrm>
            <a:custGeom>
              <a:avLst/>
              <a:gdLst>
                <a:gd name="connsiteX0" fmla="*/ 5154 w 10296095"/>
                <a:gd name="connsiteY0" fmla="*/ 1352172 h 1388578"/>
                <a:gd name="connsiteX1" fmla="*/ 10294580 w 10296095"/>
                <a:gd name="connsiteY1" fmla="*/ 1384310 h 1388578"/>
                <a:gd name="connsiteX2" fmla="*/ 10294580 w 10296095"/>
                <a:gd name="connsiteY2" fmla="*/ 382593 h 1388578"/>
                <a:gd name="connsiteX3" fmla="*/ 9494783 w 10296095"/>
                <a:gd name="connsiteY3" fmla="*/ 201896 h 1388578"/>
                <a:gd name="connsiteX4" fmla="*/ 6780689 w 10296095"/>
                <a:gd name="connsiteY4" fmla="*/ 777337 h 1388578"/>
                <a:gd name="connsiteX5" fmla="*/ 3583320 w 10296095"/>
                <a:gd name="connsiteY5" fmla="*/ 580268 h 1388578"/>
                <a:gd name="connsiteX6" fmla="*/ 1212429 w 10296095"/>
                <a:gd name="connsiteY6" fmla="*/ 4827 h 1388578"/>
                <a:gd name="connsiteX7" fmla="*/ 4548 w 10296095"/>
                <a:gd name="connsiteY7" fmla="*/ 654245 h 1388578"/>
                <a:gd name="connsiteX8" fmla="*/ 4548 w 10296095"/>
                <a:gd name="connsiteY8" fmla="*/ 1352172 h 1388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296095" h="1388578">
                  <a:moveTo>
                    <a:pt x="5154" y="1352172"/>
                  </a:moveTo>
                  <a:lnTo>
                    <a:pt x="10294580" y="1384310"/>
                  </a:lnTo>
                  <a:lnTo>
                    <a:pt x="10294580" y="382593"/>
                  </a:lnTo>
                  <a:cubicBezTo>
                    <a:pt x="10109638" y="325594"/>
                    <a:pt x="9784626" y="234640"/>
                    <a:pt x="9494783" y="201896"/>
                  </a:cubicBezTo>
                  <a:cubicBezTo>
                    <a:pt x="9058199" y="152780"/>
                    <a:pt x="7935210" y="398965"/>
                    <a:pt x="6780689" y="777337"/>
                  </a:cubicBezTo>
                  <a:cubicBezTo>
                    <a:pt x="5626774" y="1155103"/>
                    <a:pt x="4191506" y="744593"/>
                    <a:pt x="3583320" y="580268"/>
                  </a:cubicBezTo>
                  <a:cubicBezTo>
                    <a:pt x="2975135" y="415943"/>
                    <a:pt x="1805455" y="21805"/>
                    <a:pt x="1212429" y="4827"/>
                  </a:cubicBezTo>
                  <a:cubicBezTo>
                    <a:pt x="706113" y="-9120"/>
                    <a:pt x="154927" y="503866"/>
                    <a:pt x="4548" y="654245"/>
                  </a:cubicBezTo>
                  <a:lnTo>
                    <a:pt x="4548" y="1352172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" name="任意多边形: 形状 10339">
              <a:extLst>
                <a:ext uri="{FF2B5EF4-FFF2-40B4-BE49-F238E27FC236}">
                  <a16:creationId xmlns:a16="http://schemas.microsoft.com/office/drawing/2014/main" id="{EBD80425-C18C-4F30-A6F7-FE6A6C4988C7}"/>
                </a:ext>
              </a:extLst>
            </p:cNvPr>
            <p:cNvSpPr/>
            <p:nvPr/>
          </p:nvSpPr>
          <p:spPr>
            <a:xfrm>
              <a:off x="706062" y="5269187"/>
              <a:ext cx="10778778" cy="1576059"/>
            </a:xfrm>
            <a:custGeom>
              <a:avLst/>
              <a:gdLst>
                <a:gd name="connsiteX0" fmla="*/ 4548 w 10296095"/>
                <a:gd name="connsiteY0" fmla="*/ 1503735 h 1503787"/>
                <a:gd name="connsiteX1" fmla="*/ 10293973 w 10296095"/>
                <a:gd name="connsiteY1" fmla="*/ 1503735 h 1503787"/>
                <a:gd name="connsiteX2" fmla="*/ 10293973 w 10296095"/>
                <a:gd name="connsiteY2" fmla="*/ 764575 h 1503787"/>
                <a:gd name="connsiteX3" fmla="*/ 8922980 w 10296095"/>
                <a:gd name="connsiteY3" fmla="*/ 398330 h 1503787"/>
                <a:gd name="connsiteX4" fmla="*/ 6593321 w 10296095"/>
                <a:gd name="connsiteY4" fmla="*/ 53914 h 1503787"/>
                <a:gd name="connsiteX5" fmla="*/ 2601614 w 10296095"/>
                <a:gd name="connsiteY5" fmla="*/ 972558 h 1503787"/>
                <a:gd name="connsiteX6" fmla="*/ 4548 w 10296095"/>
                <a:gd name="connsiteY6" fmla="*/ 808839 h 1503787"/>
                <a:gd name="connsiteX7" fmla="*/ 4548 w 10296095"/>
                <a:gd name="connsiteY7" fmla="*/ 1503735 h 1503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296095" h="1503787">
                  <a:moveTo>
                    <a:pt x="4548" y="1503735"/>
                  </a:moveTo>
                  <a:lnTo>
                    <a:pt x="10293973" y="1503735"/>
                  </a:lnTo>
                  <a:lnTo>
                    <a:pt x="10293973" y="764575"/>
                  </a:lnTo>
                  <a:cubicBezTo>
                    <a:pt x="10149052" y="740320"/>
                    <a:pt x="9666384" y="648152"/>
                    <a:pt x="8922980" y="398330"/>
                  </a:cubicBezTo>
                  <a:cubicBezTo>
                    <a:pt x="8023739" y="96966"/>
                    <a:pt x="7193017" y="-89795"/>
                    <a:pt x="6593321" y="53914"/>
                  </a:cubicBezTo>
                  <a:cubicBezTo>
                    <a:pt x="5993625" y="197623"/>
                    <a:pt x="3759773" y="886454"/>
                    <a:pt x="2601614" y="972558"/>
                  </a:cubicBezTo>
                  <a:cubicBezTo>
                    <a:pt x="1699947" y="1039865"/>
                    <a:pt x="307731" y="851891"/>
                    <a:pt x="4548" y="808839"/>
                  </a:cubicBezTo>
                  <a:lnTo>
                    <a:pt x="4548" y="1503735"/>
                  </a:lnTo>
                  <a:close/>
                </a:path>
              </a:pathLst>
            </a:custGeom>
            <a:solidFill>
              <a:srgbClr val="5E7BF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" name="任意多边形: 形状 10340">
              <a:extLst>
                <a:ext uri="{FF2B5EF4-FFF2-40B4-BE49-F238E27FC236}">
                  <a16:creationId xmlns:a16="http://schemas.microsoft.com/office/drawing/2014/main" id="{9E8BED1A-2DE5-4C7A-8D37-A84F4690A4DB}"/>
                </a:ext>
              </a:extLst>
            </p:cNvPr>
            <p:cNvSpPr/>
            <p:nvPr/>
          </p:nvSpPr>
          <p:spPr>
            <a:xfrm>
              <a:off x="706062" y="5127548"/>
              <a:ext cx="10778778" cy="1722225"/>
            </a:xfrm>
            <a:custGeom>
              <a:avLst/>
              <a:gdLst>
                <a:gd name="connsiteX0" fmla="*/ 4548 w 10296095"/>
                <a:gd name="connsiteY0" fmla="*/ 1628571 h 1643251"/>
                <a:gd name="connsiteX1" fmla="*/ 10293973 w 10296095"/>
                <a:gd name="connsiteY1" fmla="*/ 1638879 h 1643251"/>
                <a:gd name="connsiteX2" fmla="*/ 10293973 w 10296095"/>
                <a:gd name="connsiteY2" fmla="*/ 920335 h 1643251"/>
                <a:gd name="connsiteX3" fmla="*/ 9186142 w 10296095"/>
                <a:gd name="connsiteY3" fmla="*/ 932462 h 1643251"/>
                <a:gd name="connsiteX4" fmla="*/ 5552191 w 10296095"/>
                <a:gd name="connsiteY4" fmla="*/ 94464 h 1643251"/>
                <a:gd name="connsiteX5" fmla="*/ 2292367 w 10296095"/>
                <a:gd name="connsiteY5" fmla="*/ 702650 h 1643251"/>
                <a:gd name="connsiteX6" fmla="*/ 4548 w 10296095"/>
                <a:gd name="connsiteY6" fmla="*/ 950047 h 1643251"/>
                <a:gd name="connsiteX7" fmla="*/ 4548 w 10296095"/>
                <a:gd name="connsiteY7" fmla="*/ 1628571 h 1643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296095" h="1643251">
                  <a:moveTo>
                    <a:pt x="4548" y="1628571"/>
                  </a:moveTo>
                  <a:cubicBezTo>
                    <a:pt x="852248" y="1567328"/>
                    <a:pt x="9478411" y="1632209"/>
                    <a:pt x="10293973" y="1638879"/>
                  </a:cubicBezTo>
                  <a:lnTo>
                    <a:pt x="10293973" y="920335"/>
                  </a:lnTo>
                  <a:cubicBezTo>
                    <a:pt x="10158147" y="928824"/>
                    <a:pt x="9795540" y="945196"/>
                    <a:pt x="9186142" y="932462"/>
                  </a:cubicBezTo>
                  <a:cubicBezTo>
                    <a:pt x="8390590" y="916090"/>
                    <a:pt x="6752796" y="423115"/>
                    <a:pt x="5552191" y="94464"/>
                  </a:cubicBezTo>
                  <a:cubicBezTo>
                    <a:pt x="4351586" y="-234186"/>
                    <a:pt x="3087919" y="423115"/>
                    <a:pt x="2292367" y="702650"/>
                  </a:cubicBezTo>
                  <a:cubicBezTo>
                    <a:pt x="1595046" y="947621"/>
                    <a:pt x="310763" y="952472"/>
                    <a:pt x="4548" y="950047"/>
                  </a:cubicBezTo>
                  <a:lnTo>
                    <a:pt x="4548" y="1628571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" name="任意多边形: 形状 10341">
              <a:extLst>
                <a:ext uri="{FF2B5EF4-FFF2-40B4-BE49-F238E27FC236}">
                  <a16:creationId xmlns:a16="http://schemas.microsoft.com/office/drawing/2014/main" id="{9CB3046A-D249-4591-A5E6-AD5CFE9121F1}"/>
                </a:ext>
              </a:extLst>
            </p:cNvPr>
            <p:cNvSpPr/>
            <p:nvPr/>
          </p:nvSpPr>
          <p:spPr>
            <a:xfrm>
              <a:off x="705428" y="5420064"/>
              <a:ext cx="10778778" cy="1429892"/>
            </a:xfrm>
            <a:custGeom>
              <a:avLst/>
              <a:gdLst>
                <a:gd name="connsiteX0" fmla="*/ 5154 w 10296095"/>
                <a:gd name="connsiteY0" fmla="*/ 1349468 h 1364323"/>
                <a:gd name="connsiteX1" fmla="*/ 10294580 w 10296095"/>
                <a:gd name="connsiteY1" fmla="*/ 1359776 h 1364323"/>
                <a:gd name="connsiteX2" fmla="*/ 10294580 w 10296095"/>
                <a:gd name="connsiteY2" fmla="*/ 641232 h 1364323"/>
                <a:gd name="connsiteX3" fmla="*/ 9186748 w 10296095"/>
                <a:gd name="connsiteY3" fmla="*/ 653359 h 1364323"/>
                <a:gd name="connsiteX4" fmla="*/ 6234353 w 10296095"/>
                <a:gd name="connsiteY4" fmla="*/ 4548 h 1364323"/>
                <a:gd name="connsiteX5" fmla="*/ 2601614 w 10296095"/>
                <a:gd name="connsiteY5" fmla="*/ 829206 h 1364323"/>
                <a:gd name="connsiteX6" fmla="*/ 43962 w 10296095"/>
                <a:gd name="connsiteY6" fmla="*/ 670944 h 1364323"/>
                <a:gd name="connsiteX7" fmla="*/ 4548 w 10296095"/>
                <a:gd name="connsiteY7" fmla="*/ 670944 h 1364323"/>
                <a:gd name="connsiteX8" fmla="*/ 4548 w 10296095"/>
                <a:gd name="connsiteY8" fmla="*/ 1349468 h 136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296095" h="1364323">
                  <a:moveTo>
                    <a:pt x="5154" y="1349468"/>
                  </a:moveTo>
                  <a:cubicBezTo>
                    <a:pt x="852247" y="1288225"/>
                    <a:pt x="9478411" y="1353106"/>
                    <a:pt x="10294580" y="1359776"/>
                  </a:cubicBezTo>
                  <a:lnTo>
                    <a:pt x="10294580" y="641232"/>
                  </a:lnTo>
                  <a:cubicBezTo>
                    <a:pt x="10158753" y="649721"/>
                    <a:pt x="9796146" y="666093"/>
                    <a:pt x="9186748" y="653359"/>
                  </a:cubicBezTo>
                  <a:cubicBezTo>
                    <a:pt x="8534299" y="640020"/>
                    <a:pt x="7314897" y="305912"/>
                    <a:pt x="6234353" y="4548"/>
                  </a:cubicBezTo>
                  <a:cubicBezTo>
                    <a:pt x="5364217" y="242243"/>
                    <a:pt x="3590597" y="755229"/>
                    <a:pt x="2601614" y="829206"/>
                  </a:cubicBezTo>
                  <a:cubicBezTo>
                    <a:pt x="1734510" y="893481"/>
                    <a:pt x="413845" y="723092"/>
                    <a:pt x="43962" y="670944"/>
                  </a:cubicBezTo>
                  <a:cubicBezTo>
                    <a:pt x="29409" y="670944"/>
                    <a:pt x="16069" y="670944"/>
                    <a:pt x="4548" y="670944"/>
                  </a:cubicBezTo>
                  <a:lnTo>
                    <a:pt x="4548" y="1349468"/>
                  </a:ln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" name="任意多边形: 形状 10342">
              <a:extLst>
                <a:ext uri="{FF2B5EF4-FFF2-40B4-BE49-F238E27FC236}">
                  <a16:creationId xmlns:a16="http://schemas.microsoft.com/office/drawing/2014/main" id="{23F26DE0-0352-4102-A437-EDCC85749093}"/>
                </a:ext>
              </a:extLst>
            </p:cNvPr>
            <p:cNvSpPr/>
            <p:nvPr/>
          </p:nvSpPr>
          <p:spPr>
            <a:xfrm>
              <a:off x="7228556" y="5269187"/>
              <a:ext cx="4259458" cy="845225"/>
            </a:xfrm>
            <a:custGeom>
              <a:avLst/>
              <a:gdLst>
                <a:gd name="connsiteX0" fmla="*/ 4064169 w 4068716"/>
                <a:gd name="connsiteY0" fmla="*/ 764575 h 806466"/>
                <a:gd name="connsiteX1" fmla="*/ 2693175 w 4068716"/>
                <a:gd name="connsiteY1" fmla="*/ 398330 h 806466"/>
                <a:gd name="connsiteX2" fmla="*/ 363516 w 4068716"/>
                <a:gd name="connsiteY2" fmla="*/ 53914 h 806466"/>
                <a:gd name="connsiteX3" fmla="*/ 4548 w 4068716"/>
                <a:gd name="connsiteY3" fmla="*/ 148507 h 806466"/>
                <a:gd name="connsiteX4" fmla="*/ 2956944 w 4068716"/>
                <a:gd name="connsiteY4" fmla="*/ 797318 h 806466"/>
                <a:gd name="connsiteX5" fmla="*/ 4064775 w 4068716"/>
                <a:gd name="connsiteY5" fmla="*/ 785191 h 806466"/>
                <a:gd name="connsiteX6" fmla="*/ 4064775 w 4068716"/>
                <a:gd name="connsiteY6" fmla="*/ 764575 h 806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68716" h="806466">
                  <a:moveTo>
                    <a:pt x="4064169" y="764575"/>
                  </a:moveTo>
                  <a:cubicBezTo>
                    <a:pt x="3919247" y="740320"/>
                    <a:pt x="3436580" y="648152"/>
                    <a:pt x="2693175" y="398330"/>
                  </a:cubicBezTo>
                  <a:cubicBezTo>
                    <a:pt x="1793934" y="96966"/>
                    <a:pt x="963212" y="-89795"/>
                    <a:pt x="363516" y="53914"/>
                  </a:cubicBezTo>
                  <a:cubicBezTo>
                    <a:pt x="276200" y="75136"/>
                    <a:pt x="153107" y="107274"/>
                    <a:pt x="4548" y="148507"/>
                  </a:cubicBezTo>
                  <a:cubicBezTo>
                    <a:pt x="1084486" y="449871"/>
                    <a:pt x="2303888" y="783979"/>
                    <a:pt x="2956944" y="797318"/>
                  </a:cubicBezTo>
                  <a:cubicBezTo>
                    <a:pt x="3566342" y="810052"/>
                    <a:pt x="3928949" y="793680"/>
                    <a:pt x="4064775" y="785191"/>
                  </a:cubicBezTo>
                  <a:lnTo>
                    <a:pt x="4064775" y="764575"/>
                  </a:lnTo>
                  <a:close/>
                </a:path>
              </a:pathLst>
            </a:custGeom>
            <a:solidFill>
              <a:schemeClr val="accent5">
                <a:lumMod val="40000"/>
                <a:lumOff val="6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/>
            </a:p>
          </p:txBody>
        </p:sp>
        <p:sp>
          <p:nvSpPr>
            <p:cNvPr id="17" name="任意多边形: 形状 10343">
              <a:extLst>
                <a:ext uri="{FF2B5EF4-FFF2-40B4-BE49-F238E27FC236}">
                  <a16:creationId xmlns:a16="http://schemas.microsoft.com/office/drawing/2014/main" id="{A1E3D703-2AC4-40A8-BD99-00A141CE8857}"/>
                </a:ext>
              </a:extLst>
            </p:cNvPr>
            <p:cNvSpPr/>
            <p:nvPr/>
          </p:nvSpPr>
          <p:spPr>
            <a:xfrm>
              <a:off x="8930435" y="5649483"/>
              <a:ext cx="2558214" cy="463920"/>
            </a:xfrm>
            <a:custGeom>
              <a:avLst/>
              <a:gdLst>
                <a:gd name="connsiteX0" fmla="*/ 2438501 w 2443655"/>
                <a:gd name="connsiteY0" fmla="*/ 401718 h 442647"/>
                <a:gd name="connsiteX1" fmla="*/ 1067508 w 2443655"/>
                <a:gd name="connsiteY1" fmla="*/ 35472 h 442647"/>
                <a:gd name="connsiteX2" fmla="*/ 974127 w 2443655"/>
                <a:gd name="connsiteY2" fmla="*/ 4548 h 442647"/>
                <a:gd name="connsiteX3" fmla="*/ 4548 w 2443655"/>
                <a:gd name="connsiteY3" fmla="*/ 214957 h 442647"/>
                <a:gd name="connsiteX4" fmla="*/ 1331277 w 2443655"/>
                <a:gd name="connsiteY4" fmla="*/ 433855 h 442647"/>
                <a:gd name="connsiteX5" fmla="*/ 2439108 w 2443655"/>
                <a:gd name="connsiteY5" fmla="*/ 421728 h 442647"/>
                <a:gd name="connsiteX6" fmla="*/ 2439108 w 2443655"/>
                <a:gd name="connsiteY6" fmla="*/ 401718 h 442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43655" h="442647">
                  <a:moveTo>
                    <a:pt x="2438501" y="401718"/>
                  </a:moveTo>
                  <a:cubicBezTo>
                    <a:pt x="2293580" y="377463"/>
                    <a:pt x="1810912" y="285295"/>
                    <a:pt x="1067508" y="35472"/>
                  </a:cubicBezTo>
                  <a:cubicBezTo>
                    <a:pt x="1036583" y="25164"/>
                    <a:pt x="1005052" y="14856"/>
                    <a:pt x="974127" y="4548"/>
                  </a:cubicBezTo>
                  <a:cubicBezTo>
                    <a:pt x="694593" y="49419"/>
                    <a:pt x="363517" y="122183"/>
                    <a:pt x="4548" y="214957"/>
                  </a:cubicBezTo>
                  <a:cubicBezTo>
                    <a:pt x="530268" y="339262"/>
                    <a:pt x="1002626" y="427185"/>
                    <a:pt x="1331277" y="433855"/>
                  </a:cubicBezTo>
                  <a:cubicBezTo>
                    <a:pt x="1940675" y="446588"/>
                    <a:pt x="2303281" y="430217"/>
                    <a:pt x="2439108" y="421728"/>
                  </a:cubicBezTo>
                  <a:lnTo>
                    <a:pt x="2439108" y="401718"/>
                  </a:lnTo>
                  <a:close/>
                </a:path>
              </a:pathLst>
            </a:custGeom>
            <a:solidFill>
              <a:srgbClr val="7F92F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" name="任意多边形: 形状 10344">
              <a:extLst>
                <a:ext uri="{FF2B5EF4-FFF2-40B4-BE49-F238E27FC236}">
                  <a16:creationId xmlns:a16="http://schemas.microsoft.com/office/drawing/2014/main" id="{429D551E-AACF-462F-9D79-C12557B86CA8}"/>
                </a:ext>
              </a:extLst>
            </p:cNvPr>
            <p:cNvSpPr/>
            <p:nvPr/>
          </p:nvSpPr>
          <p:spPr>
            <a:xfrm>
              <a:off x="706698" y="5715575"/>
              <a:ext cx="10778778" cy="1131204"/>
            </a:xfrm>
            <a:custGeom>
              <a:avLst/>
              <a:gdLst>
                <a:gd name="connsiteX0" fmla="*/ 10293973 w 10296095"/>
                <a:gd name="connsiteY0" fmla="*/ 359272 h 1079331"/>
                <a:gd name="connsiteX1" fmla="*/ 9186143 w 10296095"/>
                <a:gd name="connsiteY1" fmla="*/ 371399 h 1079331"/>
                <a:gd name="connsiteX2" fmla="*/ 7859414 w 10296095"/>
                <a:gd name="connsiteY2" fmla="*/ 152501 h 1079331"/>
                <a:gd name="connsiteX3" fmla="*/ 6780082 w 10296095"/>
                <a:gd name="connsiteY3" fmla="*/ 470237 h 1079331"/>
                <a:gd name="connsiteX4" fmla="*/ 3582714 w 10296095"/>
                <a:gd name="connsiteY4" fmla="*/ 273168 h 1079331"/>
                <a:gd name="connsiteX5" fmla="*/ 2656187 w 10296095"/>
                <a:gd name="connsiteY5" fmla="*/ 4548 h 1079331"/>
                <a:gd name="connsiteX6" fmla="*/ 2292367 w 10296095"/>
                <a:gd name="connsiteY6" fmla="*/ 141587 h 1079331"/>
                <a:gd name="connsiteX7" fmla="*/ 4548 w 10296095"/>
                <a:gd name="connsiteY7" fmla="*/ 388984 h 1079331"/>
                <a:gd name="connsiteX8" fmla="*/ 4548 w 10296095"/>
                <a:gd name="connsiteY8" fmla="*/ 1045679 h 1079331"/>
                <a:gd name="connsiteX9" fmla="*/ 853460 w 10296095"/>
                <a:gd name="connsiteY9" fmla="*/ 1048104 h 1079331"/>
                <a:gd name="connsiteX10" fmla="*/ 10293973 w 10296095"/>
                <a:gd name="connsiteY10" fmla="*/ 1077816 h 1079331"/>
                <a:gd name="connsiteX11" fmla="*/ 10293973 w 10296095"/>
                <a:gd name="connsiteY11" fmla="*/ 359272 h 1079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296095" h="1079331">
                  <a:moveTo>
                    <a:pt x="10293973" y="359272"/>
                  </a:moveTo>
                  <a:cubicBezTo>
                    <a:pt x="10158147" y="367761"/>
                    <a:pt x="9795541" y="384133"/>
                    <a:pt x="9186143" y="371399"/>
                  </a:cubicBezTo>
                  <a:cubicBezTo>
                    <a:pt x="8857492" y="364729"/>
                    <a:pt x="8385133" y="276200"/>
                    <a:pt x="7859414" y="152501"/>
                  </a:cubicBezTo>
                  <a:cubicBezTo>
                    <a:pt x="7517423" y="241031"/>
                    <a:pt x="7149965" y="348964"/>
                    <a:pt x="6780082" y="470237"/>
                  </a:cubicBezTo>
                  <a:cubicBezTo>
                    <a:pt x="5626167" y="848003"/>
                    <a:pt x="4190899" y="437493"/>
                    <a:pt x="3582714" y="273168"/>
                  </a:cubicBezTo>
                  <a:cubicBezTo>
                    <a:pt x="3339561" y="207680"/>
                    <a:pt x="3006060" y="104598"/>
                    <a:pt x="2656187" y="4548"/>
                  </a:cubicBezTo>
                  <a:cubicBezTo>
                    <a:pt x="2526424" y="55483"/>
                    <a:pt x="2404545" y="102173"/>
                    <a:pt x="2292367" y="141587"/>
                  </a:cubicBezTo>
                  <a:cubicBezTo>
                    <a:pt x="1595046" y="386558"/>
                    <a:pt x="310763" y="391410"/>
                    <a:pt x="4548" y="388984"/>
                  </a:cubicBezTo>
                  <a:lnTo>
                    <a:pt x="4548" y="1045679"/>
                  </a:lnTo>
                  <a:lnTo>
                    <a:pt x="853460" y="1048104"/>
                  </a:lnTo>
                  <a:cubicBezTo>
                    <a:pt x="3255883" y="1024456"/>
                    <a:pt x="9600290" y="1072358"/>
                    <a:pt x="10293973" y="1077816"/>
                  </a:cubicBezTo>
                  <a:lnTo>
                    <a:pt x="10293973" y="359272"/>
                  </a:lnTo>
                  <a:close/>
                </a:path>
              </a:pathLst>
            </a:custGeom>
            <a:solidFill>
              <a:srgbClr val="72B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" name="任意多边形: 形状 10345">
              <a:extLst>
                <a:ext uri="{FF2B5EF4-FFF2-40B4-BE49-F238E27FC236}">
                  <a16:creationId xmlns:a16="http://schemas.microsoft.com/office/drawing/2014/main" id="{AE820EC2-9049-4249-AFE4-A2E7B58FCCEC}"/>
                </a:ext>
              </a:extLst>
            </p:cNvPr>
            <p:cNvSpPr/>
            <p:nvPr/>
          </p:nvSpPr>
          <p:spPr>
            <a:xfrm>
              <a:off x="706062" y="5870639"/>
              <a:ext cx="10778778" cy="978682"/>
            </a:xfrm>
            <a:custGeom>
              <a:avLst/>
              <a:gdLst>
                <a:gd name="connsiteX0" fmla="*/ 10294579 w 10296095"/>
                <a:gd name="connsiteY0" fmla="*/ 211318 h 933803"/>
                <a:gd name="connsiteX1" fmla="*/ 9186749 w 10296095"/>
                <a:gd name="connsiteY1" fmla="*/ 223446 h 933803"/>
                <a:gd name="connsiteX2" fmla="*/ 7860020 w 10296095"/>
                <a:gd name="connsiteY2" fmla="*/ 4548 h 933803"/>
                <a:gd name="connsiteX3" fmla="*/ 6780689 w 10296095"/>
                <a:gd name="connsiteY3" fmla="*/ 322284 h 933803"/>
                <a:gd name="connsiteX4" fmla="*/ 3841026 w 10296095"/>
                <a:gd name="connsiteY4" fmla="*/ 194340 h 933803"/>
                <a:gd name="connsiteX5" fmla="*/ 2601614 w 10296095"/>
                <a:gd name="connsiteY5" fmla="*/ 399292 h 933803"/>
                <a:gd name="connsiteX6" fmla="*/ 43962 w 10296095"/>
                <a:gd name="connsiteY6" fmla="*/ 241031 h 933803"/>
                <a:gd name="connsiteX7" fmla="*/ 4548 w 10296095"/>
                <a:gd name="connsiteY7" fmla="*/ 241031 h 933803"/>
                <a:gd name="connsiteX8" fmla="*/ 4548 w 10296095"/>
                <a:gd name="connsiteY8" fmla="*/ 897725 h 933803"/>
                <a:gd name="connsiteX9" fmla="*/ 853460 w 10296095"/>
                <a:gd name="connsiteY9" fmla="*/ 900150 h 933803"/>
                <a:gd name="connsiteX10" fmla="*/ 10293973 w 10296095"/>
                <a:gd name="connsiteY10" fmla="*/ 929862 h 933803"/>
                <a:gd name="connsiteX11" fmla="*/ 10293973 w 10296095"/>
                <a:gd name="connsiteY11" fmla="*/ 211318 h 933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296095" h="933803">
                  <a:moveTo>
                    <a:pt x="10294579" y="211318"/>
                  </a:moveTo>
                  <a:cubicBezTo>
                    <a:pt x="10158753" y="219808"/>
                    <a:pt x="9796147" y="236180"/>
                    <a:pt x="9186749" y="223446"/>
                  </a:cubicBezTo>
                  <a:cubicBezTo>
                    <a:pt x="8858098" y="216776"/>
                    <a:pt x="8385739" y="128247"/>
                    <a:pt x="7860020" y="4548"/>
                  </a:cubicBezTo>
                  <a:cubicBezTo>
                    <a:pt x="7518029" y="93077"/>
                    <a:pt x="7150572" y="201011"/>
                    <a:pt x="6780689" y="322284"/>
                  </a:cubicBezTo>
                  <a:cubicBezTo>
                    <a:pt x="5767451" y="653966"/>
                    <a:pt x="4537740" y="378069"/>
                    <a:pt x="3841026" y="194340"/>
                  </a:cubicBezTo>
                  <a:cubicBezTo>
                    <a:pt x="3380794" y="295603"/>
                    <a:pt x="2944210" y="373825"/>
                    <a:pt x="2601614" y="399292"/>
                  </a:cubicBezTo>
                  <a:cubicBezTo>
                    <a:pt x="1734510" y="463567"/>
                    <a:pt x="413845" y="293178"/>
                    <a:pt x="43962" y="241031"/>
                  </a:cubicBezTo>
                  <a:cubicBezTo>
                    <a:pt x="29409" y="241031"/>
                    <a:pt x="16069" y="241031"/>
                    <a:pt x="4548" y="241031"/>
                  </a:cubicBezTo>
                  <a:lnTo>
                    <a:pt x="4548" y="897725"/>
                  </a:lnTo>
                  <a:lnTo>
                    <a:pt x="853460" y="900150"/>
                  </a:lnTo>
                  <a:cubicBezTo>
                    <a:pt x="3255883" y="876502"/>
                    <a:pt x="9600290" y="924405"/>
                    <a:pt x="10293973" y="929862"/>
                  </a:cubicBezTo>
                  <a:lnTo>
                    <a:pt x="10293973" y="211318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" name="任意多边形: 形状 10346">
              <a:extLst>
                <a:ext uri="{FF2B5EF4-FFF2-40B4-BE49-F238E27FC236}">
                  <a16:creationId xmlns:a16="http://schemas.microsoft.com/office/drawing/2014/main" id="{13786110-42D5-4854-816A-AEE7CE28C7C3}"/>
                </a:ext>
              </a:extLst>
            </p:cNvPr>
            <p:cNvSpPr/>
            <p:nvPr/>
          </p:nvSpPr>
          <p:spPr>
            <a:xfrm>
              <a:off x="2906253" y="1671206"/>
              <a:ext cx="1333065" cy="2192501"/>
            </a:xfrm>
            <a:custGeom>
              <a:avLst/>
              <a:gdLst>
                <a:gd name="connsiteX0" fmla="*/ 1252449 w 1273368"/>
                <a:gd name="connsiteY0" fmla="*/ 2089840 h 2091962"/>
                <a:gd name="connsiteX1" fmla="*/ 4548 w 1273368"/>
                <a:gd name="connsiteY1" fmla="*/ 2089840 h 2091962"/>
                <a:gd name="connsiteX2" fmla="*/ 4548 w 1273368"/>
                <a:gd name="connsiteY2" fmla="*/ 1864879 h 2091962"/>
                <a:gd name="connsiteX3" fmla="*/ 600606 w 1273368"/>
                <a:gd name="connsiteY3" fmla="*/ 1270034 h 2091962"/>
                <a:gd name="connsiteX4" fmla="*/ 930469 w 1273368"/>
                <a:gd name="connsiteY4" fmla="*/ 880140 h 2091962"/>
                <a:gd name="connsiteX5" fmla="*/ 1014147 w 1273368"/>
                <a:gd name="connsiteY5" fmla="*/ 583021 h 2091962"/>
                <a:gd name="connsiteX6" fmla="*/ 915916 w 1273368"/>
                <a:gd name="connsiteY6" fmla="*/ 315007 h 2091962"/>
                <a:gd name="connsiteX7" fmla="*/ 632136 w 1273368"/>
                <a:gd name="connsiteY7" fmla="*/ 221627 h 2091962"/>
                <a:gd name="connsiteX8" fmla="*/ 108843 w 1273368"/>
                <a:gd name="connsiteY8" fmla="*/ 455078 h 2091962"/>
                <a:gd name="connsiteX9" fmla="*/ 108843 w 1273368"/>
                <a:gd name="connsiteY9" fmla="*/ 191308 h 2091962"/>
                <a:gd name="connsiteX10" fmla="*/ 673370 w 1273368"/>
                <a:gd name="connsiteY10" fmla="*/ 4548 h 2091962"/>
                <a:gd name="connsiteX11" fmla="*/ 1110559 w 1273368"/>
                <a:gd name="connsiteY11" fmla="*/ 154320 h 2091962"/>
                <a:gd name="connsiteX12" fmla="*/ 1270640 w 1273368"/>
                <a:gd name="connsiteY12" fmla="*/ 556947 h 2091962"/>
                <a:gd name="connsiteX13" fmla="*/ 1168164 w 1273368"/>
                <a:gd name="connsiteY13" fmla="*/ 931075 h 2091962"/>
                <a:gd name="connsiteX14" fmla="*/ 779484 w 1273368"/>
                <a:gd name="connsiteY14" fmla="*/ 1397977 h 2091962"/>
                <a:gd name="connsiteX15" fmla="*/ 311975 w 1273368"/>
                <a:gd name="connsiteY15" fmla="*/ 1855177 h 2091962"/>
                <a:gd name="connsiteX16" fmla="*/ 311975 w 1273368"/>
                <a:gd name="connsiteY16" fmla="*/ 1860634 h 2091962"/>
                <a:gd name="connsiteX17" fmla="*/ 1252449 w 1273368"/>
                <a:gd name="connsiteY17" fmla="*/ 1860634 h 2091962"/>
                <a:gd name="connsiteX18" fmla="*/ 1252449 w 1273368"/>
                <a:gd name="connsiteY18" fmla="*/ 2089840 h 2091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273368" h="2091962">
                  <a:moveTo>
                    <a:pt x="1252449" y="2089840"/>
                  </a:moveTo>
                  <a:lnTo>
                    <a:pt x="4548" y="2089840"/>
                  </a:lnTo>
                  <a:lnTo>
                    <a:pt x="4548" y="1864879"/>
                  </a:lnTo>
                  <a:lnTo>
                    <a:pt x="600606" y="1270034"/>
                  </a:lnTo>
                  <a:cubicBezTo>
                    <a:pt x="764931" y="1105708"/>
                    <a:pt x="874683" y="975946"/>
                    <a:pt x="930469" y="880140"/>
                  </a:cubicBezTo>
                  <a:cubicBezTo>
                    <a:pt x="986254" y="784334"/>
                    <a:pt x="1014147" y="685497"/>
                    <a:pt x="1014147" y="583021"/>
                  </a:cubicBezTo>
                  <a:cubicBezTo>
                    <a:pt x="1014147" y="466599"/>
                    <a:pt x="981404" y="376856"/>
                    <a:pt x="915916" y="315007"/>
                  </a:cubicBezTo>
                  <a:cubicBezTo>
                    <a:pt x="850428" y="252551"/>
                    <a:pt x="755835" y="221627"/>
                    <a:pt x="632136" y="221627"/>
                  </a:cubicBezTo>
                  <a:cubicBezTo>
                    <a:pt x="449620" y="221627"/>
                    <a:pt x="274987" y="299242"/>
                    <a:pt x="108843" y="455078"/>
                  </a:cubicBezTo>
                  <a:lnTo>
                    <a:pt x="108843" y="191308"/>
                  </a:lnTo>
                  <a:cubicBezTo>
                    <a:pt x="270742" y="67003"/>
                    <a:pt x="458716" y="4548"/>
                    <a:pt x="673370" y="4548"/>
                  </a:cubicBezTo>
                  <a:cubicBezTo>
                    <a:pt x="857705" y="4548"/>
                    <a:pt x="1003839" y="54270"/>
                    <a:pt x="1110559" y="154320"/>
                  </a:cubicBezTo>
                  <a:cubicBezTo>
                    <a:pt x="1217280" y="254370"/>
                    <a:pt x="1270640" y="388377"/>
                    <a:pt x="1270640" y="556947"/>
                  </a:cubicBezTo>
                  <a:cubicBezTo>
                    <a:pt x="1270640" y="684284"/>
                    <a:pt x="1236683" y="808589"/>
                    <a:pt x="1168164" y="931075"/>
                  </a:cubicBezTo>
                  <a:cubicBezTo>
                    <a:pt x="1099645" y="1053561"/>
                    <a:pt x="969882" y="1208791"/>
                    <a:pt x="779484" y="1397977"/>
                  </a:cubicBezTo>
                  <a:lnTo>
                    <a:pt x="311975" y="1855177"/>
                  </a:lnTo>
                  <a:lnTo>
                    <a:pt x="311975" y="1860634"/>
                  </a:lnTo>
                  <a:lnTo>
                    <a:pt x="1252449" y="1860634"/>
                  </a:lnTo>
                  <a:lnTo>
                    <a:pt x="1252449" y="2089840"/>
                  </a:lnTo>
                  <a:close/>
                </a:path>
              </a:pathLst>
            </a:custGeom>
            <a:solidFill>
              <a:srgbClr val="F4F7F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" name="任意多边形: 形状 10347">
              <a:extLst>
                <a:ext uri="{FF2B5EF4-FFF2-40B4-BE49-F238E27FC236}">
                  <a16:creationId xmlns:a16="http://schemas.microsoft.com/office/drawing/2014/main" id="{68565030-E363-437E-ABF4-2446E292D171}"/>
                </a:ext>
              </a:extLst>
            </p:cNvPr>
            <p:cNvSpPr/>
            <p:nvPr/>
          </p:nvSpPr>
          <p:spPr>
            <a:xfrm>
              <a:off x="4551002" y="1669934"/>
              <a:ext cx="1421935" cy="2230632"/>
            </a:xfrm>
            <a:custGeom>
              <a:avLst/>
              <a:gdLst>
                <a:gd name="connsiteX0" fmla="*/ 4548 w 1358259"/>
                <a:gd name="connsiteY0" fmla="*/ 1105709 h 2128344"/>
                <a:gd name="connsiteX1" fmla="*/ 184639 w 1358259"/>
                <a:gd name="connsiteY1" fmla="*/ 283476 h 2128344"/>
                <a:gd name="connsiteX2" fmla="*/ 706720 w 1358259"/>
                <a:gd name="connsiteY2" fmla="*/ 4548 h 2128344"/>
                <a:gd name="connsiteX3" fmla="*/ 1358563 w 1358259"/>
                <a:gd name="connsiteY3" fmla="*/ 1056593 h 2128344"/>
                <a:gd name="connsiteX4" fmla="*/ 1174834 w 1358259"/>
                <a:gd name="connsiteY4" fmla="*/ 1850932 h 2128344"/>
                <a:gd name="connsiteX5" fmla="*/ 660029 w 1358259"/>
                <a:gd name="connsiteY5" fmla="*/ 2125616 h 2128344"/>
                <a:gd name="connsiteX6" fmla="*/ 176149 w 1358259"/>
                <a:gd name="connsiteY6" fmla="*/ 1864879 h 2128344"/>
                <a:gd name="connsiteX7" fmla="*/ 4548 w 1358259"/>
                <a:gd name="connsiteY7" fmla="*/ 1105709 h 2128344"/>
                <a:gd name="connsiteX8" fmla="*/ 269530 w 1358259"/>
                <a:gd name="connsiteY8" fmla="*/ 1093581 h 2128344"/>
                <a:gd name="connsiteX9" fmla="*/ 684284 w 1358259"/>
                <a:gd name="connsiteY9" fmla="*/ 1910963 h 2128344"/>
                <a:gd name="connsiteX10" fmla="*/ 1092368 w 1358259"/>
                <a:gd name="connsiteY10" fmla="*/ 1080241 h 2128344"/>
                <a:gd name="connsiteX11" fmla="*/ 692167 w 1358259"/>
                <a:gd name="connsiteY11" fmla="*/ 220414 h 2128344"/>
                <a:gd name="connsiteX12" fmla="*/ 269530 w 1358259"/>
                <a:gd name="connsiteY12" fmla="*/ 1093581 h 2128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58259" h="2128344">
                  <a:moveTo>
                    <a:pt x="4548" y="1105709"/>
                  </a:moveTo>
                  <a:cubicBezTo>
                    <a:pt x="4548" y="743708"/>
                    <a:pt x="64578" y="469631"/>
                    <a:pt x="184639" y="283476"/>
                  </a:cubicBezTo>
                  <a:cubicBezTo>
                    <a:pt x="304699" y="97322"/>
                    <a:pt x="478726" y="4548"/>
                    <a:pt x="706720" y="4548"/>
                  </a:cubicBezTo>
                  <a:cubicBezTo>
                    <a:pt x="1141484" y="4548"/>
                    <a:pt x="1358563" y="355027"/>
                    <a:pt x="1358563" y="1056593"/>
                  </a:cubicBezTo>
                  <a:cubicBezTo>
                    <a:pt x="1358563" y="1402828"/>
                    <a:pt x="1297320" y="1667810"/>
                    <a:pt x="1174834" y="1850932"/>
                  </a:cubicBezTo>
                  <a:cubicBezTo>
                    <a:pt x="1052348" y="2034055"/>
                    <a:pt x="880747" y="2125616"/>
                    <a:pt x="660029" y="2125616"/>
                  </a:cubicBezTo>
                  <a:cubicBezTo>
                    <a:pt x="451440" y="2125616"/>
                    <a:pt x="290146" y="2038906"/>
                    <a:pt x="176149" y="1864879"/>
                  </a:cubicBezTo>
                  <a:cubicBezTo>
                    <a:pt x="61546" y="1690852"/>
                    <a:pt x="4548" y="1437997"/>
                    <a:pt x="4548" y="1105709"/>
                  </a:cubicBezTo>
                  <a:close/>
                  <a:moveTo>
                    <a:pt x="269530" y="1093581"/>
                  </a:moveTo>
                  <a:cubicBezTo>
                    <a:pt x="269530" y="1638704"/>
                    <a:pt x="407781" y="1910963"/>
                    <a:pt x="684284" y="1910963"/>
                  </a:cubicBezTo>
                  <a:cubicBezTo>
                    <a:pt x="956542" y="1910963"/>
                    <a:pt x="1092368" y="1633853"/>
                    <a:pt x="1092368" y="1080241"/>
                  </a:cubicBezTo>
                  <a:cubicBezTo>
                    <a:pt x="1092368" y="507225"/>
                    <a:pt x="958968" y="220414"/>
                    <a:pt x="692167" y="220414"/>
                  </a:cubicBezTo>
                  <a:cubicBezTo>
                    <a:pt x="410206" y="221021"/>
                    <a:pt x="269530" y="511470"/>
                    <a:pt x="269530" y="1093581"/>
                  </a:cubicBezTo>
                  <a:close/>
                </a:path>
              </a:pathLst>
            </a:custGeom>
            <a:solidFill>
              <a:srgbClr val="F4F7F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" name="任意多边形: 形状 10348">
              <a:extLst>
                <a:ext uri="{FF2B5EF4-FFF2-40B4-BE49-F238E27FC236}">
                  <a16:creationId xmlns:a16="http://schemas.microsoft.com/office/drawing/2014/main" id="{ED8EA4A1-1625-4266-AAFC-77A421364CA5}"/>
                </a:ext>
              </a:extLst>
            </p:cNvPr>
            <p:cNvSpPr/>
            <p:nvPr/>
          </p:nvSpPr>
          <p:spPr>
            <a:xfrm>
              <a:off x="6339847" y="1660401"/>
              <a:ext cx="1250541" cy="2205211"/>
            </a:xfrm>
            <a:custGeom>
              <a:avLst/>
              <a:gdLst>
                <a:gd name="connsiteX0" fmla="*/ 1193025 w 1194541"/>
                <a:gd name="connsiteY0" fmla="*/ 2100149 h 2104090"/>
                <a:gd name="connsiteX1" fmla="*/ 16675 w 1194541"/>
                <a:gd name="connsiteY1" fmla="*/ 2100149 h 2104090"/>
                <a:gd name="connsiteX2" fmla="*/ 16675 w 1194541"/>
                <a:gd name="connsiteY2" fmla="*/ 1876400 h 2104090"/>
                <a:gd name="connsiteX3" fmla="*/ 476301 w 1194541"/>
                <a:gd name="connsiteY3" fmla="*/ 1876400 h 2104090"/>
                <a:gd name="connsiteX4" fmla="*/ 476301 w 1194541"/>
                <a:gd name="connsiteY4" fmla="*/ 318645 h 2104090"/>
                <a:gd name="connsiteX5" fmla="*/ 4548 w 1194541"/>
                <a:gd name="connsiteY5" fmla="*/ 455078 h 2104090"/>
                <a:gd name="connsiteX6" fmla="*/ 4548 w 1194541"/>
                <a:gd name="connsiteY6" fmla="*/ 216776 h 2104090"/>
                <a:gd name="connsiteX7" fmla="*/ 734613 w 1194541"/>
                <a:gd name="connsiteY7" fmla="*/ 4548 h 2104090"/>
                <a:gd name="connsiteX8" fmla="*/ 734613 w 1194541"/>
                <a:gd name="connsiteY8" fmla="*/ 1876400 h 2104090"/>
                <a:gd name="connsiteX9" fmla="*/ 1193025 w 1194541"/>
                <a:gd name="connsiteY9" fmla="*/ 1876400 h 2104090"/>
                <a:gd name="connsiteX10" fmla="*/ 1193025 w 1194541"/>
                <a:gd name="connsiteY10" fmla="*/ 2100149 h 2104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94541" h="2104090">
                  <a:moveTo>
                    <a:pt x="1193025" y="2100149"/>
                  </a:moveTo>
                  <a:lnTo>
                    <a:pt x="16675" y="2100149"/>
                  </a:lnTo>
                  <a:lnTo>
                    <a:pt x="16675" y="1876400"/>
                  </a:lnTo>
                  <a:lnTo>
                    <a:pt x="476301" y="1876400"/>
                  </a:lnTo>
                  <a:lnTo>
                    <a:pt x="476301" y="318645"/>
                  </a:lnTo>
                  <a:lnTo>
                    <a:pt x="4548" y="455078"/>
                  </a:lnTo>
                  <a:lnTo>
                    <a:pt x="4548" y="216776"/>
                  </a:lnTo>
                  <a:lnTo>
                    <a:pt x="734613" y="4548"/>
                  </a:lnTo>
                  <a:lnTo>
                    <a:pt x="734613" y="1876400"/>
                  </a:lnTo>
                  <a:lnTo>
                    <a:pt x="1193025" y="1876400"/>
                  </a:lnTo>
                  <a:lnTo>
                    <a:pt x="1193025" y="2100149"/>
                  </a:lnTo>
                  <a:close/>
                </a:path>
              </a:pathLst>
            </a:custGeom>
            <a:solidFill>
              <a:srgbClr val="F4F7F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" name="任意多边形: 形状 10349">
              <a:extLst>
                <a:ext uri="{FF2B5EF4-FFF2-40B4-BE49-F238E27FC236}">
                  <a16:creationId xmlns:a16="http://schemas.microsoft.com/office/drawing/2014/main" id="{EC9698B3-9E92-46F9-B34B-DF86FCFB6FF6}"/>
                </a:ext>
              </a:extLst>
            </p:cNvPr>
            <p:cNvSpPr/>
            <p:nvPr/>
          </p:nvSpPr>
          <p:spPr>
            <a:xfrm>
              <a:off x="7902071" y="1670570"/>
              <a:ext cx="1383848" cy="2230632"/>
            </a:xfrm>
            <a:custGeom>
              <a:avLst/>
              <a:gdLst>
                <a:gd name="connsiteX0" fmla="*/ 444769 w 1321877"/>
                <a:gd name="connsiteY0" fmla="*/ 1011115 h 2128344"/>
                <a:gd name="connsiteX1" fmla="*/ 77918 w 1321877"/>
                <a:gd name="connsiteY1" fmla="*/ 515714 h 2128344"/>
                <a:gd name="connsiteX2" fmla="*/ 250126 w 1321877"/>
                <a:gd name="connsiteY2" fmla="*/ 147044 h 2128344"/>
                <a:gd name="connsiteX3" fmla="*/ 689741 w 1321877"/>
                <a:gd name="connsiteY3" fmla="*/ 4548 h 2128344"/>
                <a:gd name="connsiteX4" fmla="*/ 1093581 w 1321877"/>
                <a:gd name="connsiteY4" fmla="*/ 138555 h 2128344"/>
                <a:gd name="connsiteX5" fmla="*/ 1252449 w 1321877"/>
                <a:gd name="connsiteY5" fmla="*/ 484183 h 2128344"/>
                <a:gd name="connsiteX6" fmla="*/ 869833 w 1321877"/>
                <a:gd name="connsiteY6" fmla="*/ 1009903 h 2128344"/>
                <a:gd name="connsiteX7" fmla="*/ 869833 w 1321877"/>
                <a:gd name="connsiteY7" fmla="*/ 1015360 h 2128344"/>
                <a:gd name="connsiteX8" fmla="*/ 1319150 w 1321877"/>
                <a:gd name="connsiteY8" fmla="*/ 1566547 h 2128344"/>
                <a:gd name="connsiteX9" fmla="*/ 1134208 w 1321877"/>
                <a:gd name="connsiteY9" fmla="*/ 1974025 h 2128344"/>
                <a:gd name="connsiteX10" fmla="*/ 618191 w 1321877"/>
                <a:gd name="connsiteY10" fmla="*/ 2125616 h 2128344"/>
                <a:gd name="connsiteX11" fmla="*/ 175543 w 1321877"/>
                <a:gd name="connsiteY11" fmla="*/ 1975844 h 2128344"/>
                <a:gd name="connsiteX12" fmla="*/ 4548 w 1321877"/>
                <a:gd name="connsiteY12" fmla="*/ 1587770 h 2128344"/>
                <a:gd name="connsiteX13" fmla="*/ 444163 w 1321877"/>
                <a:gd name="connsiteY13" fmla="*/ 1016573 h 2128344"/>
                <a:gd name="connsiteX14" fmla="*/ 444163 w 1321877"/>
                <a:gd name="connsiteY14" fmla="*/ 1011115 h 2128344"/>
                <a:gd name="connsiteX15" fmla="*/ 646083 w 1321877"/>
                <a:gd name="connsiteY15" fmla="*/ 1134208 h 2128344"/>
                <a:gd name="connsiteX16" fmla="*/ 265891 w 1321877"/>
                <a:gd name="connsiteY16" fmla="*/ 1573823 h 2128344"/>
                <a:gd name="connsiteX17" fmla="*/ 377463 w 1321877"/>
                <a:gd name="connsiteY17" fmla="*/ 1817582 h 2128344"/>
                <a:gd name="connsiteX18" fmla="*/ 667306 w 1321877"/>
                <a:gd name="connsiteY18" fmla="*/ 1912782 h 2128344"/>
                <a:gd name="connsiteX19" fmla="*/ 949266 w 1321877"/>
                <a:gd name="connsiteY19" fmla="*/ 1818189 h 2128344"/>
                <a:gd name="connsiteX20" fmla="*/ 1057806 w 1321877"/>
                <a:gd name="connsiteY20" fmla="*/ 1581706 h 2128344"/>
                <a:gd name="connsiteX21" fmla="*/ 646083 w 1321877"/>
                <a:gd name="connsiteY21" fmla="*/ 1134208 h 2128344"/>
                <a:gd name="connsiteX22" fmla="*/ 990499 w 1321877"/>
                <a:gd name="connsiteY22" fmla="*/ 514502 h 2128344"/>
                <a:gd name="connsiteX23" fmla="*/ 904395 w 1321877"/>
                <a:gd name="connsiteY23" fmla="*/ 297422 h 2128344"/>
                <a:gd name="connsiteX24" fmla="*/ 670944 w 1321877"/>
                <a:gd name="connsiteY24" fmla="*/ 217988 h 2128344"/>
                <a:gd name="connsiteX25" fmla="*/ 436281 w 1321877"/>
                <a:gd name="connsiteY25" fmla="*/ 301061 h 2128344"/>
                <a:gd name="connsiteX26" fmla="*/ 339868 w 1321877"/>
                <a:gd name="connsiteY26" fmla="*/ 512076 h 2128344"/>
                <a:gd name="connsiteX27" fmla="*/ 661849 w 1321877"/>
                <a:gd name="connsiteY27" fmla="*/ 902576 h 2128344"/>
                <a:gd name="connsiteX28" fmla="*/ 990499 w 1321877"/>
                <a:gd name="connsiteY28" fmla="*/ 514502 h 2128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321877" h="2128344">
                  <a:moveTo>
                    <a:pt x="444769" y="1011115"/>
                  </a:moveTo>
                  <a:cubicBezTo>
                    <a:pt x="200404" y="897118"/>
                    <a:pt x="77918" y="732187"/>
                    <a:pt x="77918" y="515714"/>
                  </a:cubicBezTo>
                  <a:cubicBezTo>
                    <a:pt x="77918" y="364729"/>
                    <a:pt x="135523" y="241637"/>
                    <a:pt x="250126" y="147044"/>
                  </a:cubicBezTo>
                  <a:cubicBezTo>
                    <a:pt x="364729" y="51844"/>
                    <a:pt x="511470" y="4548"/>
                    <a:pt x="689741" y="4548"/>
                  </a:cubicBezTo>
                  <a:cubicBezTo>
                    <a:pt x="852854" y="4548"/>
                    <a:pt x="988074" y="49419"/>
                    <a:pt x="1093581" y="138555"/>
                  </a:cubicBezTo>
                  <a:cubicBezTo>
                    <a:pt x="1199695" y="227690"/>
                    <a:pt x="1252449" y="342900"/>
                    <a:pt x="1252449" y="484183"/>
                  </a:cubicBezTo>
                  <a:cubicBezTo>
                    <a:pt x="1252449" y="712177"/>
                    <a:pt x="1125113" y="887417"/>
                    <a:pt x="869833" y="1009903"/>
                  </a:cubicBezTo>
                  <a:lnTo>
                    <a:pt x="869833" y="1015360"/>
                  </a:lnTo>
                  <a:cubicBezTo>
                    <a:pt x="1169377" y="1123293"/>
                    <a:pt x="1319150" y="1307022"/>
                    <a:pt x="1319150" y="1566547"/>
                  </a:cubicBezTo>
                  <a:cubicBezTo>
                    <a:pt x="1319150" y="1736935"/>
                    <a:pt x="1257300" y="1872762"/>
                    <a:pt x="1134208" y="1974025"/>
                  </a:cubicBezTo>
                  <a:cubicBezTo>
                    <a:pt x="1011115" y="2075288"/>
                    <a:pt x="838907" y="2125616"/>
                    <a:pt x="618191" y="2125616"/>
                  </a:cubicBezTo>
                  <a:cubicBezTo>
                    <a:pt x="436887" y="2125616"/>
                    <a:pt x="289540" y="2075894"/>
                    <a:pt x="175543" y="1975844"/>
                  </a:cubicBezTo>
                  <a:cubicBezTo>
                    <a:pt x="61546" y="1875793"/>
                    <a:pt x="4548" y="1746638"/>
                    <a:pt x="4548" y="1587770"/>
                  </a:cubicBezTo>
                  <a:cubicBezTo>
                    <a:pt x="4548" y="1326426"/>
                    <a:pt x="151289" y="1136027"/>
                    <a:pt x="444163" y="1016573"/>
                  </a:cubicBezTo>
                  <a:lnTo>
                    <a:pt x="444163" y="1011115"/>
                  </a:lnTo>
                  <a:close/>
                  <a:moveTo>
                    <a:pt x="646083" y="1134208"/>
                  </a:moveTo>
                  <a:cubicBezTo>
                    <a:pt x="392622" y="1236684"/>
                    <a:pt x="265891" y="1383424"/>
                    <a:pt x="265891" y="1573823"/>
                  </a:cubicBezTo>
                  <a:cubicBezTo>
                    <a:pt x="265891" y="1672661"/>
                    <a:pt x="302880" y="1753914"/>
                    <a:pt x="377463" y="1817582"/>
                  </a:cubicBezTo>
                  <a:cubicBezTo>
                    <a:pt x="451440" y="1881251"/>
                    <a:pt x="548459" y="1912782"/>
                    <a:pt x="667306" y="1912782"/>
                  </a:cubicBezTo>
                  <a:cubicBezTo>
                    <a:pt x="783122" y="1912782"/>
                    <a:pt x="877109" y="1881251"/>
                    <a:pt x="949266" y="1818189"/>
                  </a:cubicBezTo>
                  <a:cubicBezTo>
                    <a:pt x="1021424" y="1755126"/>
                    <a:pt x="1057806" y="1676299"/>
                    <a:pt x="1057806" y="1581706"/>
                  </a:cubicBezTo>
                  <a:cubicBezTo>
                    <a:pt x="1058412" y="1383424"/>
                    <a:pt x="920767" y="1234258"/>
                    <a:pt x="646083" y="1134208"/>
                  </a:cubicBezTo>
                  <a:close/>
                  <a:moveTo>
                    <a:pt x="990499" y="514502"/>
                  </a:moveTo>
                  <a:cubicBezTo>
                    <a:pt x="990499" y="422940"/>
                    <a:pt x="962000" y="350176"/>
                    <a:pt x="904395" y="297422"/>
                  </a:cubicBezTo>
                  <a:cubicBezTo>
                    <a:pt x="846790" y="244669"/>
                    <a:pt x="769175" y="217988"/>
                    <a:pt x="670944" y="217988"/>
                  </a:cubicBezTo>
                  <a:cubicBezTo>
                    <a:pt x="579383" y="217988"/>
                    <a:pt x="501162" y="245881"/>
                    <a:pt x="436281" y="301061"/>
                  </a:cubicBezTo>
                  <a:cubicBezTo>
                    <a:pt x="372005" y="356240"/>
                    <a:pt x="339868" y="426579"/>
                    <a:pt x="339868" y="512076"/>
                  </a:cubicBezTo>
                  <a:cubicBezTo>
                    <a:pt x="339868" y="683678"/>
                    <a:pt x="447195" y="813440"/>
                    <a:pt x="661849" y="902576"/>
                  </a:cubicBezTo>
                  <a:cubicBezTo>
                    <a:pt x="881353" y="811621"/>
                    <a:pt x="990499" y="681859"/>
                    <a:pt x="990499" y="514502"/>
                  </a:cubicBezTo>
                  <a:close/>
                </a:path>
              </a:pathLst>
            </a:custGeom>
            <a:solidFill>
              <a:srgbClr val="F4F7F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" name="任意多边形: 形状 10350">
              <a:extLst>
                <a:ext uri="{FF2B5EF4-FFF2-40B4-BE49-F238E27FC236}">
                  <a16:creationId xmlns:a16="http://schemas.microsoft.com/office/drawing/2014/main" id="{D6A5DB5E-F280-4C9E-BE41-0DC092112774}"/>
                </a:ext>
              </a:extLst>
            </p:cNvPr>
            <p:cNvSpPr/>
            <p:nvPr/>
          </p:nvSpPr>
          <p:spPr>
            <a:xfrm>
              <a:off x="10338405" y="4386093"/>
              <a:ext cx="1853595" cy="1004102"/>
            </a:xfrm>
            <a:custGeom>
              <a:avLst/>
              <a:gdLst>
                <a:gd name="connsiteX0" fmla="*/ 1769679 w 1770588"/>
                <a:gd name="connsiteY0" fmla="*/ 48206 h 958058"/>
                <a:gd name="connsiteX1" fmla="*/ 4548 w 1770588"/>
                <a:gd name="connsiteY1" fmla="*/ 4548 h 958058"/>
                <a:gd name="connsiteX2" fmla="*/ 1769679 w 1770588"/>
                <a:gd name="connsiteY2" fmla="*/ 952904 h 958058"/>
                <a:gd name="connsiteX3" fmla="*/ 1769679 w 1770588"/>
                <a:gd name="connsiteY3" fmla="*/ 48206 h 958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70588" h="958058">
                  <a:moveTo>
                    <a:pt x="1769679" y="48206"/>
                  </a:moveTo>
                  <a:cubicBezTo>
                    <a:pt x="1324000" y="151895"/>
                    <a:pt x="405356" y="313794"/>
                    <a:pt x="4548" y="4548"/>
                  </a:cubicBezTo>
                  <a:cubicBezTo>
                    <a:pt x="4548" y="4548"/>
                    <a:pt x="808589" y="1035370"/>
                    <a:pt x="1769679" y="952904"/>
                  </a:cubicBezTo>
                  <a:lnTo>
                    <a:pt x="1769679" y="48206"/>
                  </a:lnTo>
                  <a:close/>
                </a:path>
              </a:pathLst>
            </a:custGeom>
            <a:solidFill>
              <a:schemeClr val="accent5">
                <a:alpha val="82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" name="任意多边形: 形状 10351">
              <a:extLst>
                <a:ext uri="{FF2B5EF4-FFF2-40B4-BE49-F238E27FC236}">
                  <a16:creationId xmlns:a16="http://schemas.microsoft.com/office/drawing/2014/main" id="{13BB8892-D945-4E3A-8936-5D9FBAC17694}"/>
                </a:ext>
              </a:extLst>
            </p:cNvPr>
            <p:cNvSpPr/>
            <p:nvPr/>
          </p:nvSpPr>
          <p:spPr>
            <a:xfrm>
              <a:off x="10338405" y="3813501"/>
              <a:ext cx="1853595" cy="768964"/>
            </a:xfrm>
            <a:custGeom>
              <a:avLst/>
              <a:gdLst>
                <a:gd name="connsiteX0" fmla="*/ 1769679 w 1770588"/>
                <a:gd name="connsiteY0" fmla="*/ 4548 h 733702"/>
                <a:gd name="connsiteX1" fmla="*/ 4548 w 1770588"/>
                <a:gd name="connsiteY1" fmla="*/ 550884 h 733702"/>
                <a:gd name="connsiteX2" fmla="*/ 1769679 w 1770588"/>
                <a:gd name="connsiteY2" fmla="*/ 594542 h 733702"/>
                <a:gd name="connsiteX3" fmla="*/ 1769679 w 1770588"/>
                <a:gd name="connsiteY3" fmla="*/ 4548 h 733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70588" h="733702">
                  <a:moveTo>
                    <a:pt x="1769679" y="4548"/>
                  </a:moveTo>
                  <a:cubicBezTo>
                    <a:pt x="1205153" y="519959"/>
                    <a:pt x="4548" y="550884"/>
                    <a:pt x="4548" y="550884"/>
                  </a:cubicBezTo>
                  <a:cubicBezTo>
                    <a:pt x="405356" y="860130"/>
                    <a:pt x="1324606" y="698231"/>
                    <a:pt x="1769679" y="594542"/>
                  </a:cubicBezTo>
                  <a:lnTo>
                    <a:pt x="1769679" y="4548"/>
                  </a:lnTo>
                  <a:close/>
                </a:path>
              </a:pathLst>
            </a:custGeom>
            <a:solidFill>
              <a:schemeClr val="accent5">
                <a:lumMod val="75000"/>
                <a:alpha val="6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" name="任意多边形: 形状 10352">
              <a:extLst>
                <a:ext uri="{FF2B5EF4-FFF2-40B4-BE49-F238E27FC236}">
                  <a16:creationId xmlns:a16="http://schemas.microsoft.com/office/drawing/2014/main" id="{295185B4-5C1D-46AD-916A-8A53335A4543}"/>
                </a:ext>
              </a:extLst>
            </p:cNvPr>
            <p:cNvSpPr/>
            <p:nvPr/>
          </p:nvSpPr>
          <p:spPr>
            <a:xfrm>
              <a:off x="10338405" y="3099826"/>
              <a:ext cx="1853595" cy="1290080"/>
            </a:xfrm>
            <a:custGeom>
              <a:avLst/>
              <a:gdLst>
                <a:gd name="connsiteX0" fmla="*/ 1769679 w 1770588"/>
                <a:gd name="connsiteY0" fmla="*/ 4548 h 1230923"/>
                <a:gd name="connsiteX1" fmla="*/ 1427082 w 1770588"/>
                <a:gd name="connsiteY1" fmla="*/ 423547 h 1230923"/>
                <a:gd name="connsiteX2" fmla="*/ 558766 w 1770588"/>
                <a:gd name="connsiteY2" fmla="*/ 1116017 h 1230923"/>
                <a:gd name="connsiteX3" fmla="*/ 4548 w 1770588"/>
                <a:gd name="connsiteY3" fmla="*/ 1231226 h 1230923"/>
                <a:gd name="connsiteX4" fmla="*/ 1769679 w 1770588"/>
                <a:gd name="connsiteY4" fmla="*/ 684891 h 1230923"/>
                <a:gd name="connsiteX5" fmla="*/ 1769679 w 1770588"/>
                <a:gd name="connsiteY5" fmla="*/ 4548 h 1230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70588" h="1230923">
                  <a:moveTo>
                    <a:pt x="1769679" y="4548"/>
                  </a:moveTo>
                  <a:cubicBezTo>
                    <a:pt x="1639917" y="136735"/>
                    <a:pt x="1505304" y="301061"/>
                    <a:pt x="1427082" y="423547"/>
                  </a:cubicBezTo>
                  <a:cubicBezTo>
                    <a:pt x="1266395" y="675795"/>
                    <a:pt x="719453" y="1031732"/>
                    <a:pt x="558766" y="1116017"/>
                  </a:cubicBezTo>
                  <a:cubicBezTo>
                    <a:pt x="398079" y="1200302"/>
                    <a:pt x="4548" y="1231226"/>
                    <a:pt x="4548" y="1231226"/>
                  </a:cubicBezTo>
                  <a:cubicBezTo>
                    <a:pt x="4548" y="1231226"/>
                    <a:pt x="1205759" y="1199695"/>
                    <a:pt x="1769679" y="684891"/>
                  </a:cubicBezTo>
                  <a:lnTo>
                    <a:pt x="1769679" y="4548"/>
                  </a:lnTo>
                  <a:close/>
                </a:path>
              </a:pathLst>
            </a:custGeom>
            <a:solidFill>
              <a:schemeClr val="accent1">
                <a:lumMod val="75000"/>
                <a:alpha val="6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/>
            </a:p>
          </p:txBody>
        </p:sp>
        <p:sp>
          <p:nvSpPr>
            <p:cNvPr id="27" name="任意多边形: 形状 10353">
              <a:extLst>
                <a:ext uri="{FF2B5EF4-FFF2-40B4-BE49-F238E27FC236}">
                  <a16:creationId xmlns:a16="http://schemas.microsoft.com/office/drawing/2014/main" id="{F1202078-77A8-488D-BD9E-2919B579F770}"/>
                </a:ext>
              </a:extLst>
            </p:cNvPr>
            <p:cNvSpPr/>
            <p:nvPr/>
          </p:nvSpPr>
          <p:spPr>
            <a:xfrm>
              <a:off x="10338405" y="2026454"/>
              <a:ext cx="1853595" cy="2364088"/>
            </a:xfrm>
            <a:custGeom>
              <a:avLst/>
              <a:gdLst>
                <a:gd name="connsiteX0" fmla="*/ 1769679 w 1770588"/>
                <a:gd name="connsiteY0" fmla="*/ 4548 h 2255681"/>
                <a:gd name="connsiteX1" fmla="*/ 978371 w 1770588"/>
                <a:gd name="connsiteY1" fmla="*/ 779484 h 2255681"/>
                <a:gd name="connsiteX2" fmla="*/ 469024 w 1770588"/>
                <a:gd name="connsiteY2" fmla="*/ 1892165 h 2255681"/>
                <a:gd name="connsiteX3" fmla="*/ 4548 w 1770588"/>
                <a:gd name="connsiteY3" fmla="*/ 2255379 h 2255681"/>
                <a:gd name="connsiteX4" fmla="*/ 558766 w 1770588"/>
                <a:gd name="connsiteY4" fmla="*/ 2140169 h 2255681"/>
                <a:gd name="connsiteX5" fmla="*/ 1427082 w 1770588"/>
                <a:gd name="connsiteY5" fmla="*/ 1447699 h 2255681"/>
                <a:gd name="connsiteX6" fmla="*/ 1769679 w 1770588"/>
                <a:gd name="connsiteY6" fmla="*/ 1028700 h 2255681"/>
                <a:gd name="connsiteX7" fmla="*/ 1769679 w 1770588"/>
                <a:gd name="connsiteY7" fmla="*/ 4548 h 2255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70588" h="2255681">
                  <a:moveTo>
                    <a:pt x="1769679" y="4548"/>
                  </a:moveTo>
                  <a:cubicBezTo>
                    <a:pt x="1422231" y="117332"/>
                    <a:pt x="1051742" y="506012"/>
                    <a:pt x="978371" y="779484"/>
                  </a:cubicBezTo>
                  <a:cubicBezTo>
                    <a:pt x="884385" y="1128144"/>
                    <a:pt x="629711" y="1684182"/>
                    <a:pt x="469024" y="1892165"/>
                  </a:cubicBezTo>
                  <a:cubicBezTo>
                    <a:pt x="308337" y="2100149"/>
                    <a:pt x="4548" y="2255379"/>
                    <a:pt x="4548" y="2255379"/>
                  </a:cubicBezTo>
                  <a:cubicBezTo>
                    <a:pt x="4548" y="2255379"/>
                    <a:pt x="398079" y="2223847"/>
                    <a:pt x="558766" y="2140169"/>
                  </a:cubicBezTo>
                  <a:cubicBezTo>
                    <a:pt x="719453" y="2055884"/>
                    <a:pt x="1266395" y="1699947"/>
                    <a:pt x="1427082" y="1447699"/>
                  </a:cubicBezTo>
                  <a:cubicBezTo>
                    <a:pt x="1505304" y="1325213"/>
                    <a:pt x="1639917" y="1160888"/>
                    <a:pt x="1769679" y="1028700"/>
                  </a:cubicBezTo>
                  <a:lnTo>
                    <a:pt x="1769679" y="4548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/>
            </a:p>
          </p:txBody>
        </p:sp>
        <p:sp>
          <p:nvSpPr>
            <p:cNvPr id="28" name="任意多边形: 形状 10354">
              <a:extLst>
                <a:ext uri="{FF2B5EF4-FFF2-40B4-BE49-F238E27FC236}">
                  <a16:creationId xmlns:a16="http://schemas.microsoft.com/office/drawing/2014/main" id="{A0A0A0BD-7511-46D7-AA4C-E5FF442D3D1C}"/>
                </a:ext>
              </a:extLst>
            </p:cNvPr>
            <p:cNvSpPr/>
            <p:nvPr/>
          </p:nvSpPr>
          <p:spPr>
            <a:xfrm>
              <a:off x="10338405" y="1398517"/>
              <a:ext cx="1853595" cy="2993241"/>
            </a:xfrm>
            <a:custGeom>
              <a:avLst/>
              <a:gdLst>
                <a:gd name="connsiteX0" fmla="*/ 1769679 w 1770588"/>
                <a:gd name="connsiteY0" fmla="*/ 11877 h 2855984"/>
                <a:gd name="connsiteX1" fmla="*/ 1126325 w 1770588"/>
                <a:gd name="connsiteY1" fmla="*/ 90705 h 2855984"/>
                <a:gd name="connsiteX2" fmla="*/ 484183 w 1770588"/>
                <a:gd name="connsiteY2" fmla="*/ 997828 h 2855984"/>
                <a:gd name="connsiteX3" fmla="*/ 444163 w 1770588"/>
                <a:gd name="connsiteY3" fmla="*/ 2209954 h 2855984"/>
                <a:gd name="connsiteX4" fmla="*/ 4548 w 1770588"/>
                <a:gd name="connsiteY4" fmla="*/ 2855734 h 2855984"/>
                <a:gd name="connsiteX5" fmla="*/ 469024 w 1770588"/>
                <a:gd name="connsiteY5" fmla="*/ 2492521 h 2855984"/>
                <a:gd name="connsiteX6" fmla="*/ 978371 w 1770588"/>
                <a:gd name="connsiteY6" fmla="*/ 1379839 h 2855984"/>
                <a:gd name="connsiteX7" fmla="*/ 1769679 w 1770588"/>
                <a:gd name="connsiteY7" fmla="*/ 604903 h 2855984"/>
                <a:gd name="connsiteX8" fmla="*/ 1769679 w 1770588"/>
                <a:gd name="connsiteY8" fmla="*/ 11877 h 285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70588" h="2855984">
                  <a:moveTo>
                    <a:pt x="1769679" y="11877"/>
                  </a:moveTo>
                  <a:cubicBezTo>
                    <a:pt x="1583525" y="-8739"/>
                    <a:pt x="1362202" y="13090"/>
                    <a:pt x="1126325" y="90705"/>
                  </a:cubicBezTo>
                  <a:cubicBezTo>
                    <a:pt x="732793" y="219254"/>
                    <a:pt x="481151" y="724964"/>
                    <a:pt x="484183" y="997828"/>
                  </a:cubicBezTo>
                  <a:cubicBezTo>
                    <a:pt x="486003" y="1167004"/>
                    <a:pt x="559373" y="1787317"/>
                    <a:pt x="444163" y="2209954"/>
                  </a:cubicBezTo>
                  <a:cubicBezTo>
                    <a:pt x="357453" y="2527690"/>
                    <a:pt x="4548" y="2855734"/>
                    <a:pt x="4548" y="2855734"/>
                  </a:cubicBezTo>
                  <a:cubicBezTo>
                    <a:pt x="4548" y="2855734"/>
                    <a:pt x="308337" y="2699898"/>
                    <a:pt x="469024" y="2492521"/>
                  </a:cubicBezTo>
                  <a:cubicBezTo>
                    <a:pt x="629711" y="2284537"/>
                    <a:pt x="884385" y="1728499"/>
                    <a:pt x="978371" y="1379839"/>
                  </a:cubicBezTo>
                  <a:cubicBezTo>
                    <a:pt x="1051742" y="1106368"/>
                    <a:pt x="1422231" y="717687"/>
                    <a:pt x="1769679" y="604903"/>
                  </a:cubicBezTo>
                  <a:lnTo>
                    <a:pt x="1769679" y="11877"/>
                  </a:lnTo>
                  <a:close/>
                </a:path>
              </a:pathLst>
            </a:custGeom>
            <a:solidFill>
              <a:schemeClr val="accent3">
                <a:alpha val="6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/>
            </a:p>
          </p:txBody>
        </p:sp>
        <p:sp>
          <p:nvSpPr>
            <p:cNvPr id="29" name="任意多边形: 形状 10355">
              <a:extLst>
                <a:ext uri="{FF2B5EF4-FFF2-40B4-BE49-F238E27FC236}">
                  <a16:creationId xmlns:a16="http://schemas.microsoft.com/office/drawing/2014/main" id="{AF8C0671-5D10-4324-AF7C-A787C756065C}"/>
                </a:ext>
              </a:extLst>
            </p:cNvPr>
            <p:cNvSpPr/>
            <p:nvPr/>
          </p:nvSpPr>
          <p:spPr>
            <a:xfrm>
              <a:off x="0" y="2504817"/>
              <a:ext cx="2482039" cy="1086718"/>
            </a:xfrm>
            <a:custGeom>
              <a:avLst/>
              <a:gdLst>
                <a:gd name="connsiteX0" fmla="*/ 2894 w 2370891"/>
                <a:gd name="connsiteY0" fmla="*/ 2894 h 1036885"/>
                <a:gd name="connsiteX1" fmla="*/ 2894 w 2370891"/>
                <a:gd name="connsiteY1" fmla="*/ 960346 h 1036885"/>
                <a:gd name="connsiteX2" fmla="*/ 2371967 w 2370891"/>
                <a:gd name="connsiteY2" fmla="*/ 712343 h 1036885"/>
                <a:gd name="connsiteX3" fmla="*/ 2894 w 2370891"/>
                <a:gd name="connsiteY3" fmla="*/ 2894 h 1036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70891" h="1036885">
                  <a:moveTo>
                    <a:pt x="2894" y="2894"/>
                  </a:moveTo>
                  <a:lnTo>
                    <a:pt x="2894" y="960346"/>
                  </a:lnTo>
                  <a:cubicBezTo>
                    <a:pt x="579549" y="1064641"/>
                    <a:pt x="1501225" y="1122852"/>
                    <a:pt x="2371967" y="712343"/>
                  </a:cubicBezTo>
                  <a:cubicBezTo>
                    <a:pt x="2371967" y="712949"/>
                    <a:pt x="1138012" y="757214"/>
                    <a:pt x="2894" y="2894"/>
                  </a:cubicBezTo>
                  <a:close/>
                </a:path>
              </a:pathLst>
            </a:custGeom>
            <a:solidFill>
              <a:schemeClr val="accent4">
                <a:alpha val="60000"/>
              </a:schemeClr>
            </a:solidFill>
            <a:ln w="60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" name="任意多边形: 形状 10356">
              <a:extLst>
                <a:ext uri="{FF2B5EF4-FFF2-40B4-BE49-F238E27FC236}">
                  <a16:creationId xmlns:a16="http://schemas.microsoft.com/office/drawing/2014/main" id="{9F2FFC89-A8DB-45A6-88D4-431EAE70941F}"/>
                </a:ext>
              </a:extLst>
            </p:cNvPr>
            <p:cNvSpPr/>
            <p:nvPr/>
          </p:nvSpPr>
          <p:spPr>
            <a:xfrm>
              <a:off x="0" y="558258"/>
              <a:ext cx="2482039" cy="2694552"/>
            </a:xfrm>
            <a:custGeom>
              <a:avLst/>
              <a:gdLst>
                <a:gd name="connsiteX0" fmla="*/ 2894 w 2370891"/>
                <a:gd name="connsiteY0" fmla="*/ 2894 h 2570992"/>
                <a:gd name="connsiteX1" fmla="*/ 2894 w 2370891"/>
                <a:gd name="connsiteY1" fmla="*/ 1860194 h 2570992"/>
                <a:gd name="connsiteX2" fmla="*/ 2371967 w 2370891"/>
                <a:gd name="connsiteY2" fmla="*/ 2570248 h 2570992"/>
                <a:gd name="connsiteX3" fmla="*/ 2894 w 2370891"/>
                <a:gd name="connsiteY3" fmla="*/ 2894 h 25709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70891" h="2570992">
                  <a:moveTo>
                    <a:pt x="2894" y="2894"/>
                  </a:moveTo>
                  <a:lnTo>
                    <a:pt x="2894" y="1860194"/>
                  </a:lnTo>
                  <a:cubicBezTo>
                    <a:pt x="1138012" y="2614513"/>
                    <a:pt x="2371967" y="2570248"/>
                    <a:pt x="2371967" y="2570248"/>
                  </a:cubicBezTo>
                  <a:cubicBezTo>
                    <a:pt x="2371967" y="2570248"/>
                    <a:pt x="487381" y="1909309"/>
                    <a:pt x="2894" y="2894"/>
                  </a:cubicBezTo>
                  <a:close/>
                </a:path>
              </a:pathLst>
            </a:custGeom>
            <a:solidFill>
              <a:schemeClr val="accent4">
                <a:lumMod val="75000"/>
                <a:alpha val="60000"/>
              </a:schemeClr>
            </a:solidFill>
            <a:ln w="60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" name="任意多边形: 形状 10387">
              <a:extLst>
                <a:ext uri="{FF2B5EF4-FFF2-40B4-BE49-F238E27FC236}">
                  <a16:creationId xmlns:a16="http://schemas.microsoft.com/office/drawing/2014/main" id="{11E765EA-81B4-454E-BEF9-658CD2A785F6}"/>
                </a:ext>
              </a:extLst>
            </p:cNvPr>
            <p:cNvSpPr/>
            <p:nvPr/>
          </p:nvSpPr>
          <p:spPr>
            <a:xfrm>
              <a:off x="0" y="-2895"/>
              <a:ext cx="2482039" cy="3253799"/>
            </a:xfrm>
            <a:custGeom>
              <a:avLst/>
              <a:gdLst>
                <a:gd name="connsiteX0" fmla="*/ 2894 w 2370891"/>
                <a:gd name="connsiteY0" fmla="*/ 538316 h 3104594"/>
                <a:gd name="connsiteX1" fmla="*/ 2371967 w 2370891"/>
                <a:gd name="connsiteY1" fmla="*/ 3105670 h 3104594"/>
                <a:gd name="connsiteX2" fmla="*/ 1415727 w 2370891"/>
                <a:gd name="connsiteY2" fmla="*/ 2260395 h 3104594"/>
                <a:gd name="connsiteX3" fmla="*/ 680205 w 2370891"/>
                <a:gd name="connsiteY3" fmla="*/ 540741 h 3104594"/>
                <a:gd name="connsiteX4" fmla="*/ 203602 w 2370891"/>
                <a:gd name="connsiteY4" fmla="*/ 2894 h 3104594"/>
                <a:gd name="connsiteX5" fmla="*/ 2894 w 2370891"/>
                <a:gd name="connsiteY5" fmla="*/ 2894 h 3104594"/>
                <a:gd name="connsiteX6" fmla="*/ 2894 w 2370891"/>
                <a:gd name="connsiteY6" fmla="*/ 538316 h 3104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70891" h="3104594">
                  <a:moveTo>
                    <a:pt x="2894" y="538316"/>
                  </a:moveTo>
                  <a:cubicBezTo>
                    <a:pt x="487381" y="2444731"/>
                    <a:pt x="2371967" y="3105670"/>
                    <a:pt x="2371967" y="3105670"/>
                  </a:cubicBezTo>
                  <a:cubicBezTo>
                    <a:pt x="2371967" y="3105670"/>
                    <a:pt x="1798344" y="2728510"/>
                    <a:pt x="1415727" y="2260395"/>
                  </a:cubicBezTo>
                  <a:cubicBezTo>
                    <a:pt x="1033110" y="1792281"/>
                    <a:pt x="1033717" y="1228967"/>
                    <a:pt x="680205" y="540741"/>
                  </a:cubicBezTo>
                  <a:cubicBezTo>
                    <a:pt x="520731" y="229675"/>
                    <a:pt x="346098" y="76871"/>
                    <a:pt x="203602" y="2894"/>
                  </a:cubicBezTo>
                  <a:lnTo>
                    <a:pt x="2894" y="2894"/>
                  </a:lnTo>
                  <a:lnTo>
                    <a:pt x="2894" y="538316"/>
                  </a:lnTo>
                  <a:close/>
                </a:path>
              </a:pathLst>
            </a:custGeom>
            <a:solidFill>
              <a:schemeClr val="accent6">
                <a:lumMod val="50000"/>
                <a:alpha val="60000"/>
              </a:schemeClr>
            </a:solidFill>
            <a:ln w="60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/>
            </a:p>
          </p:txBody>
        </p:sp>
        <p:sp>
          <p:nvSpPr>
            <p:cNvPr id="32" name="任意多边形: 形状 10388">
              <a:extLst>
                <a:ext uri="{FF2B5EF4-FFF2-40B4-BE49-F238E27FC236}">
                  <a16:creationId xmlns:a16="http://schemas.microsoft.com/office/drawing/2014/main" id="{6CAFE81A-B1BA-44D8-8A11-3177FE49C9FD}"/>
                </a:ext>
              </a:extLst>
            </p:cNvPr>
            <p:cNvSpPr/>
            <p:nvPr/>
          </p:nvSpPr>
          <p:spPr>
            <a:xfrm>
              <a:off x="210116" y="-2895"/>
              <a:ext cx="2272557" cy="3253799"/>
            </a:xfrm>
            <a:custGeom>
              <a:avLst/>
              <a:gdLst>
                <a:gd name="connsiteX0" fmla="*/ 480105 w 2170790"/>
                <a:gd name="connsiteY0" fmla="*/ 540741 h 3104594"/>
                <a:gd name="connsiteX1" fmla="*/ 1215627 w 2170790"/>
                <a:gd name="connsiteY1" fmla="*/ 2260395 h 3104594"/>
                <a:gd name="connsiteX2" fmla="*/ 2171866 w 2170790"/>
                <a:gd name="connsiteY2" fmla="*/ 3105670 h 3104594"/>
                <a:gd name="connsiteX3" fmla="*/ 1598244 w 2170790"/>
                <a:gd name="connsiteY3" fmla="*/ 1859587 h 3104594"/>
                <a:gd name="connsiteX4" fmla="*/ 1578840 w 2170790"/>
                <a:gd name="connsiteY4" fmla="*/ 694152 h 3104594"/>
                <a:gd name="connsiteX5" fmla="*/ 1490310 w 2170790"/>
                <a:gd name="connsiteY5" fmla="*/ 2894 h 3104594"/>
                <a:gd name="connsiteX6" fmla="*/ 2894 w 2170790"/>
                <a:gd name="connsiteY6" fmla="*/ 2894 h 3104594"/>
                <a:gd name="connsiteX7" fmla="*/ 480105 w 2170790"/>
                <a:gd name="connsiteY7" fmla="*/ 540741 h 3104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70790" h="3104594">
                  <a:moveTo>
                    <a:pt x="480105" y="540741"/>
                  </a:moveTo>
                  <a:cubicBezTo>
                    <a:pt x="833616" y="1228360"/>
                    <a:pt x="833616" y="1792281"/>
                    <a:pt x="1215627" y="2260395"/>
                  </a:cubicBezTo>
                  <a:cubicBezTo>
                    <a:pt x="1597637" y="2728510"/>
                    <a:pt x="2171866" y="3105670"/>
                    <a:pt x="2171866" y="3105670"/>
                  </a:cubicBezTo>
                  <a:cubicBezTo>
                    <a:pt x="2115474" y="3033512"/>
                    <a:pt x="1683741" y="2203397"/>
                    <a:pt x="1598244" y="1859587"/>
                  </a:cubicBezTo>
                  <a:cubicBezTo>
                    <a:pt x="1512140" y="1515778"/>
                    <a:pt x="1560042" y="1181670"/>
                    <a:pt x="1578840" y="694152"/>
                  </a:cubicBezTo>
                  <a:cubicBezTo>
                    <a:pt x="1594605" y="281823"/>
                    <a:pt x="1515171" y="61106"/>
                    <a:pt x="1490310" y="2894"/>
                  </a:cubicBezTo>
                  <a:lnTo>
                    <a:pt x="2894" y="2894"/>
                  </a:lnTo>
                  <a:cubicBezTo>
                    <a:pt x="145390" y="76871"/>
                    <a:pt x="320024" y="229675"/>
                    <a:pt x="480105" y="540741"/>
                  </a:cubicBezTo>
                  <a:close/>
                </a:path>
              </a:pathLst>
            </a:custGeom>
            <a:solidFill>
              <a:schemeClr val="accent6">
                <a:lumMod val="75000"/>
                <a:alpha val="60000"/>
              </a:schemeClr>
            </a:solidFill>
            <a:ln w="60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" name="任意多边形: 形状 10389">
              <a:extLst>
                <a:ext uri="{FF2B5EF4-FFF2-40B4-BE49-F238E27FC236}">
                  <a16:creationId xmlns:a16="http://schemas.microsoft.com/office/drawing/2014/main" id="{92048813-88BA-440F-8CAB-B9A47E33EC26}"/>
                </a:ext>
              </a:extLst>
            </p:cNvPr>
            <p:cNvSpPr/>
            <p:nvPr/>
          </p:nvSpPr>
          <p:spPr>
            <a:xfrm>
              <a:off x="1767262" y="-2895"/>
              <a:ext cx="1263237" cy="3253799"/>
            </a:xfrm>
            <a:custGeom>
              <a:avLst/>
              <a:gdLst>
                <a:gd name="connsiteX0" fmla="*/ 1170149 w 1206668"/>
                <a:gd name="connsiteY0" fmla="*/ 216335 h 3104594"/>
                <a:gd name="connsiteX1" fmla="*/ 1209563 w 1206668"/>
                <a:gd name="connsiteY1" fmla="*/ 2894 h 3104594"/>
                <a:gd name="connsiteX2" fmla="*/ 2894 w 1206668"/>
                <a:gd name="connsiteY2" fmla="*/ 2894 h 3104594"/>
                <a:gd name="connsiteX3" fmla="*/ 90818 w 1206668"/>
                <a:gd name="connsiteY3" fmla="*/ 693545 h 3104594"/>
                <a:gd name="connsiteX4" fmla="*/ 110221 w 1206668"/>
                <a:gd name="connsiteY4" fmla="*/ 1858981 h 3104594"/>
                <a:gd name="connsiteX5" fmla="*/ 680812 w 1206668"/>
                <a:gd name="connsiteY5" fmla="*/ 3100819 h 3104594"/>
                <a:gd name="connsiteX6" fmla="*/ 683844 w 1206668"/>
                <a:gd name="connsiteY6" fmla="*/ 3105063 h 3104594"/>
                <a:gd name="connsiteX7" fmla="*/ 606835 w 1206668"/>
                <a:gd name="connsiteY7" fmla="*/ 1744378 h 3104594"/>
                <a:gd name="connsiteX8" fmla="*/ 1170149 w 1206668"/>
                <a:gd name="connsiteY8" fmla="*/ 216335 h 3104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06668" h="3104594">
                  <a:moveTo>
                    <a:pt x="1170149" y="216335"/>
                  </a:moveTo>
                  <a:cubicBezTo>
                    <a:pt x="1198042" y="122955"/>
                    <a:pt x="1207744" y="53829"/>
                    <a:pt x="1209563" y="2894"/>
                  </a:cubicBezTo>
                  <a:lnTo>
                    <a:pt x="2894" y="2894"/>
                  </a:lnTo>
                  <a:cubicBezTo>
                    <a:pt x="27755" y="61106"/>
                    <a:pt x="107189" y="281823"/>
                    <a:pt x="90818" y="693545"/>
                  </a:cubicBezTo>
                  <a:cubicBezTo>
                    <a:pt x="71414" y="1180457"/>
                    <a:pt x="24117" y="1515171"/>
                    <a:pt x="110221" y="1858981"/>
                  </a:cubicBezTo>
                  <a:cubicBezTo>
                    <a:pt x="194506" y="2196727"/>
                    <a:pt x="612899" y="3005013"/>
                    <a:pt x="680812" y="3100819"/>
                  </a:cubicBezTo>
                  <a:lnTo>
                    <a:pt x="683844" y="3105063"/>
                  </a:lnTo>
                  <a:cubicBezTo>
                    <a:pt x="531646" y="2813401"/>
                    <a:pt x="577730" y="2193089"/>
                    <a:pt x="606835" y="1744378"/>
                  </a:cubicBezTo>
                  <a:cubicBezTo>
                    <a:pt x="635941" y="1295667"/>
                    <a:pt x="1093747" y="474041"/>
                    <a:pt x="1170149" y="216335"/>
                  </a:cubicBezTo>
                  <a:close/>
                </a:path>
              </a:pathLst>
            </a:custGeom>
            <a:solidFill>
              <a:schemeClr val="accent1">
                <a:lumMod val="75000"/>
                <a:alpha val="60000"/>
              </a:schemeClr>
            </a:solidFill>
            <a:ln w="60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" name="任意多边形: 形状 10390">
              <a:extLst>
                <a:ext uri="{FF2B5EF4-FFF2-40B4-BE49-F238E27FC236}">
                  <a16:creationId xmlns:a16="http://schemas.microsoft.com/office/drawing/2014/main" id="{715ED702-932B-4D35-B502-4ACC7BC1682B}"/>
                </a:ext>
              </a:extLst>
            </p:cNvPr>
            <p:cNvSpPr/>
            <p:nvPr/>
          </p:nvSpPr>
          <p:spPr>
            <a:xfrm>
              <a:off x="5622992" y="4001438"/>
              <a:ext cx="945841" cy="12710"/>
            </a:xfrm>
            <a:custGeom>
              <a:avLst/>
              <a:gdLst>
                <a:gd name="connsiteX0" fmla="*/ 2894 w 903485"/>
                <a:gd name="connsiteY0" fmla="*/ 2894 h 12127"/>
                <a:gd name="connsiteX1" fmla="*/ 902741 w 903485"/>
                <a:gd name="connsiteY1" fmla="*/ 2894 h 12127"/>
                <a:gd name="connsiteX2" fmla="*/ 902741 w 903485"/>
                <a:gd name="connsiteY2" fmla="*/ 12596 h 12127"/>
                <a:gd name="connsiteX3" fmla="*/ 2894 w 903485"/>
                <a:gd name="connsiteY3" fmla="*/ 12596 h 12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3485" h="12127">
                  <a:moveTo>
                    <a:pt x="2894" y="2894"/>
                  </a:moveTo>
                  <a:lnTo>
                    <a:pt x="902741" y="2894"/>
                  </a:lnTo>
                  <a:lnTo>
                    <a:pt x="902741" y="12596"/>
                  </a:lnTo>
                  <a:lnTo>
                    <a:pt x="2894" y="12596"/>
                  </a:lnTo>
                  <a:close/>
                </a:path>
              </a:pathLst>
            </a:custGeom>
            <a:solidFill>
              <a:srgbClr val="636363"/>
            </a:solidFill>
            <a:ln w="60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" name="任意多边形: 形状 10391">
              <a:extLst>
                <a:ext uri="{FF2B5EF4-FFF2-40B4-BE49-F238E27FC236}">
                  <a16:creationId xmlns:a16="http://schemas.microsoft.com/office/drawing/2014/main" id="{081C3E5E-CBB2-45C1-BE28-96678852C862}"/>
                </a:ext>
              </a:extLst>
            </p:cNvPr>
            <p:cNvSpPr/>
            <p:nvPr/>
          </p:nvSpPr>
          <p:spPr>
            <a:xfrm>
              <a:off x="2665553" y="5005795"/>
              <a:ext cx="203133" cy="120747"/>
            </a:xfrm>
            <a:custGeom>
              <a:avLst/>
              <a:gdLst>
                <a:gd name="connsiteX0" fmla="*/ 193844 w 194037"/>
                <a:gd name="connsiteY0" fmla="*/ 95425 h 115209"/>
                <a:gd name="connsiteX1" fmla="*/ 82879 w 194037"/>
                <a:gd name="connsiteY1" fmla="*/ 104521 h 115209"/>
                <a:gd name="connsiteX2" fmla="*/ 13147 w 194037"/>
                <a:gd name="connsiteY2" fmla="*/ 23874 h 115209"/>
                <a:gd name="connsiteX3" fmla="*/ 193844 w 194037"/>
                <a:gd name="connsiteY3" fmla="*/ 95425 h 115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4037" h="115209">
                  <a:moveTo>
                    <a:pt x="193844" y="95425"/>
                  </a:moveTo>
                  <a:cubicBezTo>
                    <a:pt x="193844" y="95425"/>
                    <a:pt x="125324" y="71777"/>
                    <a:pt x="82879" y="104521"/>
                  </a:cubicBezTo>
                  <a:cubicBezTo>
                    <a:pt x="34370" y="142722"/>
                    <a:pt x="-20203" y="74202"/>
                    <a:pt x="13147" y="23874"/>
                  </a:cubicBezTo>
                  <a:cubicBezTo>
                    <a:pt x="46497" y="-26455"/>
                    <a:pt x="181110" y="20236"/>
                    <a:pt x="193844" y="95425"/>
                  </a:cubicBezTo>
                  <a:close/>
                </a:path>
              </a:pathLst>
            </a:custGeom>
            <a:solidFill>
              <a:schemeClr val="accent2"/>
            </a:solidFill>
            <a:ln w="60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" name="任意多边形: 形状 10392">
              <a:extLst>
                <a:ext uri="{FF2B5EF4-FFF2-40B4-BE49-F238E27FC236}">
                  <a16:creationId xmlns:a16="http://schemas.microsoft.com/office/drawing/2014/main" id="{1EFB238D-5AC9-4893-9F6A-2473AB76545F}"/>
                </a:ext>
              </a:extLst>
            </p:cNvPr>
            <p:cNvSpPr/>
            <p:nvPr/>
          </p:nvSpPr>
          <p:spPr>
            <a:xfrm>
              <a:off x="3412268" y="4686164"/>
              <a:ext cx="279309" cy="374949"/>
            </a:xfrm>
            <a:custGeom>
              <a:avLst/>
              <a:gdLst>
                <a:gd name="connsiteX0" fmla="*/ 243981 w 266801"/>
                <a:gd name="connsiteY0" fmla="*/ 354921 h 357755"/>
                <a:gd name="connsiteX1" fmla="*/ 129378 w 266801"/>
                <a:gd name="connsiteY1" fmla="*/ 239105 h 357755"/>
                <a:gd name="connsiteX2" fmla="*/ 5679 w 266801"/>
                <a:gd name="connsiteY2" fmla="*/ 85088 h 357755"/>
                <a:gd name="connsiteX3" fmla="*/ 217907 w 266801"/>
                <a:gd name="connsiteY3" fmla="*/ 37792 h 357755"/>
                <a:gd name="connsiteX4" fmla="*/ 243981 w 266801"/>
                <a:gd name="connsiteY4" fmla="*/ 354921 h 357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6801" h="357755">
                  <a:moveTo>
                    <a:pt x="243981" y="354921"/>
                  </a:moveTo>
                  <a:cubicBezTo>
                    <a:pt x="243981" y="354921"/>
                    <a:pt x="207599" y="274274"/>
                    <a:pt x="129378" y="239105"/>
                  </a:cubicBezTo>
                  <a:cubicBezTo>
                    <a:pt x="51763" y="203936"/>
                    <a:pt x="-11299" y="159671"/>
                    <a:pt x="5679" y="85088"/>
                  </a:cubicBezTo>
                  <a:cubicBezTo>
                    <a:pt x="22657" y="10505"/>
                    <a:pt x="152420" y="-30728"/>
                    <a:pt x="217907" y="37792"/>
                  </a:cubicBezTo>
                  <a:cubicBezTo>
                    <a:pt x="284001" y="106311"/>
                    <a:pt x="279150" y="297317"/>
                    <a:pt x="243981" y="354921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60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" name="任意多边形: 形状 10393">
              <a:extLst>
                <a:ext uri="{FF2B5EF4-FFF2-40B4-BE49-F238E27FC236}">
                  <a16:creationId xmlns:a16="http://schemas.microsoft.com/office/drawing/2014/main" id="{2BE70939-7B4D-4D6A-BEAD-6C1AA1E194B6}"/>
                </a:ext>
              </a:extLst>
            </p:cNvPr>
            <p:cNvSpPr/>
            <p:nvPr/>
          </p:nvSpPr>
          <p:spPr>
            <a:xfrm>
              <a:off x="9428972" y="4414234"/>
              <a:ext cx="317396" cy="368594"/>
            </a:xfrm>
            <a:custGeom>
              <a:avLst/>
              <a:gdLst>
                <a:gd name="connsiteX0" fmla="*/ 24950 w 303183"/>
                <a:gd name="connsiteY0" fmla="*/ 350007 h 351692"/>
                <a:gd name="connsiteX1" fmla="*/ 186849 w 303183"/>
                <a:gd name="connsiteY1" fmla="*/ 236010 h 351692"/>
                <a:gd name="connsiteX2" fmla="*/ 297208 w 303183"/>
                <a:gd name="connsiteY2" fmla="*/ 66834 h 351692"/>
                <a:gd name="connsiteX3" fmla="*/ 61938 w 303183"/>
                <a:gd name="connsiteY3" fmla="*/ 59558 h 351692"/>
                <a:gd name="connsiteX4" fmla="*/ 24950 w 303183"/>
                <a:gd name="connsiteY4" fmla="*/ 350007 h 351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3183" h="351692">
                  <a:moveTo>
                    <a:pt x="24950" y="350007"/>
                  </a:moveTo>
                  <a:cubicBezTo>
                    <a:pt x="24950" y="350007"/>
                    <a:pt x="50417" y="254201"/>
                    <a:pt x="186849" y="236010"/>
                  </a:cubicBezTo>
                  <a:cubicBezTo>
                    <a:pt x="323282" y="217819"/>
                    <a:pt x="311154" y="102003"/>
                    <a:pt x="297208" y="66834"/>
                  </a:cubicBezTo>
                  <a:cubicBezTo>
                    <a:pt x="279624" y="21356"/>
                    <a:pt x="165020" y="-47163"/>
                    <a:pt x="61938" y="59558"/>
                  </a:cubicBezTo>
                  <a:cubicBezTo>
                    <a:pt x="-41144" y="165672"/>
                    <a:pt x="21312" y="320295"/>
                    <a:pt x="24950" y="350007"/>
                  </a:cubicBezTo>
                  <a:close/>
                </a:path>
              </a:pathLst>
            </a:custGeom>
            <a:solidFill>
              <a:schemeClr val="accent4"/>
            </a:solidFill>
            <a:ln w="60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" name="任意多边形: 形状 10394">
              <a:extLst>
                <a:ext uri="{FF2B5EF4-FFF2-40B4-BE49-F238E27FC236}">
                  <a16:creationId xmlns:a16="http://schemas.microsoft.com/office/drawing/2014/main" id="{7CE35561-3BBA-47AB-9D77-3B20C7AD7359}"/>
                </a:ext>
              </a:extLst>
            </p:cNvPr>
            <p:cNvSpPr/>
            <p:nvPr/>
          </p:nvSpPr>
          <p:spPr>
            <a:xfrm>
              <a:off x="9953547" y="5143455"/>
              <a:ext cx="171394" cy="114391"/>
            </a:xfrm>
            <a:custGeom>
              <a:avLst/>
              <a:gdLst>
                <a:gd name="connsiteX0" fmla="*/ 2894 w 163718"/>
                <a:gd name="connsiteY0" fmla="*/ 79893 h 109145"/>
                <a:gd name="connsiteX1" fmla="*/ 81722 w 163718"/>
                <a:gd name="connsiteY1" fmla="*/ 96265 h 109145"/>
                <a:gd name="connsiteX2" fmla="*/ 158124 w 163718"/>
                <a:gd name="connsiteY2" fmla="*/ 85957 h 109145"/>
                <a:gd name="connsiteX3" fmla="*/ 109615 w 163718"/>
                <a:gd name="connsiteY3" fmla="*/ 3491 h 109145"/>
                <a:gd name="connsiteX4" fmla="*/ 2894 w 163718"/>
                <a:gd name="connsiteY4" fmla="*/ 79893 h 109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3718" h="109145">
                  <a:moveTo>
                    <a:pt x="2894" y="79893"/>
                  </a:moveTo>
                  <a:cubicBezTo>
                    <a:pt x="2894" y="79893"/>
                    <a:pt x="48978" y="78074"/>
                    <a:pt x="81722" y="96265"/>
                  </a:cubicBezTo>
                  <a:cubicBezTo>
                    <a:pt x="113860" y="114456"/>
                    <a:pt x="146603" y="105967"/>
                    <a:pt x="158124" y="85957"/>
                  </a:cubicBezTo>
                  <a:cubicBezTo>
                    <a:pt x="169039" y="67766"/>
                    <a:pt x="166007" y="11374"/>
                    <a:pt x="109615" y="3491"/>
                  </a:cubicBezTo>
                  <a:cubicBezTo>
                    <a:pt x="53223" y="-4998"/>
                    <a:pt x="2894" y="79893"/>
                    <a:pt x="2894" y="79893"/>
                  </a:cubicBezTo>
                  <a:close/>
                </a:path>
              </a:pathLst>
            </a:custGeom>
            <a:solidFill>
              <a:schemeClr val="accent3"/>
            </a:solidFill>
            <a:ln w="60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9801" name="副标题 2"/>
          <p:cNvSpPr>
            <a:spLocks noGrp="1"/>
          </p:cNvSpPr>
          <p:nvPr userDrawn="1">
            <p:ph type="subTitle" idx="1"/>
          </p:nvPr>
        </p:nvSpPr>
        <p:spPr>
          <a:xfrm>
            <a:off x="3300272" y="3025184"/>
            <a:ext cx="5591456" cy="558799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802" name="标题 1"/>
          <p:cNvSpPr>
            <a:spLocks noGrp="1"/>
          </p:cNvSpPr>
          <p:nvPr userDrawn="1">
            <p:ph type="ctrTitle"/>
          </p:nvPr>
        </p:nvSpPr>
        <p:spPr>
          <a:xfrm>
            <a:off x="3300272" y="1761343"/>
            <a:ext cx="5591456" cy="1263842"/>
          </a:xfrm>
        </p:spPr>
        <p:txBody>
          <a:bodyPr anchor="ctr">
            <a:normAutofit/>
          </a:bodyPr>
          <a:lstStyle>
            <a:lvl1pPr algn="ctr"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2" name="文本占位符 13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300272" y="4571831"/>
            <a:ext cx="5591456" cy="296271"/>
          </a:xfrm>
        </p:spPr>
        <p:txBody>
          <a:bodyPr vert="horz" anchor="ctr">
            <a:noAutofit/>
          </a:bodyPr>
          <a:lstStyle>
            <a:lvl1pPr marL="0" indent="0" algn="ctr">
              <a:buNone/>
              <a:defRPr sz="1500" b="0">
                <a:solidFill>
                  <a:schemeClr val="tx1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3" name="文本占位符 13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3300272" y="4868102"/>
            <a:ext cx="5591456" cy="296271"/>
          </a:xfrm>
        </p:spPr>
        <p:txBody>
          <a:bodyPr vert="horz" anchor="ctr">
            <a:noAutofit/>
          </a:bodyPr>
          <a:lstStyle>
            <a:lvl1pPr marL="0" indent="0" algn="ctr">
              <a:buNone/>
              <a:defRPr sz="1500" b="0">
                <a:solidFill>
                  <a:schemeClr val="tx1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825868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5B231655-494D-4B04-94E9-225414B716A7}"/>
              </a:ext>
            </a:extLst>
          </p:cNvPr>
          <p:cNvSpPr/>
          <p:nvPr userDrawn="1"/>
        </p:nvSpPr>
        <p:spPr>
          <a:xfrm>
            <a:off x="3106" y="-3168"/>
            <a:ext cx="12180722" cy="6851656"/>
          </a:xfrm>
          <a:custGeom>
            <a:avLst/>
            <a:gdLst>
              <a:gd name="connsiteX0" fmla="*/ 3168 w 12180721"/>
              <a:gd name="connsiteY0" fmla="*/ 3168 h 6851655"/>
              <a:gd name="connsiteX1" fmla="*/ 12183890 w 12180721"/>
              <a:gd name="connsiteY1" fmla="*/ 3168 h 6851655"/>
              <a:gd name="connsiteX2" fmla="*/ 12183890 w 12180721"/>
              <a:gd name="connsiteY2" fmla="*/ 6854824 h 6851655"/>
              <a:gd name="connsiteX3" fmla="*/ 3168 w 12180721"/>
              <a:gd name="connsiteY3" fmla="*/ 6854824 h 68516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80721" h="6851655">
                <a:moveTo>
                  <a:pt x="3168" y="3168"/>
                </a:moveTo>
                <a:lnTo>
                  <a:pt x="12183890" y="3168"/>
                </a:lnTo>
                <a:lnTo>
                  <a:pt x="12183890" y="6854824"/>
                </a:lnTo>
                <a:lnTo>
                  <a:pt x="3168" y="6854824"/>
                </a:lnTo>
                <a:close/>
              </a:path>
            </a:pathLst>
          </a:custGeom>
          <a:solidFill>
            <a:srgbClr val="F9F9FB"/>
          </a:solidFill>
          <a:ln w="634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5" name="任意多边形: 形状 9">
            <a:extLst>
              <a:ext uri="{FF2B5EF4-FFF2-40B4-BE49-F238E27FC236}">
                <a16:creationId xmlns:a16="http://schemas.microsoft.com/office/drawing/2014/main" id="{E6747360-0898-4232-B551-BB1EDC1619F8}"/>
              </a:ext>
            </a:extLst>
          </p:cNvPr>
          <p:cNvSpPr/>
          <p:nvPr userDrawn="1"/>
        </p:nvSpPr>
        <p:spPr>
          <a:xfrm>
            <a:off x="-2291" y="2870561"/>
            <a:ext cx="1852485" cy="1002372"/>
          </a:xfrm>
          <a:custGeom>
            <a:avLst/>
            <a:gdLst>
              <a:gd name="connsiteX0" fmla="*/ 4758 w 1852484"/>
              <a:gd name="connsiteY0" fmla="*/ 956216 h 1002371"/>
              <a:gd name="connsiteX1" fmla="*/ 1851533 w 1852484"/>
              <a:gd name="connsiteY1" fmla="*/ 1001893 h 1002371"/>
              <a:gd name="connsiteX2" fmla="*/ 4758 w 1852484"/>
              <a:gd name="connsiteY2" fmla="*/ 9672 h 1002371"/>
              <a:gd name="connsiteX3" fmla="*/ 4758 w 1852484"/>
              <a:gd name="connsiteY3" fmla="*/ 956216 h 10023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2484" h="1002371">
                <a:moveTo>
                  <a:pt x="4758" y="956216"/>
                </a:moveTo>
                <a:cubicBezTo>
                  <a:pt x="471051" y="847731"/>
                  <a:pt x="1432187" y="678343"/>
                  <a:pt x="1851533" y="1001893"/>
                </a:cubicBezTo>
                <a:cubicBezTo>
                  <a:pt x="1851533" y="1001893"/>
                  <a:pt x="1010302" y="-76608"/>
                  <a:pt x="4758" y="9672"/>
                </a:cubicBezTo>
                <a:lnTo>
                  <a:pt x="4758" y="956216"/>
                </a:lnTo>
                <a:close/>
              </a:path>
            </a:pathLst>
          </a:custGeom>
          <a:solidFill>
            <a:schemeClr val="accent5">
              <a:lumMod val="75000"/>
              <a:alpha val="6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6" name="任意多边形: 形状 10">
            <a:extLst>
              <a:ext uri="{FF2B5EF4-FFF2-40B4-BE49-F238E27FC236}">
                <a16:creationId xmlns:a16="http://schemas.microsoft.com/office/drawing/2014/main" id="{E417B1AB-5471-4894-8060-CB5C420739A6}"/>
              </a:ext>
            </a:extLst>
          </p:cNvPr>
          <p:cNvSpPr/>
          <p:nvPr userDrawn="1"/>
        </p:nvSpPr>
        <p:spPr>
          <a:xfrm>
            <a:off x="-2291" y="3679703"/>
            <a:ext cx="1852485" cy="767639"/>
          </a:xfrm>
          <a:custGeom>
            <a:avLst/>
            <a:gdLst>
              <a:gd name="connsiteX0" fmla="*/ 4758 w 1852484"/>
              <a:gd name="connsiteY0" fmla="*/ 764357 h 767639"/>
              <a:gd name="connsiteX1" fmla="*/ 1851533 w 1852484"/>
              <a:gd name="connsiteY1" fmla="*/ 192752 h 767639"/>
              <a:gd name="connsiteX2" fmla="*/ 4758 w 1852484"/>
              <a:gd name="connsiteY2" fmla="*/ 147074 h 767639"/>
              <a:gd name="connsiteX3" fmla="*/ 4758 w 1852484"/>
              <a:gd name="connsiteY3" fmla="*/ 764357 h 767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2484" h="767639">
                <a:moveTo>
                  <a:pt x="4758" y="764357"/>
                </a:moveTo>
                <a:cubicBezTo>
                  <a:pt x="595396" y="225107"/>
                  <a:pt x="1851533" y="192752"/>
                  <a:pt x="1851533" y="192752"/>
                </a:cubicBezTo>
                <a:cubicBezTo>
                  <a:pt x="1432187" y="-130799"/>
                  <a:pt x="471051" y="38589"/>
                  <a:pt x="4758" y="147074"/>
                </a:cubicBezTo>
                <a:lnTo>
                  <a:pt x="4758" y="764357"/>
                </a:lnTo>
                <a:close/>
              </a:path>
            </a:pathLst>
          </a:custGeom>
          <a:solidFill>
            <a:schemeClr val="accent6">
              <a:lumMod val="75000"/>
              <a:alpha val="6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" name="任意多边形: 形状 11">
            <a:extLst>
              <a:ext uri="{FF2B5EF4-FFF2-40B4-BE49-F238E27FC236}">
                <a16:creationId xmlns:a16="http://schemas.microsoft.com/office/drawing/2014/main" id="{CBC72B29-BFC2-479A-A3B4-A548B21CF3CF}"/>
              </a:ext>
            </a:extLst>
          </p:cNvPr>
          <p:cNvSpPr/>
          <p:nvPr userDrawn="1"/>
        </p:nvSpPr>
        <p:spPr>
          <a:xfrm>
            <a:off x="-2291" y="3867696"/>
            <a:ext cx="1852485" cy="1287858"/>
          </a:xfrm>
          <a:custGeom>
            <a:avLst/>
            <a:gdLst>
              <a:gd name="connsiteX0" fmla="*/ 4758 w 1852484"/>
              <a:gd name="connsiteY0" fmla="*/ 1288809 h 1287857"/>
              <a:gd name="connsiteX1" fmla="*/ 363201 w 1852484"/>
              <a:gd name="connsiteY1" fmla="*/ 850430 h 1287857"/>
              <a:gd name="connsiteX2" fmla="*/ 1271680 w 1852484"/>
              <a:gd name="connsiteY2" fmla="*/ 125296 h 1287857"/>
              <a:gd name="connsiteX3" fmla="*/ 1851533 w 1852484"/>
              <a:gd name="connsiteY3" fmla="*/ 4758 h 1287857"/>
              <a:gd name="connsiteX4" fmla="*/ 4758 w 1852484"/>
              <a:gd name="connsiteY4" fmla="*/ 576364 h 1287857"/>
              <a:gd name="connsiteX5" fmla="*/ 4758 w 1852484"/>
              <a:gd name="connsiteY5" fmla="*/ 1288809 h 1287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52484" h="1287857">
                <a:moveTo>
                  <a:pt x="4758" y="1288809"/>
                </a:moveTo>
                <a:cubicBezTo>
                  <a:pt x="140522" y="1150507"/>
                  <a:pt x="281362" y="978581"/>
                  <a:pt x="363201" y="850430"/>
                </a:cubicBezTo>
                <a:cubicBezTo>
                  <a:pt x="531321" y="585880"/>
                  <a:pt x="1103561" y="213480"/>
                  <a:pt x="1271680" y="125296"/>
                </a:cubicBezTo>
                <a:cubicBezTo>
                  <a:pt x="1439799" y="37113"/>
                  <a:pt x="1851533" y="4758"/>
                  <a:pt x="1851533" y="4758"/>
                </a:cubicBezTo>
                <a:cubicBezTo>
                  <a:pt x="1851533" y="4758"/>
                  <a:pt x="595396" y="37113"/>
                  <a:pt x="4758" y="576364"/>
                </a:cubicBezTo>
                <a:lnTo>
                  <a:pt x="4758" y="1288809"/>
                </a:lnTo>
                <a:close/>
              </a:path>
            </a:pathLst>
          </a:custGeom>
          <a:solidFill>
            <a:schemeClr val="accent6">
              <a:lumMod val="50000"/>
              <a:alpha val="6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" name="任意多边形: 形状 12">
            <a:extLst>
              <a:ext uri="{FF2B5EF4-FFF2-40B4-BE49-F238E27FC236}">
                <a16:creationId xmlns:a16="http://schemas.microsoft.com/office/drawing/2014/main" id="{9FE9421B-E8B6-4390-B81A-4A206D89A8E9}"/>
              </a:ext>
            </a:extLst>
          </p:cNvPr>
          <p:cNvSpPr/>
          <p:nvPr userDrawn="1"/>
        </p:nvSpPr>
        <p:spPr>
          <a:xfrm>
            <a:off x="-2291" y="3867696"/>
            <a:ext cx="1852485" cy="2360015"/>
          </a:xfrm>
          <a:custGeom>
            <a:avLst/>
            <a:gdLst>
              <a:gd name="connsiteX0" fmla="*/ 4758 w 1852484"/>
              <a:gd name="connsiteY0" fmla="*/ 2359697 h 2360014"/>
              <a:gd name="connsiteX1" fmla="*/ 832667 w 1852484"/>
              <a:gd name="connsiteY1" fmla="*/ 1548918 h 2360014"/>
              <a:gd name="connsiteX2" fmla="*/ 1365573 w 1852484"/>
              <a:gd name="connsiteY2" fmla="*/ 384771 h 2360014"/>
              <a:gd name="connsiteX3" fmla="*/ 1851533 w 1852484"/>
              <a:gd name="connsiteY3" fmla="*/ 4758 h 2360014"/>
              <a:gd name="connsiteX4" fmla="*/ 1271680 w 1852484"/>
              <a:gd name="connsiteY4" fmla="*/ 125296 h 2360014"/>
              <a:gd name="connsiteX5" fmla="*/ 363201 w 1852484"/>
              <a:gd name="connsiteY5" fmla="*/ 849795 h 2360014"/>
              <a:gd name="connsiteX6" fmla="*/ 4758 w 1852484"/>
              <a:gd name="connsiteY6" fmla="*/ 1288809 h 2360014"/>
              <a:gd name="connsiteX7" fmla="*/ 4758 w 1852484"/>
              <a:gd name="connsiteY7" fmla="*/ 2359697 h 2360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852484" h="2360014">
                <a:moveTo>
                  <a:pt x="4758" y="2359697"/>
                </a:moveTo>
                <a:cubicBezTo>
                  <a:pt x="368277" y="2241697"/>
                  <a:pt x="755903" y="1835038"/>
                  <a:pt x="832667" y="1548918"/>
                </a:cubicBezTo>
                <a:cubicBezTo>
                  <a:pt x="931001" y="1184131"/>
                  <a:pt x="1197454" y="602374"/>
                  <a:pt x="1365573" y="384771"/>
                </a:cubicBezTo>
                <a:cubicBezTo>
                  <a:pt x="1533693" y="167168"/>
                  <a:pt x="1851533" y="4758"/>
                  <a:pt x="1851533" y="4758"/>
                </a:cubicBezTo>
                <a:cubicBezTo>
                  <a:pt x="1851533" y="4758"/>
                  <a:pt x="1439799" y="37747"/>
                  <a:pt x="1271680" y="125296"/>
                </a:cubicBezTo>
                <a:cubicBezTo>
                  <a:pt x="1103561" y="213480"/>
                  <a:pt x="531321" y="585880"/>
                  <a:pt x="363201" y="849795"/>
                </a:cubicBezTo>
                <a:cubicBezTo>
                  <a:pt x="281362" y="978581"/>
                  <a:pt x="140522" y="1150507"/>
                  <a:pt x="4758" y="1288809"/>
                </a:cubicBezTo>
                <a:lnTo>
                  <a:pt x="4758" y="2359697"/>
                </a:lnTo>
                <a:close/>
              </a:path>
            </a:pathLst>
          </a:custGeom>
          <a:solidFill>
            <a:schemeClr val="accent4">
              <a:lumMod val="75000"/>
              <a:alpha val="6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9" name="任意多边形: 形状 13">
            <a:extLst>
              <a:ext uri="{FF2B5EF4-FFF2-40B4-BE49-F238E27FC236}">
                <a16:creationId xmlns:a16="http://schemas.microsoft.com/office/drawing/2014/main" id="{F0F98CA5-E712-4C85-BC93-0B2948C7289C}"/>
              </a:ext>
            </a:extLst>
          </p:cNvPr>
          <p:cNvSpPr/>
          <p:nvPr userDrawn="1"/>
        </p:nvSpPr>
        <p:spPr>
          <a:xfrm>
            <a:off x="-2291" y="3867696"/>
            <a:ext cx="1852485" cy="2988083"/>
          </a:xfrm>
          <a:custGeom>
            <a:avLst/>
            <a:gdLst>
              <a:gd name="connsiteX0" fmla="*/ 4758 w 1852484"/>
              <a:gd name="connsiteY0" fmla="*/ 2979519 h 2988083"/>
              <a:gd name="connsiteX1" fmla="*/ 677870 w 1852484"/>
              <a:gd name="connsiteY1" fmla="*/ 2897045 h 2988083"/>
              <a:gd name="connsiteX2" fmla="*/ 1349713 w 1852484"/>
              <a:gd name="connsiteY2" fmla="*/ 1948598 h 2988083"/>
              <a:gd name="connsiteX3" fmla="*/ 1391584 w 1852484"/>
              <a:gd name="connsiteY3" fmla="*/ 680408 h 2988083"/>
              <a:gd name="connsiteX4" fmla="*/ 1851533 w 1852484"/>
              <a:gd name="connsiteY4" fmla="*/ 4758 h 2988083"/>
              <a:gd name="connsiteX5" fmla="*/ 1365573 w 1852484"/>
              <a:gd name="connsiteY5" fmla="*/ 384771 h 2988083"/>
              <a:gd name="connsiteX6" fmla="*/ 832667 w 1852484"/>
              <a:gd name="connsiteY6" fmla="*/ 1548918 h 2988083"/>
              <a:gd name="connsiteX7" fmla="*/ 4758 w 1852484"/>
              <a:gd name="connsiteY7" fmla="*/ 2359697 h 2988083"/>
              <a:gd name="connsiteX8" fmla="*/ 4758 w 1852484"/>
              <a:gd name="connsiteY8" fmla="*/ 2979519 h 2988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52484" h="2988083">
                <a:moveTo>
                  <a:pt x="4758" y="2979519"/>
                </a:moveTo>
                <a:cubicBezTo>
                  <a:pt x="199523" y="3001088"/>
                  <a:pt x="431083" y="2978250"/>
                  <a:pt x="677870" y="2897045"/>
                </a:cubicBezTo>
                <a:cubicBezTo>
                  <a:pt x="1089604" y="2763184"/>
                  <a:pt x="1352885" y="2234084"/>
                  <a:pt x="1349713" y="1948598"/>
                </a:cubicBezTo>
                <a:cubicBezTo>
                  <a:pt x="1347810" y="1771597"/>
                  <a:pt x="1271046" y="1122593"/>
                  <a:pt x="1391584" y="680408"/>
                </a:cubicBezTo>
                <a:cubicBezTo>
                  <a:pt x="1482305" y="347975"/>
                  <a:pt x="1851533" y="4758"/>
                  <a:pt x="1851533" y="4758"/>
                </a:cubicBezTo>
                <a:cubicBezTo>
                  <a:pt x="1851533" y="4758"/>
                  <a:pt x="1533693" y="167802"/>
                  <a:pt x="1365573" y="384771"/>
                </a:cubicBezTo>
                <a:cubicBezTo>
                  <a:pt x="1197454" y="602374"/>
                  <a:pt x="931001" y="1184131"/>
                  <a:pt x="832667" y="1548918"/>
                </a:cubicBezTo>
                <a:cubicBezTo>
                  <a:pt x="755903" y="1835038"/>
                  <a:pt x="368277" y="2241697"/>
                  <a:pt x="4758" y="2359697"/>
                </a:cubicBezTo>
                <a:lnTo>
                  <a:pt x="4758" y="2979519"/>
                </a:lnTo>
                <a:close/>
              </a:path>
            </a:pathLst>
          </a:custGeom>
          <a:solidFill>
            <a:schemeClr val="accent4">
              <a:alpha val="6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" name="任意多边形: 形状 14">
            <a:extLst>
              <a:ext uri="{FF2B5EF4-FFF2-40B4-BE49-F238E27FC236}">
                <a16:creationId xmlns:a16="http://schemas.microsoft.com/office/drawing/2014/main" id="{73A8F722-8A26-494A-97D9-0FC7B36F6645}"/>
              </a:ext>
            </a:extLst>
          </p:cNvPr>
          <p:cNvSpPr/>
          <p:nvPr userDrawn="1"/>
        </p:nvSpPr>
        <p:spPr>
          <a:xfrm>
            <a:off x="2373329" y="1720672"/>
            <a:ext cx="203012" cy="120538"/>
          </a:xfrm>
          <a:custGeom>
            <a:avLst/>
            <a:gdLst>
              <a:gd name="connsiteX0" fmla="*/ 202950 w 203012"/>
              <a:gd name="connsiteY0" fmla="*/ 100092 h 120538"/>
              <a:gd name="connsiteX1" fmla="*/ 86852 w 203012"/>
              <a:gd name="connsiteY1" fmla="*/ 109608 h 120538"/>
              <a:gd name="connsiteX2" fmla="*/ 13894 w 203012"/>
              <a:gd name="connsiteY2" fmla="*/ 25231 h 120538"/>
              <a:gd name="connsiteX3" fmla="*/ 202950 w 203012"/>
              <a:gd name="connsiteY3" fmla="*/ 100092 h 120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3012" h="120538">
                <a:moveTo>
                  <a:pt x="202950" y="100092"/>
                </a:moveTo>
                <a:cubicBezTo>
                  <a:pt x="202950" y="100092"/>
                  <a:pt x="131261" y="75350"/>
                  <a:pt x="86852" y="109608"/>
                </a:cubicBezTo>
                <a:cubicBezTo>
                  <a:pt x="36099" y="149576"/>
                  <a:pt x="-20998" y="77887"/>
                  <a:pt x="13894" y="25231"/>
                </a:cubicBezTo>
                <a:cubicBezTo>
                  <a:pt x="49422" y="-27425"/>
                  <a:pt x="189627" y="20790"/>
                  <a:pt x="202950" y="100092"/>
                </a:cubicBezTo>
                <a:close/>
              </a:path>
            </a:pathLst>
          </a:custGeom>
          <a:solidFill>
            <a:schemeClr val="accent5"/>
          </a:solidFill>
          <a:ln w="634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" name="任意多边形: 形状 15">
            <a:extLst>
              <a:ext uri="{FF2B5EF4-FFF2-40B4-BE49-F238E27FC236}">
                <a16:creationId xmlns:a16="http://schemas.microsoft.com/office/drawing/2014/main" id="{E6AD0688-593B-4C2D-915A-C61835A27258}"/>
              </a:ext>
            </a:extLst>
          </p:cNvPr>
          <p:cNvSpPr/>
          <p:nvPr userDrawn="1"/>
        </p:nvSpPr>
        <p:spPr>
          <a:xfrm>
            <a:off x="3722725" y="5263232"/>
            <a:ext cx="203012" cy="120538"/>
          </a:xfrm>
          <a:custGeom>
            <a:avLst/>
            <a:gdLst>
              <a:gd name="connsiteX0" fmla="*/ 202950 w 203012"/>
              <a:gd name="connsiteY0" fmla="*/ 100092 h 120538"/>
              <a:gd name="connsiteX1" fmla="*/ 86852 w 203012"/>
              <a:gd name="connsiteY1" fmla="*/ 109608 h 120538"/>
              <a:gd name="connsiteX2" fmla="*/ 13894 w 203012"/>
              <a:gd name="connsiteY2" fmla="*/ 25231 h 120538"/>
              <a:gd name="connsiteX3" fmla="*/ 202950 w 203012"/>
              <a:gd name="connsiteY3" fmla="*/ 100092 h 120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3012" h="120538">
                <a:moveTo>
                  <a:pt x="202950" y="100092"/>
                </a:moveTo>
                <a:cubicBezTo>
                  <a:pt x="202950" y="100092"/>
                  <a:pt x="131261" y="75350"/>
                  <a:pt x="86852" y="109608"/>
                </a:cubicBezTo>
                <a:cubicBezTo>
                  <a:pt x="36099" y="149576"/>
                  <a:pt x="-20998" y="77887"/>
                  <a:pt x="13894" y="25231"/>
                </a:cubicBezTo>
                <a:cubicBezTo>
                  <a:pt x="48787" y="-27425"/>
                  <a:pt x="189627" y="20790"/>
                  <a:pt x="202950" y="100092"/>
                </a:cubicBezTo>
                <a:close/>
              </a:path>
            </a:pathLst>
          </a:custGeom>
          <a:solidFill>
            <a:schemeClr val="accent5"/>
          </a:solidFill>
          <a:ln w="634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2" name="任意多边形: 形状 16">
            <a:extLst>
              <a:ext uri="{FF2B5EF4-FFF2-40B4-BE49-F238E27FC236}">
                <a16:creationId xmlns:a16="http://schemas.microsoft.com/office/drawing/2014/main" id="{EDA24EF9-0411-4BD6-BA62-BA17C5989BF2}"/>
              </a:ext>
            </a:extLst>
          </p:cNvPr>
          <p:cNvSpPr/>
          <p:nvPr userDrawn="1"/>
        </p:nvSpPr>
        <p:spPr>
          <a:xfrm>
            <a:off x="3120233" y="1401706"/>
            <a:ext cx="279142" cy="374303"/>
          </a:xfrm>
          <a:custGeom>
            <a:avLst/>
            <a:gdLst>
              <a:gd name="connsiteX0" fmla="*/ 255406 w 279141"/>
              <a:gd name="connsiteY0" fmla="*/ 371477 h 374303"/>
              <a:gd name="connsiteX1" fmla="*/ 135502 w 279141"/>
              <a:gd name="connsiteY1" fmla="*/ 250304 h 374303"/>
              <a:gd name="connsiteX2" fmla="*/ 6082 w 279141"/>
              <a:gd name="connsiteY2" fmla="*/ 89163 h 374303"/>
              <a:gd name="connsiteX3" fmla="*/ 228126 w 279141"/>
              <a:gd name="connsiteY3" fmla="*/ 39679 h 374303"/>
              <a:gd name="connsiteX4" fmla="*/ 255406 w 279141"/>
              <a:gd name="connsiteY4" fmla="*/ 371477 h 374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9141" h="374303">
                <a:moveTo>
                  <a:pt x="255406" y="371477"/>
                </a:moveTo>
                <a:cubicBezTo>
                  <a:pt x="255406" y="371477"/>
                  <a:pt x="217341" y="287100"/>
                  <a:pt x="135502" y="250304"/>
                </a:cubicBezTo>
                <a:cubicBezTo>
                  <a:pt x="54297" y="213508"/>
                  <a:pt x="-11682" y="167196"/>
                  <a:pt x="6082" y="89163"/>
                </a:cubicBezTo>
                <a:cubicBezTo>
                  <a:pt x="23845" y="11131"/>
                  <a:pt x="159609" y="-32009"/>
                  <a:pt x="228126" y="39679"/>
                </a:cubicBezTo>
                <a:cubicBezTo>
                  <a:pt x="296643" y="110733"/>
                  <a:pt x="292202" y="310573"/>
                  <a:pt x="255406" y="371477"/>
                </a:cubicBezTo>
                <a:close/>
              </a:path>
            </a:pathLst>
          </a:custGeom>
          <a:solidFill>
            <a:schemeClr val="accent1"/>
          </a:solidFill>
          <a:ln w="634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3" name="任意多边形: 形状 17">
            <a:extLst>
              <a:ext uri="{FF2B5EF4-FFF2-40B4-BE49-F238E27FC236}">
                <a16:creationId xmlns:a16="http://schemas.microsoft.com/office/drawing/2014/main" id="{A73F3427-C2D7-4771-91C7-9994163FFCC1}"/>
              </a:ext>
            </a:extLst>
          </p:cNvPr>
          <p:cNvSpPr/>
          <p:nvPr userDrawn="1"/>
        </p:nvSpPr>
        <p:spPr>
          <a:xfrm>
            <a:off x="8550684" y="4958924"/>
            <a:ext cx="317206" cy="367959"/>
          </a:xfrm>
          <a:custGeom>
            <a:avLst/>
            <a:gdLst>
              <a:gd name="connsiteX0" fmla="*/ 26504 w 317206"/>
              <a:gd name="connsiteY0" fmla="*/ 366336 h 367959"/>
              <a:gd name="connsiteX1" fmla="*/ 195893 w 317206"/>
              <a:gd name="connsiteY1" fmla="*/ 247066 h 367959"/>
              <a:gd name="connsiteX2" fmla="*/ 311355 w 317206"/>
              <a:gd name="connsiteY2" fmla="*/ 70065 h 367959"/>
              <a:gd name="connsiteX3" fmla="*/ 65203 w 317206"/>
              <a:gd name="connsiteY3" fmla="*/ 62452 h 367959"/>
              <a:gd name="connsiteX4" fmla="*/ 26504 w 317206"/>
              <a:gd name="connsiteY4" fmla="*/ 366336 h 367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7206" h="367959">
                <a:moveTo>
                  <a:pt x="26504" y="366336"/>
                </a:moveTo>
                <a:cubicBezTo>
                  <a:pt x="26504" y="366336"/>
                  <a:pt x="53150" y="266098"/>
                  <a:pt x="195893" y="247066"/>
                </a:cubicBezTo>
                <a:cubicBezTo>
                  <a:pt x="338635" y="228033"/>
                  <a:pt x="325947" y="106861"/>
                  <a:pt x="311355" y="70065"/>
                </a:cubicBezTo>
                <a:cubicBezTo>
                  <a:pt x="292957" y="22484"/>
                  <a:pt x="173053" y="-49205"/>
                  <a:pt x="65203" y="62452"/>
                </a:cubicBezTo>
                <a:cubicBezTo>
                  <a:pt x="-43281" y="174108"/>
                  <a:pt x="22698" y="335884"/>
                  <a:pt x="26504" y="366336"/>
                </a:cubicBezTo>
                <a:close/>
              </a:path>
            </a:pathLst>
          </a:custGeom>
          <a:solidFill>
            <a:schemeClr val="accent4"/>
          </a:solidFill>
          <a:ln w="634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4" name="任意多边形: 形状 18">
            <a:extLst>
              <a:ext uri="{FF2B5EF4-FFF2-40B4-BE49-F238E27FC236}">
                <a16:creationId xmlns:a16="http://schemas.microsoft.com/office/drawing/2014/main" id="{18CC1BA5-6052-492E-9751-DF89FC8DE901}"/>
              </a:ext>
            </a:extLst>
          </p:cNvPr>
          <p:cNvSpPr/>
          <p:nvPr userDrawn="1"/>
        </p:nvSpPr>
        <p:spPr>
          <a:xfrm>
            <a:off x="9075206" y="5686968"/>
            <a:ext cx="171291" cy="114194"/>
          </a:xfrm>
          <a:custGeom>
            <a:avLst/>
            <a:gdLst>
              <a:gd name="connsiteX0" fmla="*/ 3168 w 171291"/>
              <a:gd name="connsiteY0" fmla="*/ 83648 h 114194"/>
              <a:gd name="connsiteX1" fmla="*/ 85642 w 171291"/>
              <a:gd name="connsiteY1" fmla="*/ 100777 h 114194"/>
              <a:gd name="connsiteX2" fmla="*/ 165577 w 171291"/>
              <a:gd name="connsiteY2" fmla="*/ 89992 h 114194"/>
              <a:gd name="connsiteX3" fmla="*/ 114824 w 171291"/>
              <a:gd name="connsiteY3" fmla="*/ 3712 h 114194"/>
              <a:gd name="connsiteX4" fmla="*/ 3168 w 171291"/>
              <a:gd name="connsiteY4" fmla="*/ 83648 h 1141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1291" h="114194">
                <a:moveTo>
                  <a:pt x="3168" y="83648"/>
                </a:moveTo>
                <a:cubicBezTo>
                  <a:pt x="3168" y="83648"/>
                  <a:pt x="51383" y="81745"/>
                  <a:pt x="85642" y="100777"/>
                </a:cubicBezTo>
                <a:cubicBezTo>
                  <a:pt x="119900" y="119810"/>
                  <a:pt x="153524" y="110928"/>
                  <a:pt x="165577" y="89992"/>
                </a:cubicBezTo>
                <a:cubicBezTo>
                  <a:pt x="176997" y="70960"/>
                  <a:pt x="173825" y="11960"/>
                  <a:pt x="114824" y="3712"/>
                </a:cubicBezTo>
                <a:cubicBezTo>
                  <a:pt x="55824" y="-4535"/>
                  <a:pt x="3168" y="83648"/>
                  <a:pt x="3168" y="83648"/>
                </a:cubicBezTo>
                <a:close/>
              </a:path>
            </a:pathLst>
          </a:custGeom>
          <a:solidFill>
            <a:schemeClr val="accent3"/>
          </a:solidFill>
          <a:ln w="634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5" name="任意多边形: 形状 21">
            <a:extLst>
              <a:ext uri="{FF2B5EF4-FFF2-40B4-BE49-F238E27FC236}">
                <a16:creationId xmlns:a16="http://schemas.microsoft.com/office/drawing/2014/main" id="{11386DFC-B5CA-4267-8C33-2E06DAA9CB67}"/>
              </a:ext>
            </a:extLst>
          </p:cNvPr>
          <p:cNvSpPr/>
          <p:nvPr userDrawn="1"/>
        </p:nvSpPr>
        <p:spPr>
          <a:xfrm>
            <a:off x="8784645" y="967493"/>
            <a:ext cx="171291" cy="114194"/>
          </a:xfrm>
          <a:custGeom>
            <a:avLst/>
            <a:gdLst>
              <a:gd name="connsiteX0" fmla="*/ 3168 w 171291"/>
              <a:gd name="connsiteY0" fmla="*/ 83728 h 114194"/>
              <a:gd name="connsiteX1" fmla="*/ 85642 w 171291"/>
              <a:gd name="connsiteY1" fmla="*/ 100857 h 114194"/>
              <a:gd name="connsiteX2" fmla="*/ 165577 w 171291"/>
              <a:gd name="connsiteY2" fmla="*/ 90072 h 114194"/>
              <a:gd name="connsiteX3" fmla="*/ 114824 w 171291"/>
              <a:gd name="connsiteY3" fmla="*/ 3792 h 114194"/>
              <a:gd name="connsiteX4" fmla="*/ 3168 w 171291"/>
              <a:gd name="connsiteY4" fmla="*/ 83728 h 1141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1291" h="114194">
                <a:moveTo>
                  <a:pt x="3168" y="83728"/>
                </a:moveTo>
                <a:cubicBezTo>
                  <a:pt x="3168" y="83728"/>
                  <a:pt x="51383" y="81825"/>
                  <a:pt x="85642" y="100857"/>
                </a:cubicBezTo>
                <a:cubicBezTo>
                  <a:pt x="119265" y="119890"/>
                  <a:pt x="153523" y="111008"/>
                  <a:pt x="165577" y="90072"/>
                </a:cubicBezTo>
                <a:cubicBezTo>
                  <a:pt x="176996" y="71040"/>
                  <a:pt x="173824" y="12040"/>
                  <a:pt x="114824" y="3792"/>
                </a:cubicBezTo>
                <a:cubicBezTo>
                  <a:pt x="55824" y="-5090"/>
                  <a:pt x="3168" y="83728"/>
                  <a:pt x="3168" y="83728"/>
                </a:cubicBezTo>
                <a:close/>
              </a:path>
            </a:pathLst>
          </a:custGeom>
          <a:solidFill>
            <a:schemeClr val="accent3"/>
          </a:solidFill>
          <a:ln w="634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6" name="任意多边形: 形状 80">
            <a:extLst>
              <a:ext uri="{FF2B5EF4-FFF2-40B4-BE49-F238E27FC236}">
                <a16:creationId xmlns:a16="http://schemas.microsoft.com/office/drawing/2014/main" id="{CE7998AC-DA43-4463-B48E-F3D8CB469D70}"/>
              </a:ext>
            </a:extLst>
          </p:cNvPr>
          <p:cNvSpPr/>
          <p:nvPr userDrawn="1"/>
        </p:nvSpPr>
        <p:spPr>
          <a:xfrm>
            <a:off x="10338405" y="3007237"/>
            <a:ext cx="1853595" cy="1004102"/>
          </a:xfrm>
          <a:custGeom>
            <a:avLst/>
            <a:gdLst>
              <a:gd name="connsiteX0" fmla="*/ 1769679 w 1770588"/>
              <a:gd name="connsiteY0" fmla="*/ 48206 h 958058"/>
              <a:gd name="connsiteX1" fmla="*/ 4548 w 1770588"/>
              <a:gd name="connsiteY1" fmla="*/ 4548 h 958058"/>
              <a:gd name="connsiteX2" fmla="*/ 1769679 w 1770588"/>
              <a:gd name="connsiteY2" fmla="*/ 952904 h 958058"/>
              <a:gd name="connsiteX3" fmla="*/ 1769679 w 1770588"/>
              <a:gd name="connsiteY3" fmla="*/ 48206 h 958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70588" h="958058">
                <a:moveTo>
                  <a:pt x="1769679" y="48206"/>
                </a:moveTo>
                <a:cubicBezTo>
                  <a:pt x="1324000" y="151895"/>
                  <a:pt x="405356" y="313794"/>
                  <a:pt x="4548" y="4548"/>
                </a:cubicBezTo>
                <a:cubicBezTo>
                  <a:pt x="4548" y="4548"/>
                  <a:pt x="808589" y="1035370"/>
                  <a:pt x="1769679" y="952904"/>
                </a:cubicBezTo>
                <a:lnTo>
                  <a:pt x="1769679" y="48206"/>
                </a:lnTo>
                <a:close/>
              </a:path>
            </a:pathLst>
          </a:custGeom>
          <a:solidFill>
            <a:schemeClr val="accent5">
              <a:alpha val="82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7" name="任意多边形: 形状 81">
            <a:extLst>
              <a:ext uri="{FF2B5EF4-FFF2-40B4-BE49-F238E27FC236}">
                <a16:creationId xmlns:a16="http://schemas.microsoft.com/office/drawing/2014/main" id="{A23F7D82-72B6-46CF-8EE7-69D1008BC927}"/>
              </a:ext>
            </a:extLst>
          </p:cNvPr>
          <p:cNvSpPr/>
          <p:nvPr userDrawn="1"/>
        </p:nvSpPr>
        <p:spPr>
          <a:xfrm>
            <a:off x="10338405" y="2434645"/>
            <a:ext cx="1853595" cy="768964"/>
          </a:xfrm>
          <a:custGeom>
            <a:avLst/>
            <a:gdLst>
              <a:gd name="connsiteX0" fmla="*/ 1769679 w 1770588"/>
              <a:gd name="connsiteY0" fmla="*/ 4548 h 733702"/>
              <a:gd name="connsiteX1" fmla="*/ 4548 w 1770588"/>
              <a:gd name="connsiteY1" fmla="*/ 550884 h 733702"/>
              <a:gd name="connsiteX2" fmla="*/ 1769679 w 1770588"/>
              <a:gd name="connsiteY2" fmla="*/ 594542 h 733702"/>
              <a:gd name="connsiteX3" fmla="*/ 1769679 w 1770588"/>
              <a:gd name="connsiteY3" fmla="*/ 4548 h 7337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70588" h="733702">
                <a:moveTo>
                  <a:pt x="1769679" y="4548"/>
                </a:moveTo>
                <a:cubicBezTo>
                  <a:pt x="1205153" y="519959"/>
                  <a:pt x="4548" y="550884"/>
                  <a:pt x="4548" y="550884"/>
                </a:cubicBezTo>
                <a:cubicBezTo>
                  <a:pt x="405356" y="860130"/>
                  <a:pt x="1324606" y="698231"/>
                  <a:pt x="1769679" y="594542"/>
                </a:cubicBezTo>
                <a:lnTo>
                  <a:pt x="1769679" y="4548"/>
                </a:lnTo>
                <a:close/>
              </a:path>
            </a:pathLst>
          </a:custGeom>
          <a:solidFill>
            <a:schemeClr val="accent5">
              <a:lumMod val="75000"/>
              <a:alpha val="6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8" name="任意多边形: 形状 82">
            <a:extLst>
              <a:ext uri="{FF2B5EF4-FFF2-40B4-BE49-F238E27FC236}">
                <a16:creationId xmlns:a16="http://schemas.microsoft.com/office/drawing/2014/main" id="{1D789B3F-9F87-47B7-ACDD-832EDF9A9131}"/>
              </a:ext>
            </a:extLst>
          </p:cNvPr>
          <p:cNvSpPr/>
          <p:nvPr userDrawn="1"/>
        </p:nvSpPr>
        <p:spPr>
          <a:xfrm>
            <a:off x="10338405" y="1720970"/>
            <a:ext cx="1853595" cy="1290080"/>
          </a:xfrm>
          <a:custGeom>
            <a:avLst/>
            <a:gdLst>
              <a:gd name="connsiteX0" fmla="*/ 1769679 w 1770588"/>
              <a:gd name="connsiteY0" fmla="*/ 4548 h 1230923"/>
              <a:gd name="connsiteX1" fmla="*/ 1427082 w 1770588"/>
              <a:gd name="connsiteY1" fmla="*/ 423547 h 1230923"/>
              <a:gd name="connsiteX2" fmla="*/ 558766 w 1770588"/>
              <a:gd name="connsiteY2" fmla="*/ 1116017 h 1230923"/>
              <a:gd name="connsiteX3" fmla="*/ 4548 w 1770588"/>
              <a:gd name="connsiteY3" fmla="*/ 1231226 h 1230923"/>
              <a:gd name="connsiteX4" fmla="*/ 1769679 w 1770588"/>
              <a:gd name="connsiteY4" fmla="*/ 684891 h 1230923"/>
              <a:gd name="connsiteX5" fmla="*/ 1769679 w 1770588"/>
              <a:gd name="connsiteY5" fmla="*/ 4548 h 12309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70588" h="1230923">
                <a:moveTo>
                  <a:pt x="1769679" y="4548"/>
                </a:moveTo>
                <a:cubicBezTo>
                  <a:pt x="1639917" y="136735"/>
                  <a:pt x="1505304" y="301061"/>
                  <a:pt x="1427082" y="423547"/>
                </a:cubicBezTo>
                <a:cubicBezTo>
                  <a:pt x="1266395" y="675795"/>
                  <a:pt x="719453" y="1031732"/>
                  <a:pt x="558766" y="1116017"/>
                </a:cubicBezTo>
                <a:cubicBezTo>
                  <a:pt x="398079" y="1200302"/>
                  <a:pt x="4548" y="1231226"/>
                  <a:pt x="4548" y="1231226"/>
                </a:cubicBezTo>
                <a:cubicBezTo>
                  <a:pt x="4548" y="1231226"/>
                  <a:pt x="1205759" y="1199695"/>
                  <a:pt x="1769679" y="684891"/>
                </a:cubicBezTo>
                <a:lnTo>
                  <a:pt x="1769679" y="4548"/>
                </a:lnTo>
                <a:close/>
              </a:path>
            </a:pathLst>
          </a:custGeom>
          <a:solidFill>
            <a:schemeClr val="accent1">
              <a:lumMod val="75000"/>
              <a:alpha val="6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/>
          </a:p>
        </p:txBody>
      </p:sp>
      <p:sp>
        <p:nvSpPr>
          <p:cNvPr id="19" name="任意多边形: 形状 83">
            <a:extLst>
              <a:ext uri="{FF2B5EF4-FFF2-40B4-BE49-F238E27FC236}">
                <a16:creationId xmlns:a16="http://schemas.microsoft.com/office/drawing/2014/main" id="{6062CD28-6AB8-47D1-A912-618702617AAE}"/>
              </a:ext>
            </a:extLst>
          </p:cNvPr>
          <p:cNvSpPr/>
          <p:nvPr userDrawn="1"/>
        </p:nvSpPr>
        <p:spPr>
          <a:xfrm>
            <a:off x="10338405" y="647598"/>
            <a:ext cx="1853595" cy="2364088"/>
          </a:xfrm>
          <a:custGeom>
            <a:avLst/>
            <a:gdLst>
              <a:gd name="connsiteX0" fmla="*/ 1769679 w 1770588"/>
              <a:gd name="connsiteY0" fmla="*/ 4548 h 2255681"/>
              <a:gd name="connsiteX1" fmla="*/ 978371 w 1770588"/>
              <a:gd name="connsiteY1" fmla="*/ 779484 h 2255681"/>
              <a:gd name="connsiteX2" fmla="*/ 469024 w 1770588"/>
              <a:gd name="connsiteY2" fmla="*/ 1892165 h 2255681"/>
              <a:gd name="connsiteX3" fmla="*/ 4548 w 1770588"/>
              <a:gd name="connsiteY3" fmla="*/ 2255379 h 2255681"/>
              <a:gd name="connsiteX4" fmla="*/ 558766 w 1770588"/>
              <a:gd name="connsiteY4" fmla="*/ 2140169 h 2255681"/>
              <a:gd name="connsiteX5" fmla="*/ 1427082 w 1770588"/>
              <a:gd name="connsiteY5" fmla="*/ 1447699 h 2255681"/>
              <a:gd name="connsiteX6" fmla="*/ 1769679 w 1770588"/>
              <a:gd name="connsiteY6" fmla="*/ 1028700 h 2255681"/>
              <a:gd name="connsiteX7" fmla="*/ 1769679 w 1770588"/>
              <a:gd name="connsiteY7" fmla="*/ 4548 h 22556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70588" h="2255681">
                <a:moveTo>
                  <a:pt x="1769679" y="4548"/>
                </a:moveTo>
                <a:cubicBezTo>
                  <a:pt x="1422231" y="117332"/>
                  <a:pt x="1051742" y="506012"/>
                  <a:pt x="978371" y="779484"/>
                </a:cubicBezTo>
                <a:cubicBezTo>
                  <a:pt x="884385" y="1128144"/>
                  <a:pt x="629711" y="1684182"/>
                  <a:pt x="469024" y="1892165"/>
                </a:cubicBezTo>
                <a:cubicBezTo>
                  <a:pt x="308337" y="2100149"/>
                  <a:pt x="4548" y="2255379"/>
                  <a:pt x="4548" y="2255379"/>
                </a:cubicBezTo>
                <a:cubicBezTo>
                  <a:pt x="4548" y="2255379"/>
                  <a:pt x="398079" y="2223847"/>
                  <a:pt x="558766" y="2140169"/>
                </a:cubicBezTo>
                <a:cubicBezTo>
                  <a:pt x="719453" y="2055884"/>
                  <a:pt x="1266395" y="1699947"/>
                  <a:pt x="1427082" y="1447699"/>
                </a:cubicBezTo>
                <a:cubicBezTo>
                  <a:pt x="1505304" y="1325213"/>
                  <a:pt x="1639917" y="1160888"/>
                  <a:pt x="1769679" y="1028700"/>
                </a:cubicBezTo>
                <a:lnTo>
                  <a:pt x="1769679" y="4548"/>
                </a:lnTo>
                <a:close/>
              </a:path>
            </a:pathLst>
          </a:custGeom>
          <a:solidFill>
            <a:schemeClr val="accent1">
              <a:alpha val="6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/>
          </a:p>
        </p:txBody>
      </p:sp>
      <p:sp>
        <p:nvSpPr>
          <p:cNvPr id="22" name="任意多边形: 形状 84">
            <a:extLst>
              <a:ext uri="{FF2B5EF4-FFF2-40B4-BE49-F238E27FC236}">
                <a16:creationId xmlns:a16="http://schemas.microsoft.com/office/drawing/2014/main" id="{B14A899C-DD59-4758-8861-8C6C3B1FD114}"/>
              </a:ext>
            </a:extLst>
          </p:cNvPr>
          <p:cNvSpPr/>
          <p:nvPr userDrawn="1"/>
        </p:nvSpPr>
        <p:spPr>
          <a:xfrm>
            <a:off x="10338405" y="19661"/>
            <a:ext cx="1853595" cy="2993241"/>
          </a:xfrm>
          <a:custGeom>
            <a:avLst/>
            <a:gdLst>
              <a:gd name="connsiteX0" fmla="*/ 1769679 w 1770588"/>
              <a:gd name="connsiteY0" fmla="*/ 11877 h 2855984"/>
              <a:gd name="connsiteX1" fmla="*/ 1126325 w 1770588"/>
              <a:gd name="connsiteY1" fmla="*/ 90705 h 2855984"/>
              <a:gd name="connsiteX2" fmla="*/ 484183 w 1770588"/>
              <a:gd name="connsiteY2" fmla="*/ 997828 h 2855984"/>
              <a:gd name="connsiteX3" fmla="*/ 444163 w 1770588"/>
              <a:gd name="connsiteY3" fmla="*/ 2209954 h 2855984"/>
              <a:gd name="connsiteX4" fmla="*/ 4548 w 1770588"/>
              <a:gd name="connsiteY4" fmla="*/ 2855734 h 2855984"/>
              <a:gd name="connsiteX5" fmla="*/ 469024 w 1770588"/>
              <a:gd name="connsiteY5" fmla="*/ 2492521 h 2855984"/>
              <a:gd name="connsiteX6" fmla="*/ 978371 w 1770588"/>
              <a:gd name="connsiteY6" fmla="*/ 1379839 h 2855984"/>
              <a:gd name="connsiteX7" fmla="*/ 1769679 w 1770588"/>
              <a:gd name="connsiteY7" fmla="*/ 604903 h 2855984"/>
              <a:gd name="connsiteX8" fmla="*/ 1769679 w 1770588"/>
              <a:gd name="connsiteY8" fmla="*/ 11877 h 28559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70588" h="2855984">
                <a:moveTo>
                  <a:pt x="1769679" y="11877"/>
                </a:moveTo>
                <a:cubicBezTo>
                  <a:pt x="1583525" y="-8739"/>
                  <a:pt x="1362202" y="13090"/>
                  <a:pt x="1126325" y="90705"/>
                </a:cubicBezTo>
                <a:cubicBezTo>
                  <a:pt x="732793" y="219254"/>
                  <a:pt x="481151" y="724964"/>
                  <a:pt x="484183" y="997828"/>
                </a:cubicBezTo>
                <a:cubicBezTo>
                  <a:pt x="486003" y="1167004"/>
                  <a:pt x="559373" y="1787317"/>
                  <a:pt x="444163" y="2209954"/>
                </a:cubicBezTo>
                <a:cubicBezTo>
                  <a:pt x="357453" y="2527690"/>
                  <a:pt x="4548" y="2855734"/>
                  <a:pt x="4548" y="2855734"/>
                </a:cubicBezTo>
                <a:cubicBezTo>
                  <a:pt x="4548" y="2855734"/>
                  <a:pt x="308337" y="2699898"/>
                  <a:pt x="469024" y="2492521"/>
                </a:cubicBezTo>
                <a:cubicBezTo>
                  <a:pt x="629711" y="2284537"/>
                  <a:pt x="884385" y="1728499"/>
                  <a:pt x="978371" y="1379839"/>
                </a:cubicBezTo>
                <a:cubicBezTo>
                  <a:pt x="1051742" y="1106368"/>
                  <a:pt x="1422231" y="717687"/>
                  <a:pt x="1769679" y="604903"/>
                </a:cubicBezTo>
                <a:lnTo>
                  <a:pt x="1769679" y="11877"/>
                </a:lnTo>
                <a:close/>
              </a:path>
            </a:pathLst>
          </a:custGeom>
          <a:solidFill>
            <a:schemeClr val="accent3">
              <a:alpha val="6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/>
          </a:p>
        </p:txBody>
      </p:sp>
      <p:sp>
        <p:nvSpPr>
          <p:cNvPr id="20" name="标题 1"/>
          <p:cNvSpPr>
            <a:spLocks noGrp="1"/>
          </p:cNvSpPr>
          <p:nvPr userDrawn="1">
            <p:ph type="title"/>
          </p:nvPr>
        </p:nvSpPr>
        <p:spPr>
          <a:xfrm>
            <a:off x="3386408" y="2657929"/>
            <a:ext cx="5419185" cy="895350"/>
          </a:xfrm>
        </p:spPr>
        <p:txBody>
          <a:bodyPr anchor="b">
            <a:normAutofit/>
          </a:bodyPr>
          <a:lstStyle>
            <a:lvl1pPr algn="ctr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21" name="文本占位符 2"/>
          <p:cNvSpPr>
            <a:spLocks noGrp="1"/>
          </p:cNvSpPr>
          <p:nvPr userDrawn="1">
            <p:ph type="body" idx="1"/>
          </p:nvPr>
        </p:nvSpPr>
        <p:spPr>
          <a:xfrm>
            <a:off x="3386408" y="3553279"/>
            <a:ext cx="5419185" cy="1015623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1100">
                <a:solidFill>
                  <a:schemeClr val="tx1"/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533342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888B6D7-9D3F-49D7-BACE-73A9D1149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9D9C7-5DC6-4263-87FF-7C99F6FB63C3}" type="datetime1">
              <a:rPr lang="zh-CN" altLang="en-US" smtClean="0"/>
              <a:pPr/>
              <a:t>2019/5/6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AC997A4-1DD8-4731-B9FD-42398A20F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BA9825E-1876-42AD-ABCF-E0E100F35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D124F9DB-C87A-423F-9657-38C7A29014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2070191C-4093-409C-8FD5-7369A79637A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77593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userDrawn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C7A1C-3684-4AAF-A408-C63B6CB641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86EA5F-D77D-4318-90E9-C04AA8ADC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9D9C7-5DC6-4263-87FF-7C99F6FB63C3}" type="datetime1">
              <a:rPr lang="zh-CN" altLang="en-US" smtClean="0"/>
              <a:pPr/>
              <a:t>2019/5/6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832621-D9D9-445E-BFF9-F8348FA1E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71151B-F790-4A9F-962F-B8718A956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4176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7728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任意多边形: 形状 3">
            <a:extLst>
              <a:ext uri="{FF2B5EF4-FFF2-40B4-BE49-F238E27FC236}">
                <a16:creationId xmlns:a16="http://schemas.microsoft.com/office/drawing/2014/main" id="{72263A5F-1870-4071-B14C-3884DBE6746A}"/>
              </a:ext>
            </a:extLst>
          </p:cNvPr>
          <p:cNvSpPr/>
          <p:nvPr userDrawn="1"/>
        </p:nvSpPr>
        <p:spPr>
          <a:xfrm>
            <a:off x="13730" y="-3156"/>
            <a:ext cx="12158227" cy="6839003"/>
          </a:xfrm>
          <a:custGeom>
            <a:avLst/>
            <a:gdLst>
              <a:gd name="connsiteX0" fmla="*/ 3156 w 12158227"/>
              <a:gd name="connsiteY0" fmla="*/ 3156 h 6839002"/>
              <a:gd name="connsiteX1" fmla="*/ 12161383 w 12158227"/>
              <a:gd name="connsiteY1" fmla="*/ 3156 h 6839002"/>
              <a:gd name="connsiteX2" fmla="*/ 12161383 w 12158227"/>
              <a:gd name="connsiteY2" fmla="*/ 6842159 h 6839002"/>
              <a:gd name="connsiteX3" fmla="*/ 3156 w 12158227"/>
              <a:gd name="connsiteY3" fmla="*/ 6842159 h 6839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58227" h="6839002">
                <a:moveTo>
                  <a:pt x="3156" y="3156"/>
                </a:moveTo>
                <a:lnTo>
                  <a:pt x="12161383" y="3156"/>
                </a:lnTo>
                <a:lnTo>
                  <a:pt x="12161383" y="6842159"/>
                </a:lnTo>
                <a:lnTo>
                  <a:pt x="3156" y="6842159"/>
                </a:lnTo>
                <a:close/>
              </a:path>
            </a:pathLst>
          </a:custGeom>
          <a:solidFill>
            <a:srgbClr val="F9F9FB"/>
          </a:solidFill>
          <a:ln w="633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" name="任意多边形: 形状 6">
            <a:extLst>
              <a:ext uri="{FF2B5EF4-FFF2-40B4-BE49-F238E27FC236}">
                <a16:creationId xmlns:a16="http://schemas.microsoft.com/office/drawing/2014/main" id="{B98EB8AA-1980-439D-9055-80545BEE5633}"/>
              </a:ext>
            </a:extLst>
          </p:cNvPr>
          <p:cNvSpPr/>
          <p:nvPr userDrawn="1"/>
        </p:nvSpPr>
        <p:spPr>
          <a:xfrm>
            <a:off x="718200" y="519574"/>
            <a:ext cx="10752432" cy="6015789"/>
          </a:xfrm>
          <a:custGeom>
            <a:avLst/>
            <a:gdLst>
              <a:gd name="connsiteX0" fmla="*/ 4749 w 10752432"/>
              <a:gd name="connsiteY0" fmla="*/ 4749 h 6015789"/>
              <a:gd name="connsiteX1" fmla="*/ 10750216 w 10752432"/>
              <a:gd name="connsiteY1" fmla="*/ 4749 h 6015789"/>
              <a:gd name="connsiteX2" fmla="*/ 10750216 w 10752432"/>
              <a:gd name="connsiteY2" fmla="*/ 6012940 h 6015789"/>
              <a:gd name="connsiteX3" fmla="*/ 4749 w 10752432"/>
              <a:gd name="connsiteY3" fmla="*/ 6012940 h 6015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752432" h="6015789">
                <a:moveTo>
                  <a:pt x="4749" y="4749"/>
                </a:moveTo>
                <a:lnTo>
                  <a:pt x="10750216" y="4749"/>
                </a:lnTo>
                <a:lnTo>
                  <a:pt x="10750216" y="6012940"/>
                </a:lnTo>
                <a:lnTo>
                  <a:pt x="4749" y="6012940"/>
                </a:ln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  <a:effectLst>
            <a:outerShdw blurRad="368300" dist="50800" dir="5400000" algn="ctr" rotWithShape="0">
              <a:schemeClr val="tx1">
                <a:alpha val="65000"/>
              </a:schemeClr>
            </a:outerShdw>
          </a:effectLst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9" name="任意多边形: 形状 20">
            <a:extLst>
              <a:ext uri="{FF2B5EF4-FFF2-40B4-BE49-F238E27FC236}">
                <a16:creationId xmlns:a16="http://schemas.microsoft.com/office/drawing/2014/main" id="{62DFB3CE-E46D-42B6-B669-5370ADDA976E}"/>
              </a:ext>
            </a:extLst>
          </p:cNvPr>
          <p:cNvSpPr/>
          <p:nvPr userDrawn="1"/>
        </p:nvSpPr>
        <p:spPr>
          <a:xfrm>
            <a:off x="2913014" y="1578353"/>
            <a:ext cx="1329806" cy="2184681"/>
          </a:xfrm>
          <a:custGeom>
            <a:avLst/>
            <a:gdLst>
              <a:gd name="connsiteX0" fmla="*/ 1307959 w 1329806"/>
              <a:gd name="connsiteY0" fmla="*/ 2182465 h 2184681"/>
              <a:gd name="connsiteX1" fmla="*/ 4749 w 1329806"/>
              <a:gd name="connsiteY1" fmla="*/ 2182465 h 2184681"/>
              <a:gd name="connsiteX2" fmla="*/ 4749 w 1329806"/>
              <a:gd name="connsiteY2" fmla="*/ 1947533 h 2184681"/>
              <a:gd name="connsiteX3" fmla="*/ 627225 w 1329806"/>
              <a:gd name="connsiteY3" fmla="*/ 1326323 h 2184681"/>
              <a:gd name="connsiteX4" fmla="*/ 971708 w 1329806"/>
              <a:gd name="connsiteY4" fmla="*/ 919149 h 2184681"/>
              <a:gd name="connsiteX5" fmla="*/ 1059095 w 1329806"/>
              <a:gd name="connsiteY5" fmla="*/ 608861 h 2184681"/>
              <a:gd name="connsiteX6" fmla="*/ 956511 w 1329806"/>
              <a:gd name="connsiteY6" fmla="*/ 328969 h 2184681"/>
              <a:gd name="connsiteX7" fmla="*/ 660154 w 1329806"/>
              <a:gd name="connsiteY7" fmla="*/ 231450 h 2184681"/>
              <a:gd name="connsiteX8" fmla="*/ 113667 w 1329806"/>
              <a:gd name="connsiteY8" fmla="*/ 475247 h 2184681"/>
              <a:gd name="connsiteX9" fmla="*/ 113667 w 1329806"/>
              <a:gd name="connsiteY9" fmla="*/ 199787 h 2184681"/>
              <a:gd name="connsiteX10" fmla="*/ 703214 w 1329806"/>
              <a:gd name="connsiteY10" fmla="*/ 4749 h 2184681"/>
              <a:gd name="connsiteX11" fmla="*/ 1159781 w 1329806"/>
              <a:gd name="connsiteY11" fmla="*/ 161160 h 2184681"/>
              <a:gd name="connsiteX12" fmla="*/ 1326957 w 1329806"/>
              <a:gd name="connsiteY12" fmla="*/ 581632 h 2184681"/>
              <a:gd name="connsiteX13" fmla="*/ 1219939 w 1329806"/>
              <a:gd name="connsiteY13" fmla="*/ 972342 h 2184681"/>
              <a:gd name="connsiteX14" fmla="*/ 814031 w 1329806"/>
              <a:gd name="connsiteY14" fmla="*/ 1459937 h 2184681"/>
              <a:gd name="connsiteX15" fmla="*/ 325802 w 1329806"/>
              <a:gd name="connsiteY15" fmla="*/ 1936134 h 2184681"/>
              <a:gd name="connsiteX16" fmla="*/ 325802 w 1329806"/>
              <a:gd name="connsiteY16" fmla="*/ 1941834 h 2184681"/>
              <a:gd name="connsiteX17" fmla="*/ 1307959 w 1329806"/>
              <a:gd name="connsiteY17" fmla="*/ 1941834 h 2184681"/>
              <a:gd name="connsiteX18" fmla="*/ 1307959 w 1329806"/>
              <a:gd name="connsiteY18" fmla="*/ 2182465 h 21846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329806" h="2184681">
                <a:moveTo>
                  <a:pt x="1307959" y="2182465"/>
                </a:moveTo>
                <a:lnTo>
                  <a:pt x="4749" y="2182465"/>
                </a:lnTo>
                <a:lnTo>
                  <a:pt x="4749" y="1947533"/>
                </a:lnTo>
                <a:lnTo>
                  <a:pt x="627225" y="1326323"/>
                </a:lnTo>
                <a:cubicBezTo>
                  <a:pt x="798834" y="1154715"/>
                  <a:pt x="913450" y="1019201"/>
                  <a:pt x="971708" y="919149"/>
                </a:cubicBezTo>
                <a:cubicBezTo>
                  <a:pt x="1029966" y="819097"/>
                  <a:pt x="1059095" y="715879"/>
                  <a:pt x="1059095" y="608861"/>
                </a:cubicBezTo>
                <a:cubicBezTo>
                  <a:pt x="1059095" y="487279"/>
                  <a:pt x="1024901" y="393559"/>
                  <a:pt x="956511" y="328969"/>
                </a:cubicBezTo>
                <a:cubicBezTo>
                  <a:pt x="888120" y="263745"/>
                  <a:pt x="789335" y="231450"/>
                  <a:pt x="660154" y="231450"/>
                </a:cubicBezTo>
                <a:cubicBezTo>
                  <a:pt x="469548" y="231450"/>
                  <a:pt x="287175" y="312504"/>
                  <a:pt x="113667" y="475247"/>
                </a:cubicBezTo>
                <a:lnTo>
                  <a:pt x="113667" y="199787"/>
                </a:lnTo>
                <a:cubicBezTo>
                  <a:pt x="282742" y="69973"/>
                  <a:pt x="479047" y="4749"/>
                  <a:pt x="703214" y="4749"/>
                </a:cubicBezTo>
                <a:cubicBezTo>
                  <a:pt x="895719" y="4749"/>
                  <a:pt x="1048331" y="56675"/>
                  <a:pt x="1159781" y="161160"/>
                </a:cubicBezTo>
                <a:cubicBezTo>
                  <a:pt x="1271231" y="265645"/>
                  <a:pt x="1326957" y="405591"/>
                  <a:pt x="1326957" y="581632"/>
                </a:cubicBezTo>
                <a:cubicBezTo>
                  <a:pt x="1326957" y="714613"/>
                  <a:pt x="1291495" y="844427"/>
                  <a:pt x="1219939" y="972342"/>
                </a:cubicBezTo>
                <a:cubicBezTo>
                  <a:pt x="1148383" y="1100256"/>
                  <a:pt x="1012869" y="1262366"/>
                  <a:pt x="814031" y="1459937"/>
                </a:cubicBezTo>
                <a:lnTo>
                  <a:pt x="325802" y="1936134"/>
                </a:lnTo>
                <a:lnTo>
                  <a:pt x="325802" y="1941834"/>
                </a:lnTo>
                <a:lnTo>
                  <a:pt x="1307959" y="1941834"/>
                </a:lnTo>
                <a:lnTo>
                  <a:pt x="1307959" y="2182465"/>
                </a:lnTo>
                <a:close/>
              </a:path>
            </a:pathLst>
          </a:custGeom>
          <a:solidFill>
            <a:srgbClr val="F4F7F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" name="任意多边形: 形状 21">
            <a:extLst>
              <a:ext uri="{FF2B5EF4-FFF2-40B4-BE49-F238E27FC236}">
                <a16:creationId xmlns:a16="http://schemas.microsoft.com/office/drawing/2014/main" id="{B08248DE-D854-4667-8054-F4C903FF02E1}"/>
              </a:ext>
            </a:extLst>
          </p:cNvPr>
          <p:cNvSpPr/>
          <p:nvPr userDrawn="1"/>
        </p:nvSpPr>
        <p:spPr>
          <a:xfrm>
            <a:off x="4553741" y="1576453"/>
            <a:ext cx="1418460" cy="2222676"/>
          </a:xfrm>
          <a:custGeom>
            <a:avLst/>
            <a:gdLst>
              <a:gd name="connsiteX0" fmla="*/ 4749 w 1418459"/>
              <a:gd name="connsiteY0" fmla="*/ 1154715 h 2222675"/>
              <a:gd name="connsiteX1" fmla="*/ 192822 w 1418459"/>
              <a:gd name="connsiteY1" fmla="*/ 296040 h 2222675"/>
              <a:gd name="connsiteX2" fmla="*/ 738042 w 1418459"/>
              <a:gd name="connsiteY2" fmla="*/ 4749 h 2222675"/>
              <a:gd name="connsiteX3" fmla="*/ 1418776 w 1418459"/>
              <a:gd name="connsiteY3" fmla="*/ 1103423 h 2222675"/>
              <a:gd name="connsiteX4" fmla="*/ 1226904 w 1418459"/>
              <a:gd name="connsiteY4" fmla="*/ 1932968 h 2222675"/>
              <a:gd name="connsiteX5" fmla="*/ 689283 w 1418459"/>
              <a:gd name="connsiteY5" fmla="*/ 2219826 h 2222675"/>
              <a:gd name="connsiteX6" fmla="*/ 183956 w 1418459"/>
              <a:gd name="connsiteY6" fmla="*/ 1947533 h 2222675"/>
              <a:gd name="connsiteX7" fmla="*/ 4749 w 1418459"/>
              <a:gd name="connsiteY7" fmla="*/ 1154715 h 2222675"/>
              <a:gd name="connsiteX8" fmla="*/ 281476 w 1418459"/>
              <a:gd name="connsiteY8" fmla="*/ 1142683 h 2222675"/>
              <a:gd name="connsiteX9" fmla="*/ 714612 w 1418459"/>
              <a:gd name="connsiteY9" fmla="*/ 1996292 h 2222675"/>
              <a:gd name="connsiteX10" fmla="*/ 1140783 w 1418459"/>
              <a:gd name="connsiteY10" fmla="*/ 1128752 h 2222675"/>
              <a:gd name="connsiteX11" fmla="*/ 722844 w 1418459"/>
              <a:gd name="connsiteY11" fmla="*/ 230816 h 2222675"/>
              <a:gd name="connsiteX12" fmla="*/ 281476 w 1418459"/>
              <a:gd name="connsiteY12" fmla="*/ 1142683 h 2222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418459" h="2222675">
                <a:moveTo>
                  <a:pt x="4749" y="1154715"/>
                </a:moveTo>
                <a:cubicBezTo>
                  <a:pt x="4749" y="776670"/>
                  <a:pt x="67440" y="490445"/>
                  <a:pt x="192822" y="296040"/>
                </a:cubicBezTo>
                <a:cubicBezTo>
                  <a:pt x="318204" y="101635"/>
                  <a:pt x="499944" y="4749"/>
                  <a:pt x="738042" y="4749"/>
                </a:cubicBezTo>
                <a:cubicBezTo>
                  <a:pt x="1192076" y="4749"/>
                  <a:pt x="1418776" y="370763"/>
                  <a:pt x="1418776" y="1103423"/>
                </a:cubicBezTo>
                <a:cubicBezTo>
                  <a:pt x="1418776" y="1465003"/>
                  <a:pt x="1354819" y="1741729"/>
                  <a:pt x="1226904" y="1932968"/>
                </a:cubicBezTo>
                <a:cubicBezTo>
                  <a:pt x="1098990" y="2124207"/>
                  <a:pt x="919783" y="2219826"/>
                  <a:pt x="689283" y="2219826"/>
                </a:cubicBezTo>
                <a:cubicBezTo>
                  <a:pt x="471448" y="2219826"/>
                  <a:pt x="303006" y="2129273"/>
                  <a:pt x="183956" y="1947533"/>
                </a:cubicBezTo>
                <a:cubicBezTo>
                  <a:pt x="64274" y="1765793"/>
                  <a:pt x="4749" y="1501731"/>
                  <a:pt x="4749" y="1154715"/>
                </a:cubicBezTo>
                <a:close/>
                <a:moveTo>
                  <a:pt x="281476" y="1142683"/>
                </a:moveTo>
                <a:cubicBezTo>
                  <a:pt x="281476" y="1711967"/>
                  <a:pt x="425855" y="1996292"/>
                  <a:pt x="714612" y="1996292"/>
                </a:cubicBezTo>
                <a:cubicBezTo>
                  <a:pt x="998938" y="1996292"/>
                  <a:pt x="1140783" y="1706901"/>
                  <a:pt x="1140783" y="1128752"/>
                </a:cubicBezTo>
                <a:cubicBezTo>
                  <a:pt x="1140783" y="530339"/>
                  <a:pt x="1001470" y="230816"/>
                  <a:pt x="722844" y="230816"/>
                </a:cubicBezTo>
                <a:cubicBezTo>
                  <a:pt x="428387" y="230816"/>
                  <a:pt x="281476" y="534772"/>
                  <a:pt x="281476" y="1142683"/>
                </a:cubicBezTo>
                <a:close/>
              </a:path>
            </a:pathLst>
          </a:custGeom>
          <a:solidFill>
            <a:srgbClr val="F4F7F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" name="任意多边形: 形状 22">
            <a:extLst>
              <a:ext uri="{FF2B5EF4-FFF2-40B4-BE49-F238E27FC236}">
                <a16:creationId xmlns:a16="http://schemas.microsoft.com/office/drawing/2014/main" id="{E2F4C5B4-47D0-4570-8602-0F4C60D3E80D}"/>
              </a:ext>
            </a:extLst>
          </p:cNvPr>
          <p:cNvSpPr/>
          <p:nvPr userDrawn="1"/>
        </p:nvSpPr>
        <p:spPr>
          <a:xfrm>
            <a:off x="6338214" y="1566955"/>
            <a:ext cx="1247485" cy="2197346"/>
          </a:xfrm>
          <a:custGeom>
            <a:avLst/>
            <a:gdLst>
              <a:gd name="connsiteX0" fmla="*/ 1245902 w 1247484"/>
              <a:gd name="connsiteY0" fmla="*/ 2193864 h 2197346"/>
              <a:gd name="connsiteX1" fmla="*/ 17414 w 1247484"/>
              <a:gd name="connsiteY1" fmla="*/ 2193864 h 2197346"/>
              <a:gd name="connsiteX2" fmla="*/ 17414 w 1247484"/>
              <a:gd name="connsiteY2" fmla="*/ 1960198 h 2197346"/>
              <a:gd name="connsiteX3" fmla="*/ 497411 w 1247484"/>
              <a:gd name="connsiteY3" fmla="*/ 1960198 h 2197346"/>
              <a:gd name="connsiteX4" fmla="*/ 497411 w 1247484"/>
              <a:gd name="connsiteY4" fmla="*/ 332768 h 2197346"/>
              <a:gd name="connsiteX5" fmla="*/ 4749 w 1247484"/>
              <a:gd name="connsiteY5" fmla="*/ 475247 h 2197346"/>
              <a:gd name="connsiteX6" fmla="*/ 4749 w 1247484"/>
              <a:gd name="connsiteY6" fmla="*/ 226384 h 2197346"/>
              <a:gd name="connsiteX7" fmla="*/ 767172 w 1247484"/>
              <a:gd name="connsiteY7" fmla="*/ 4749 h 2197346"/>
              <a:gd name="connsiteX8" fmla="*/ 767172 w 1247484"/>
              <a:gd name="connsiteY8" fmla="*/ 1959565 h 2197346"/>
              <a:gd name="connsiteX9" fmla="*/ 1245902 w 1247484"/>
              <a:gd name="connsiteY9" fmla="*/ 1959565 h 2197346"/>
              <a:gd name="connsiteX10" fmla="*/ 1245902 w 1247484"/>
              <a:gd name="connsiteY10" fmla="*/ 2193864 h 2197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47484" h="2197346">
                <a:moveTo>
                  <a:pt x="1245902" y="2193864"/>
                </a:moveTo>
                <a:lnTo>
                  <a:pt x="17414" y="2193864"/>
                </a:lnTo>
                <a:lnTo>
                  <a:pt x="17414" y="1960198"/>
                </a:lnTo>
                <a:lnTo>
                  <a:pt x="497411" y="1960198"/>
                </a:lnTo>
                <a:lnTo>
                  <a:pt x="497411" y="332768"/>
                </a:lnTo>
                <a:lnTo>
                  <a:pt x="4749" y="475247"/>
                </a:lnTo>
                <a:lnTo>
                  <a:pt x="4749" y="226384"/>
                </a:lnTo>
                <a:lnTo>
                  <a:pt x="767172" y="4749"/>
                </a:lnTo>
                <a:lnTo>
                  <a:pt x="767172" y="1959565"/>
                </a:lnTo>
                <a:lnTo>
                  <a:pt x="1245902" y="1959565"/>
                </a:lnTo>
                <a:lnTo>
                  <a:pt x="1245902" y="2193864"/>
                </a:lnTo>
                <a:close/>
              </a:path>
            </a:pathLst>
          </a:custGeom>
          <a:solidFill>
            <a:srgbClr val="F4F7F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2" name="任意多边形: 形状 23">
            <a:extLst>
              <a:ext uri="{FF2B5EF4-FFF2-40B4-BE49-F238E27FC236}">
                <a16:creationId xmlns:a16="http://schemas.microsoft.com/office/drawing/2014/main" id="{8E51A23D-3BDC-4D6D-8DFE-E6F4F1DD9C10}"/>
              </a:ext>
            </a:extLst>
          </p:cNvPr>
          <p:cNvSpPr/>
          <p:nvPr userDrawn="1"/>
        </p:nvSpPr>
        <p:spPr>
          <a:xfrm>
            <a:off x="7896620" y="1577087"/>
            <a:ext cx="1380465" cy="2222676"/>
          </a:xfrm>
          <a:custGeom>
            <a:avLst/>
            <a:gdLst>
              <a:gd name="connsiteX0" fmla="*/ 464482 w 1380465"/>
              <a:gd name="connsiteY0" fmla="*/ 1055929 h 2222675"/>
              <a:gd name="connsiteX1" fmla="*/ 81371 w 1380465"/>
              <a:gd name="connsiteY1" fmla="*/ 538572 h 2222675"/>
              <a:gd name="connsiteX2" fmla="*/ 261212 w 1380465"/>
              <a:gd name="connsiteY2" fmla="*/ 153561 h 2222675"/>
              <a:gd name="connsiteX3" fmla="*/ 720312 w 1380465"/>
              <a:gd name="connsiteY3" fmla="*/ 4749 h 2222675"/>
              <a:gd name="connsiteX4" fmla="*/ 1142050 w 1380465"/>
              <a:gd name="connsiteY4" fmla="*/ 144696 h 2222675"/>
              <a:gd name="connsiteX5" fmla="*/ 1307960 w 1380465"/>
              <a:gd name="connsiteY5" fmla="*/ 505643 h 2222675"/>
              <a:gd name="connsiteX6" fmla="*/ 908385 w 1380465"/>
              <a:gd name="connsiteY6" fmla="*/ 1054663 h 2222675"/>
              <a:gd name="connsiteX7" fmla="*/ 908385 w 1380465"/>
              <a:gd name="connsiteY7" fmla="*/ 1060362 h 2222675"/>
              <a:gd name="connsiteX8" fmla="*/ 1377616 w 1380465"/>
              <a:gd name="connsiteY8" fmla="*/ 1635978 h 2222675"/>
              <a:gd name="connsiteX9" fmla="*/ 1184478 w 1380465"/>
              <a:gd name="connsiteY9" fmla="*/ 2061516 h 2222675"/>
              <a:gd name="connsiteX10" fmla="*/ 645590 w 1380465"/>
              <a:gd name="connsiteY10" fmla="*/ 2219826 h 2222675"/>
              <a:gd name="connsiteX11" fmla="*/ 183324 w 1380465"/>
              <a:gd name="connsiteY11" fmla="*/ 2063416 h 2222675"/>
              <a:gd name="connsiteX12" fmla="*/ 4749 w 1380465"/>
              <a:gd name="connsiteY12" fmla="*/ 1658142 h 2222675"/>
              <a:gd name="connsiteX13" fmla="*/ 463849 w 1380465"/>
              <a:gd name="connsiteY13" fmla="*/ 1061629 h 2222675"/>
              <a:gd name="connsiteX14" fmla="*/ 463849 w 1380465"/>
              <a:gd name="connsiteY14" fmla="*/ 1055929 h 2222675"/>
              <a:gd name="connsiteX15" fmla="*/ 674719 w 1380465"/>
              <a:gd name="connsiteY15" fmla="*/ 1184477 h 2222675"/>
              <a:gd name="connsiteX16" fmla="*/ 277676 w 1380465"/>
              <a:gd name="connsiteY16" fmla="*/ 1643577 h 2222675"/>
              <a:gd name="connsiteX17" fmla="*/ 394193 w 1380465"/>
              <a:gd name="connsiteY17" fmla="*/ 1898140 h 2222675"/>
              <a:gd name="connsiteX18" fmla="*/ 696882 w 1380465"/>
              <a:gd name="connsiteY18" fmla="*/ 1997559 h 2222675"/>
              <a:gd name="connsiteX19" fmla="*/ 991339 w 1380465"/>
              <a:gd name="connsiteY19" fmla="*/ 1898773 h 2222675"/>
              <a:gd name="connsiteX20" fmla="*/ 1104689 w 1380465"/>
              <a:gd name="connsiteY20" fmla="*/ 1651809 h 2222675"/>
              <a:gd name="connsiteX21" fmla="*/ 674719 w 1380465"/>
              <a:gd name="connsiteY21" fmla="*/ 1184477 h 2222675"/>
              <a:gd name="connsiteX22" fmla="*/ 1034399 w 1380465"/>
              <a:gd name="connsiteY22" fmla="*/ 537305 h 2222675"/>
              <a:gd name="connsiteX23" fmla="*/ 944479 w 1380465"/>
              <a:gd name="connsiteY23" fmla="*/ 310605 h 2222675"/>
              <a:gd name="connsiteX24" fmla="*/ 700681 w 1380465"/>
              <a:gd name="connsiteY24" fmla="*/ 227650 h 2222675"/>
              <a:gd name="connsiteX25" fmla="*/ 455617 w 1380465"/>
              <a:gd name="connsiteY25" fmla="*/ 314404 h 2222675"/>
              <a:gd name="connsiteX26" fmla="*/ 354932 w 1380465"/>
              <a:gd name="connsiteY26" fmla="*/ 534772 h 2222675"/>
              <a:gd name="connsiteX27" fmla="*/ 691183 w 1380465"/>
              <a:gd name="connsiteY27" fmla="*/ 942579 h 2222675"/>
              <a:gd name="connsiteX28" fmla="*/ 1034399 w 1380465"/>
              <a:gd name="connsiteY28" fmla="*/ 537305 h 2222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380465" h="2222675">
                <a:moveTo>
                  <a:pt x="464482" y="1055929"/>
                </a:moveTo>
                <a:cubicBezTo>
                  <a:pt x="209286" y="936880"/>
                  <a:pt x="81371" y="764638"/>
                  <a:pt x="81371" y="538572"/>
                </a:cubicBezTo>
                <a:cubicBezTo>
                  <a:pt x="81371" y="380895"/>
                  <a:pt x="141529" y="252346"/>
                  <a:pt x="261212" y="153561"/>
                </a:cubicBezTo>
                <a:cubicBezTo>
                  <a:pt x="380895" y="54142"/>
                  <a:pt x="534139" y="4749"/>
                  <a:pt x="720312" y="4749"/>
                </a:cubicBezTo>
                <a:cubicBezTo>
                  <a:pt x="890654" y="4749"/>
                  <a:pt x="1031867" y="51609"/>
                  <a:pt x="1142050" y="144696"/>
                </a:cubicBezTo>
                <a:cubicBezTo>
                  <a:pt x="1252867" y="237782"/>
                  <a:pt x="1307960" y="358098"/>
                  <a:pt x="1307960" y="505643"/>
                </a:cubicBezTo>
                <a:cubicBezTo>
                  <a:pt x="1307960" y="743742"/>
                  <a:pt x="1174979" y="926748"/>
                  <a:pt x="908385" y="1054663"/>
                </a:cubicBezTo>
                <a:lnTo>
                  <a:pt x="908385" y="1060362"/>
                </a:lnTo>
                <a:cubicBezTo>
                  <a:pt x="1221205" y="1173079"/>
                  <a:pt x="1377616" y="1364951"/>
                  <a:pt x="1377616" y="1635978"/>
                </a:cubicBezTo>
                <a:cubicBezTo>
                  <a:pt x="1377616" y="1813919"/>
                  <a:pt x="1313025" y="1955765"/>
                  <a:pt x="1184478" y="2061516"/>
                </a:cubicBezTo>
                <a:cubicBezTo>
                  <a:pt x="1055929" y="2167267"/>
                  <a:pt x="876089" y="2219826"/>
                  <a:pt x="645590" y="2219826"/>
                </a:cubicBezTo>
                <a:cubicBezTo>
                  <a:pt x="456250" y="2219826"/>
                  <a:pt x="302373" y="2167901"/>
                  <a:pt x="183324" y="2063416"/>
                </a:cubicBezTo>
                <a:cubicBezTo>
                  <a:pt x="64274" y="1958931"/>
                  <a:pt x="4749" y="1824051"/>
                  <a:pt x="4749" y="1658142"/>
                </a:cubicBezTo>
                <a:cubicBezTo>
                  <a:pt x="4749" y="1385215"/>
                  <a:pt x="157994" y="1186377"/>
                  <a:pt x="463849" y="1061629"/>
                </a:cubicBezTo>
                <a:lnTo>
                  <a:pt x="463849" y="1055929"/>
                </a:lnTo>
                <a:close/>
                <a:moveTo>
                  <a:pt x="674719" y="1184477"/>
                </a:moveTo>
                <a:cubicBezTo>
                  <a:pt x="410024" y="1291495"/>
                  <a:pt x="277676" y="1444739"/>
                  <a:pt x="277676" y="1643577"/>
                </a:cubicBezTo>
                <a:cubicBezTo>
                  <a:pt x="277676" y="1746795"/>
                  <a:pt x="316304" y="1831650"/>
                  <a:pt x="394193" y="1898140"/>
                </a:cubicBezTo>
                <a:cubicBezTo>
                  <a:pt x="471448" y="1964630"/>
                  <a:pt x="572767" y="1997559"/>
                  <a:pt x="696882" y="1997559"/>
                </a:cubicBezTo>
                <a:cubicBezTo>
                  <a:pt x="817831" y="1997559"/>
                  <a:pt x="915983" y="1964630"/>
                  <a:pt x="991339" y="1898773"/>
                </a:cubicBezTo>
                <a:cubicBezTo>
                  <a:pt x="1066695" y="1832916"/>
                  <a:pt x="1104689" y="1750595"/>
                  <a:pt x="1104689" y="1651809"/>
                </a:cubicBezTo>
                <a:cubicBezTo>
                  <a:pt x="1105323" y="1444739"/>
                  <a:pt x="961576" y="1288962"/>
                  <a:pt x="674719" y="1184477"/>
                </a:cubicBezTo>
                <a:close/>
                <a:moveTo>
                  <a:pt x="1034399" y="537305"/>
                </a:moveTo>
                <a:cubicBezTo>
                  <a:pt x="1034399" y="441686"/>
                  <a:pt x="1004637" y="365697"/>
                  <a:pt x="944479" y="310605"/>
                </a:cubicBezTo>
                <a:cubicBezTo>
                  <a:pt x="884321" y="255513"/>
                  <a:pt x="803266" y="227650"/>
                  <a:pt x="700681" y="227650"/>
                </a:cubicBezTo>
                <a:cubicBezTo>
                  <a:pt x="605062" y="227650"/>
                  <a:pt x="523374" y="256779"/>
                  <a:pt x="455617" y="314404"/>
                </a:cubicBezTo>
                <a:cubicBezTo>
                  <a:pt x="388493" y="372029"/>
                  <a:pt x="354932" y="445485"/>
                  <a:pt x="354932" y="534772"/>
                </a:cubicBezTo>
                <a:cubicBezTo>
                  <a:pt x="354932" y="713979"/>
                  <a:pt x="467015" y="849493"/>
                  <a:pt x="691183" y="942579"/>
                </a:cubicBezTo>
                <a:cubicBezTo>
                  <a:pt x="920416" y="847593"/>
                  <a:pt x="1034399" y="712713"/>
                  <a:pt x="1034399" y="537305"/>
                </a:cubicBezTo>
                <a:close/>
              </a:path>
            </a:pathLst>
          </a:custGeom>
          <a:solidFill>
            <a:srgbClr val="F4F7F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4" name="任意多边形: 形状 29">
            <a:extLst>
              <a:ext uri="{FF2B5EF4-FFF2-40B4-BE49-F238E27FC236}">
                <a16:creationId xmlns:a16="http://schemas.microsoft.com/office/drawing/2014/main" id="{9B18BA97-6DED-40BE-A951-7AEF838F8F11}"/>
              </a:ext>
            </a:extLst>
          </p:cNvPr>
          <p:cNvSpPr/>
          <p:nvPr userDrawn="1"/>
        </p:nvSpPr>
        <p:spPr>
          <a:xfrm>
            <a:off x="8692297" y="288778"/>
            <a:ext cx="170975" cy="113983"/>
          </a:xfrm>
          <a:custGeom>
            <a:avLst/>
            <a:gdLst>
              <a:gd name="connsiteX0" fmla="*/ 3156 w 170975"/>
              <a:gd name="connsiteY0" fmla="*/ 83568 h 113983"/>
              <a:gd name="connsiteX1" fmla="*/ 85478 w 170975"/>
              <a:gd name="connsiteY1" fmla="*/ 100665 h 113983"/>
              <a:gd name="connsiteX2" fmla="*/ 165266 w 170975"/>
              <a:gd name="connsiteY2" fmla="*/ 89900 h 113983"/>
              <a:gd name="connsiteX3" fmla="*/ 114607 w 170975"/>
              <a:gd name="connsiteY3" fmla="*/ 3780 h 113983"/>
              <a:gd name="connsiteX4" fmla="*/ 3156 w 170975"/>
              <a:gd name="connsiteY4" fmla="*/ 83568 h 113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0975" h="113983">
                <a:moveTo>
                  <a:pt x="3156" y="83568"/>
                </a:moveTo>
                <a:cubicBezTo>
                  <a:pt x="3156" y="83568"/>
                  <a:pt x="51282" y="81668"/>
                  <a:pt x="85478" y="100665"/>
                </a:cubicBezTo>
                <a:cubicBezTo>
                  <a:pt x="119040" y="119663"/>
                  <a:pt x="153234" y="110797"/>
                  <a:pt x="165266" y="89900"/>
                </a:cubicBezTo>
                <a:cubicBezTo>
                  <a:pt x="176665" y="70903"/>
                  <a:pt x="173498" y="12012"/>
                  <a:pt x="114607" y="3780"/>
                </a:cubicBezTo>
                <a:cubicBezTo>
                  <a:pt x="55716" y="-5086"/>
                  <a:pt x="3156" y="83568"/>
                  <a:pt x="3156" y="83568"/>
                </a:cubicBezTo>
                <a:close/>
              </a:path>
            </a:pathLst>
          </a:custGeom>
          <a:solidFill>
            <a:schemeClr val="accent3"/>
          </a:solidFill>
          <a:ln w="633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6" name="任意多边形: 形状 30">
            <a:extLst>
              <a:ext uri="{FF2B5EF4-FFF2-40B4-BE49-F238E27FC236}">
                <a16:creationId xmlns:a16="http://schemas.microsoft.com/office/drawing/2014/main" id="{A2320EC0-D065-45C2-BF6B-3D981EE9A232}"/>
              </a:ext>
            </a:extLst>
          </p:cNvPr>
          <p:cNvSpPr/>
          <p:nvPr userDrawn="1"/>
        </p:nvSpPr>
        <p:spPr>
          <a:xfrm>
            <a:off x="705428" y="5393716"/>
            <a:ext cx="10778778" cy="1455312"/>
          </a:xfrm>
          <a:custGeom>
            <a:avLst/>
            <a:gdLst>
              <a:gd name="connsiteX0" fmla="*/ 5154 w 10296095"/>
              <a:gd name="connsiteY0" fmla="*/ 1352172 h 1388578"/>
              <a:gd name="connsiteX1" fmla="*/ 10294580 w 10296095"/>
              <a:gd name="connsiteY1" fmla="*/ 1384310 h 1388578"/>
              <a:gd name="connsiteX2" fmla="*/ 10294580 w 10296095"/>
              <a:gd name="connsiteY2" fmla="*/ 382593 h 1388578"/>
              <a:gd name="connsiteX3" fmla="*/ 9494783 w 10296095"/>
              <a:gd name="connsiteY3" fmla="*/ 201896 h 1388578"/>
              <a:gd name="connsiteX4" fmla="*/ 6780689 w 10296095"/>
              <a:gd name="connsiteY4" fmla="*/ 777337 h 1388578"/>
              <a:gd name="connsiteX5" fmla="*/ 3583320 w 10296095"/>
              <a:gd name="connsiteY5" fmla="*/ 580268 h 1388578"/>
              <a:gd name="connsiteX6" fmla="*/ 1212429 w 10296095"/>
              <a:gd name="connsiteY6" fmla="*/ 4827 h 1388578"/>
              <a:gd name="connsiteX7" fmla="*/ 4548 w 10296095"/>
              <a:gd name="connsiteY7" fmla="*/ 654245 h 1388578"/>
              <a:gd name="connsiteX8" fmla="*/ 4548 w 10296095"/>
              <a:gd name="connsiteY8" fmla="*/ 1352172 h 1388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296095" h="1388578">
                <a:moveTo>
                  <a:pt x="5154" y="1352172"/>
                </a:moveTo>
                <a:lnTo>
                  <a:pt x="10294580" y="1384310"/>
                </a:lnTo>
                <a:lnTo>
                  <a:pt x="10294580" y="382593"/>
                </a:lnTo>
                <a:cubicBezTo>
                  <a:pt x="10109638" y="325594"/>
                  <a:pt x="9784626" y="234640"/>
                  <a:pt x="9494783" y="201896"/>
                </a:cubicBezTo>
                <a:cubicBezTo>
                  <a:pt x="9058199" y="152780"/>
                  <a:pt x="7935210" y="398965"/>
                  <a:pt x="6780689" y="777337"/>
                </a:cubicBezTo>
                <a:cubicBezTo>
                  <a:pt x="5626774" y="1155103"/>
                  <a:pt x="4191506" y="744593"/>
                  <a:pt x="3583320" y="580268"/>
                </a:cubicBezTo>
                <a:cubicBezTo>
                  <a:pt x="2975135" y="415943"/>
                  <a:pt x="1805455" y="21805"/>
                  <a:pt x="1212429" y="4827"/>
                </a:cubicBezTo>
                <a:cubicBezTo>
                  <a:pt x="706113" y="-9120"/>
                  <a:pt x="154927" y="503866"/>
                  <a:pt x="4548" y="654245"/>
                </a:cubicBezTo>
                <a:lnTo>
                  <a:pt x="4548" y="1352172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7" name="任意多边形: 形状 31">
            <a:extLst>
              <a:ext uri="{FF2B5EF4-FFF2-40B4-BE49-F238E27FC236}">
                <a16:creationId xmlns:a16="http://schemas.microsoft.com/office/drawing/2014/main" id="{01BD19DA-C52D-4A26-BD06-0E2ACEB11461}"/>
              </a:ext>
            </a:extLst>
          </p:cNvPr>
          <p:cNvSpPr/>
          <p:nvPr userDrawn="1"/>
        </p:nvSpPr>
        <p:spPr>
          <a:xfrm>
            <a:off x="706062" y="5127548"/>
            <a:ext cx="10778778" cy="1722225"/>
          </a:xfrm>
          <a:custGeom>
            <a:avLst/>
            <a:gdLst>
              <a:gd name="connsiteX0" fmla="*/ 4548 w 10296095"/>
              <a:gd name="connsiteY0" fmla="*/ 1628571 h 1643251"/>
              <a:gd name="connsiteX1" fmla="*/ 10293973 w 10296095"/>
              <a:gd name="connsiteY1" fmla="*/ 1638879 h 1643251"/>
              <a:gd name="connsiteX2" fmla="*/ 10293973 w 10296095"/>
              <a:gd name="connsiteY2" fmla="*/ 920335 h 1643251"/>
              <a:gd name="connsiteX3" fmla="*/ 9186142 w 10296095"/>
              <a:gd name="connsiteY3" fmla="*/ 932462 h 1643251"/>
              <a:gd name="connsiteX4" fmla="*/ 5552191 w 10296095"/>
              <a:gd name="connsiteY4" fmla="*/ 94464 h 1643251"/>
              <a:gd name="connsiteX5" fmla="*/ 2292367 w 10296095"/>
              <a:gd name="connsiteY5" fmla="*/ 702650 h 1643251"/>
              <a:gd name="connsiteX6" fmla="*/ 4548 w 10296095"/>
              <a:gd name="connsiteY6" fmla="*/ 950047 h 1643251"/>
              <a:gd name="connsiteX7" fmla="*/ 4548 w 10296095"/>
              <a:gd name="connsiteY7" fmla="*/ 1628571 h 1643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296095" h="1643251">
                <a:moveTo>
                  <a:pt x="4548" y="1628571"/>
                </a:moveTo>
                <a:cubicBezTo>
                  <a:pt x="852248" y="1567328"/>
                  <a:pt x="9478411" y="1632209"/>
                  <a:pt x="10293973" y="1638879"/>
                </a:cubicBezTo>
                <a:lnTo>
                  <a:pt x="10293973" y="920335"/>
                </a:lnTo>
                <a:cubicBezTo>
                  <a:pt x="10158147" y="928824"/>
                  <a:pt x="9795540" y="945196"/>
                  <a:pt x="9186142" y="932462"/>
                </a:cubicBezTo>
                <a:cubicBezTo>
                  <a:pt x="8390590" y="916090"/>
                  <a:pt x="6752796" y="423115"/>
                  <a:pt x="5552191" y="94464"/>
                </a:cubicBezTo>
                <a:cubicBezTo>
                  <a:pt x="4351586" y="-234186"/>
                  <a:pt x="3087919" y="423115"/>
                  <a:pt x="2292367" y="702650"/>
                </a:cubicBezTo>
                <a:cubicBezTo>
                  <a:pt x="1595046" y="947621"/>
                  <a:pt x="310763" y="952472"/>
                  <a:pt x="4548" y="950047"/>
                </a:cubicBezTo>
                <a:lnTo>
                  <a:pt x="4548" y="1628571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8" name="任意多边形: 形状 32">
            <a:extLst>
              <a:ext uri="{FF2B5EF4-FFF2-40B4-BE49-F238E27FC236}">
                <a16:creationId xmlns:a16="http://schemas.microsoft.com/office/drawing/2014/main" id="{A4DEB9AC-1261-4086-AA77-D43C5108E47A}"/>
              </a:ext>
            </a:extLst>
          </p:cNvPr>
          <p:cNvSpPr/>
          <p:nvPr userDrawn="1"/>
        </p:nvSpPr>
        <p:spPr>
          <a:xfrm>
            <a:off x="705428" y="5420064"/>
            <a:ext cx="10778778" cy="1429892"/>
          </a:xfrm>
          <a:custGeom>
            <a:avLst/>
            <a:gdLst>
              <a:gd name="connsiteX0" fmla="*/ 5154 w 10296095"/>
              <a:gd name="connsiteY0" fmla="*/ 1349468 h 1364323"/>
              <a:gd name="connsiteX1" fmla="*/ 10294580 w 10296095"/>
              <a:gd name="connsiteY1" fmla="*/ 1359776 h 1364323"/>
              <a:gd name="connsiteX2" fmla="*/ 10294580 w 10296095"/>
              <a:gd name="connsiteY2" fmla="*/ 641232 h 1364323"/>
              <a:gd name="connsiteX3" fmla="*/ 9186748 w 10296095"/>
              <a:gd name="connsiteY3" fmla="*/ 653359 h 1364323"/>
              <a:gd name="connsiteX4" fmla="*/ 6234353 w 10296095"/>
              <a:gd name="connsiteY4" fmla="*/ 4548 h 1364323"/>
              <a:gd name="connsiteX5" fmla="*/ 2601614 w 10296095"/>
              <a:gd name="connsiteY5" fmla="*/ 829206 h 1364323"/>
              <a:gd name="connsiteX6" fmla="*/ 43962 w 10296095"/>
              <a:gd name="connsiteY6" fmla="*/ 670944 h 1364323"/>
              <a:gd name="connsiteX7" fmla="*/ 4548 w 10296095"/>
              <a:gd name="connsiteY7" fmla="*/ 670944 h 1364323"/>
              <a:gd name="connsiteX8" fmla="*/ 4548 w 10296095"/>
              <a:gd name="connsiteY8" fmla="*/ 1349468 h 1364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296095" h="1364323">
                <a:moveTo>
                  <a:pt x="5154" y="1349468"/>
                </a:moveTo>
                <a:cubicBezTo>
                  <a:pt x="852247" y="1288225"/>
                  <a:pt x="9478411" y="1353106"/>
                  <a:pt x="10294580" y="1359776"/>
                </a:cubicBezTo>
                <a:lnTo>
                  <a:pt x="10294580" y="641232"/>
                </a:lnTo>
                <a:cubicBezTo>
                  <a:pt x="10158753" y="649721"/>
                  <a:pt x="9796146" y="666093"/>
                  <a:pt x="9186748" y="653359"/>
                </a:cubicBezTo>
                <a:cubicBezTo>
                  <a:pt x="8534299" y="640020"/>
                  <a:pt x="7314897" y="305912"/>
                  <a:pt x="6234353" y="4548"/>
                </a:cubicBezTo>
                <a:cubicBezTo>
                  <a:pt x="5364217" y="242243"/>
                  <a:pt x="3590597" y="755229"/>
                  <a:pt x="2601614" y="829206"/>
                </a:cubicBezTo>
                <a:cubicBezTo>
                  <a:pt x="1734510" y="893481"/>
                  <a:pt x="413845" y="723092"/>
                  <a:pt x="43962" y="670944"/>
                </a:cubicBezTo>
                <a:cubicBezTo>
                  <a:pt x="29409" y="670944"/>
                  <a:pt x="16069" y="670944"/>
                  <a:pt x="4548" y="670944"/>
                </a:cubicBezTo>
                <a:lnTo>
                  <a:pt x="4548" y="1349468"/>
                </a:ln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9" name="任意多边形: 形状 33">
            <a:extLst>
              <a:ext uri="{FF2B5EF4-FFF2-40B4-BE49-F238E27FC236}">
                <a16:creationId xmlns:a16="http://schemas.microsoft.com/office/drawing/2014/main" id="{2D8DEEC2-B95A-4C8D-9FEB-59F30EA5BE0F}"/>
              </a:ext>
            </a:extLst>
          </p:cNvPr>
          <p:cNvSpPr/>
          <p:nvPr userDrawn="1"/>
        </p:nvSpPr>
        <p:spPr>
          <a:xfrm>
            <a:off x="7228556" y="5269187"/>
            <a:ext cx="4259458" cy="845225"/>
          </a:xfrm>
          <a:custGeom>
            <a:avLst/>
            <a:gdLst>
              <a:gd name="connsiteX0" fmla="*/ 4064169 w 4068716"/>
              <a:gd name="connsiteY0" fmla="*/ 764575 h 806466"/>
              <a:gd name="connsiteX1" fmla="*/ 2693175 w 4068716"/>
              <a:gd name="connsiteY1" fmla="*/ 398330 h 806466"/>
              <a:gd name="connsiteX2" fmla="*/ 363516 w 4068716"/>
              <a:gd name="connsiteY2" fmla="*/ 53914 h 806466"/>
              <a:gd name="connsiteX3" fmla="*/ 4548 w 4068716"/>
              <a:gd name="connsiteY3" fmla="*/ 148507 h 806466"/>
              <a:gd name="connsiteX4" fmla="*/ 2956944 w 4068716"/>
              <a:gd name="connsiteY4" fmla="*/ 797318 h 806466"/>
              <a:gd name="connsiteX5" fmla="*/ 4064775 w 4068716"/>
              <a:gd name="connsiteY5" fmla="*/ 785191 h 806466"/>
              <a:gd name="connsiteX6" fmla="*/ 4064775 w 4068716"/>
              <a:gd name="connsiteY6" fmla="*/ 764575 h 806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68716" h="806466">
                <a:moveTo>
                  <a:pt x="4064169" y="764575"/>
                </a:moveTo>
                <a:cubicBezTo>
                  <a:pt x="3919247" y="740320"/>
                  <a:pt x="3436580" y="648152"/>
                  <a:pt x="2693175" y="398330"/>
                </a:cubicBezTo>
                <a:cubicBezTo>
                  <a:pt x="1793934" y="96966"/>
                  <a:pt x="963212" y="-89795"/>
                  <a:pt x="363516" y="53914"/>
                </a:cubicBezTo>
                <a:cubicBezTo>
                  <a:pt x="276200" y="75136"/>
                  <a:pt x="153107" y="107274"/>
                  <a:pt x="4548" y="148507"/>
                </a:cubicBezTo>
                <a:cubicBezTo>
                  <a:pt x="1084486" y="449871"/>
                  <a:pt x="2303888" y="783979"/>
                  <a:pt x="2956944" y="797318"/>
                </a:cubicBezTo>
                <a:cubicBezTo>
                  <a:pt x="3566342" y="810052"/>
                  <a:pt x="3928949" y="793680"/>
                  <a:pt x="4064775" y="785191"/>
                </a:cubicBezTo>
                <a:lnTo>
                  <a:pt x="4064775" y="764575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/>
          </a:p>
        </p:txBody>
      </p:sp>
      <p:sp>
        <p:nvSpPr>
          <p:cNvPr id="20" name="任意多边形: 形状 34">
            <a:extLst>
              <a:ext uri="{FF2B5EF4-FFF2-40B4-BE49-F238E27FC236}">
                <a16:creationId xmlns:a16="http://schemas.microsoft.com/office/drawing/2014/main" id="{52E8AA6D-61E0-4F92-B927-749B4220C678}"/>
              </a:ext>
            </a:extLst>
          </p:cNvPr>
          <p:cNvSpPr/>
          <p:nvPr userDrawn="1"/>
        </p:nvSpPr>
        <p:spPr>
          <a:xfrm>
            <a:off x="706062" y="5870639"/>
            <a:ext cx="10778778" cy="978682"/>
          </a:xfrm>
          <a:custGeom>
            <a:avLst/>
            <a:gdLst>
              <a:gd name="connsiteX0" fmla="*/ 10294579 w 10296095"/>
              <a:gd name="connsiteY0" fmla="*/ 211318 h 933803"/>
              <a:gd name="connsiteX1" fmla="*/ 9186749 w 10296095"/>
              <a:gd name="connsiteY1" fmla="*/ 223446 h 933803"/>
              <a:gd name="connsiteX2" fmla="*/ 7860020 w 10296095"/>
              <a:gd name="connsiteY2" fmla="*/ 4548 h 933803"/>
              <a:gd name="connsiteX3" fmla="*/ 6780689 w 10296095"/>
              <a:gd name="connsiteY3" fmla="*/ 322284 h 933803"/>
              <a:gd name="connsiteX4" fmla="*/ 3841026 w 10296095"/>
              <a:gd name="connsiteY4" fmla="*/ 194340 h 933803"/>
              <a:gd name="connsiteX5" fmla="*/ 2601614 w 10296095"/>
              <a:gd name="connsiteY5" fmla="*/ 399292 h 933803"/>
              <a:gd name="connsiteX6" fmla="*/ 43962 w 10296095"/>
              <a:gd name="connsiteY6" fmla="*/ 241031 h 933803"/>
              <a:gd name="connsiteX7" fmla="*/ 4548 w 10296095"/>
              <a:gd name="connsiteY7" fmla="*/ 241031 h 933803"/>
              <a:gd name="connsiteX8" fmla="*/ 4548 w 10296095"/>
              <a:gd name="connsiteY8" fmla="*/ 897725 h 933803"/>
              <a:gd name="connsiteX9" fmla="*/ 853460 w 10296095"/>
              <a:gd name="connsiteY9" fmla="*/ 900150 h 933803"/>
              <a:gd name="connsiteX10" fmla="*/ 10293973 w 10296095"/>
              <a:gd name="connsiteY10" fmla="*/ 929862 h 933803"/>
              <a:gd name="connsiteX11" fmla="*/ 10293973 w 10296095"/>
              <a:gd name="connsiteY11" fmla="*/ 211318 h 933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296095" h="933803">
                <a:moveTo>
                  <a:pt x="10294579" y="211318"/>
                </a:moveTo>
                <a:cubicBezTo>
                  <a:pt x="10158753" y="219808"/>
                  <a:pt x="9796147" y="236180"/>
                  <a:pt x="9186749" y="223446"/>
                </a:cubicBezTo>
                <a:cubicBezTo>
                  <a:pt x="8858098" y="216776"/>
                  <a:pt x="8385739" y="128247"/>
                  <a:pt x="7860020" y="4548"/>
                </a:cubicBezTo>
                <a:cubicBezTo>
                  <a:pt x="7518029" y="93077"/>
                  <a:pt x="7150572" y="201011"/>
                  <a:pt x="6780689" y="322284"/>
                </a:cubicBezTo>
                <a:cubicBezTo>
                  <a:pt x="5767451" y="653966"/>
                  <a:pt x="4537740" y="378069"/>
                  <a:pt x="3841026" y="194340"/>
                </a:cubicBezTo>
                <a:cubicBezTo>
                  <a:pt x="3380794" y="295603"/>
                  <a:pt x="2944210" y="373825"/>
                  <a:pt x="2601614" y="399292"/>
                </a:cubicBezTo>
                <a:cubicBezTo>
                  <a:pt x="1734510" y="463567"/>
                  <a:pt x="413845" y="293178"/>
                  <a:pt x="43962" y="241031"/>
                </a:cubicBezTo>
                <a:cubicBezTo>
                  <a:pt x="29409" y="241031"/>
                  <a:pt x="16069" y="241031"/>
                  <a:pt x="4548" y="241031"/>
                </a:cubicBezTo>
                <a:lnTo>
                  <a:pt x="4548" y="897725"/>
                </a:lnTo>
                <a:lnTo>
                  <a:pt x="853460" y="900150"/>
                </a:lnTo>
                <a:cubicBezTo>
                  <a:pt x="3255883" y="876502"/>
                  <a:pt x="9600290" y="924405"/>
                  <a:pt x="10293973" y="929862"/>
                </a:cubicBezTo>
                <a:lnTo>
                  <a:pt x="10293973" y="211318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1" name="任意多边形: 形状 35">
            <a:extLst>
              <a:ext uri="{FF2B5EF4-FFF2-40B4-BE49-F238E27FC236}">
                <a16:creationId xmlns:a16="http://schemas.microsoft.com/office/drawing/2014/main" id="{5A6452D5-16A4-4FDD-9FB5-28354983952D}"/>
              </a:ext>
            </a:extLst>
          </p:cNvPr>
          <p:cNvSpPr/>
          <p:nvPr userDrawn="1"/>
        </p:nvSpPr>
        <p:spPr>
          <a:xfrm>
            <a:off x="2373329" y="1053017"/>
            <a:ext cx="203012" cy="120538"/>
          </a:xfrm>
          <a:custGeom>
            <a:avLst/>
            <a:gdLst>
              <a:gd name="connsiteX0" fmla="*/ 202950 w 203012"/>
              <a:gd name="connsiteY0" fmla="*/ 100092 h 120538"/>
              <a:gd name="connsiteX1" fmla="*/ 86852 w 203012"/>
              <a:gd name="connsiteY1" fmla="*/ 109608 h 120538"/>
              <a:gd name="connsiteX2" fmla="*/ 13894 w 203012"/>
              <a:gd name="connsiteY2" fmla="*/ 25231 h 120538"/>
              <a:gd name="connsiteX3" fmla="*/ 202950 w 203012"/>
              <a:gd name="connsiteY3" fmla="*/ 100092 h 120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3012" h="120538">
                <a:moveTo>
                  <a:pt x="202950" y="100092"/>
                </a:moveTo>
                <a:cubicBezTo>
                  <a:pt x="202950" y="100092"/>
                  <a:pt x="131261" y="75350"/>
                  <a:pt x="86852" y="109608"/>
                </a:cubicBezTo>
                <a:cubicBezTo>
                  <a:pt x="36099" y="149576"/>
                  <a:pt x="-20998" y="77887"/>
                  <a:pt x="13894" y="25231"/>
                </a:cubicBezTo>
                <a:cubicBezTo>
                  <a:pt x="49422" y="-27425"/>
                  <a:pt x="189627" y="20790"/>
                  <a:pt x="202950" y="100092"/>
                </a:cubicBezTo>
                <a:close/>
              </a:path>
            </a:pathLst>
          </a:custGeom>
          <a:solidFill>
            <a:schemeClr val="accent5"/>
          </a:solidFill>
          <a:ln w="634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2" name="任意多边形: 形状 36">
            <a:extLst>
              <a:ext uri="{FF2B5EF4-FFF2-40B4-BE49-F238E27FC236}">
                <a16:creationId xmlns:a16="http://schemas.microsoft.com/office/drawing/2014/main" id="{25FEBF30-270D-4DD8-9E76-E29ABFAE695A}"/>
              </a:ext>
            </a:extLst>
          </p:cNvPr>
          <p:cNvSpPr/>
          <p:nvPr userDrawn="1"/>
        </p:nvSpPr>
        <p:spPr>
          <a:xfrm>
            <a:off x="3722725" y="4595577"/>
            <a:ext cx="203012" cy="120538"/>
          </a:xfrm>
          <a:custGeom>
            <a:avLst/>
            <a:gdLst>
              <a:gd name="connsiteX0" fmla="*/ 202950 w 203012"/>
              <a:gd name="connsiteY0" fmla="*/ 100092 h 120538"/>
              <a:gd name="connsiteX1" fmla="*/ 86852 w 203012"/>
              <a:gd name="connsiteY1" fmla="*/ 109608 h 120538"/>
              <a:gd name="connsiteX2" fmla="*/ 13894 w 203012"/>
              <a:gd name="connsiteY2" fmla="*/ 25231 h 120538"/>
              <a:gd name="connsiteX3" fmla="*/ 202950 w 203012"/>
              <a:gd name="connsiteY3" fmla="*/ 100092 h 120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3012" h="120538">
                <a:moveTo>
                  <a:pt x="202950" y="100092"/>
                </a:moveTo>
                <a:cubicBezTo>
                  <a:pt x="202950" y="100092"/>
                  <a:pt x="131261" y="75350"/>
                  <a:pt x="86852" y="109608"/>
                </a:cubicBezTo>
                <a:cubicBezTo>
                  <a:pt x="36099" y="149576"/>
                  <a:pt x="-20998" y="77887"/>
                  <a:pt x="13894" y="25231"/>
                </a:cubicBezTo>
                <a:cubicBezTo>
                  <a:pt x="48787" y="-27425"/>
                  <a:pt x="189627" y="20790"/>
                  <a:pt x="202950" y="100092"/>
                </a:cubicBezTo>
                <a:close/>
              </a:path>
            </a:pathLst>
          </a:custGeom>
          <a:solidFill>
            <a:schemeClr val="accent5"/>
          </a:solidFill>
          <a:ln w="634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3" name="任意多边形: 形状 37">
            <a:extLst>
              <a:ext uri="{FF2B5EF4-FFF2-40B4-BE49-F238E27FC236}">
                <a16:creationId xmlns:a16="http://schemas.microsoft.com/office/drawing/2014/main" id="{829A12BC-9951-4998-81AC-EF98A5938F05}"/>
              </a:ext>
            </a:extLst>
          </p:cNvPr>
          <p:cNvSpPr/>
          <p:nvPr userDrawn="1"/>
        </p:nvSpPr>
        <p:spPr>
          <a:xfrm>
            <a:off x="3120233" y="734051"/>
            <a:ext cx="279142" cy="374303"/>
          </a:xfrm>
          <a:custGeom>
            <a:avLst/>
            <a:gdLst>
              <a:gd name="connsiteX0" fmla="*/ 255406 w 279141"/>
              <a:gd name="connsiteY0" fmla="*/ 371477 h 374303"/>
              <a:gd name="connsiteX1" fmla="*/ 135502 w 279141"/>
              <a:gd name="connsiteY1" fmla="*/ 250304 h 374303"/>
              <a:gd name="connsiteX2" fmla="*/ 6082 w 279141"/>
              <a:gd name="connsiteY2" fmla="*/ 89163 h 374303"/>
              <a:gd name="connsiteX3" fmla="*/ 228126 w 279141"/>
              <a:gd name="connsiteY3" fmla="*/ 39679 h 374303"/>
              <a:gd name="connsiteX4" fmla="*/ 255406 w 279141"/>
              <a:gd name="connsiteY4" fmla="*/ 371477 h 374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9141" h="374303">
                <a:moveTo>
                  <a:pt x="255406" y="371477"/>
                </a:moveTo>
                <a:cubicBezTo>
                  <a:pt x="255406" y="371477"/>
                  <a:pt x="217341" y="287100"/>
                  <a:pt x="135502" y="250304"/>
                </a:cubicBezTo>
                <a:cubicBezTo>
                  <a:pt x="54297" y="213508"/>
                  <a:pt x="-11682" y="167196"/>
                  <a:pt x="6082" y="89163"/>
                </a:cubicBezTo>
                <a:cubicBezTo>
                  <a:pt x="23845" y="11131"/>
                  <a:pt x="159609" y="-32009"/>
                  <a:pt x="228126" y="39679"/>
                </a:cubicBezTo>
                <a:cubicBezTo>
                  <a:pt x="296643" y="110733"/>
                  <a:pt x="292202" y="310573"/>
                  <a:pt x="255406" y="371477"/>
                </a:cubicBezTo>
                <a:close/>
              </a:path>
            </a:pathLst>
          </a:custGeom>
          <a:solidFill>
            <a:schemeClr val="accent1"/>
          </a:solidFill>
          <a:ln w="634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4" name="任意多边形: 形状 38">
            <a:extLst>
              <a:ext uri="{FF2B5EF4-FFF2-40B4-BE49-F238E27FC236}">
                <a16:creationId xmlns:a16="http://schemas.microsoft.com/office/drawing/2014/main" id="{A35EE2E6-8318-4A54-8B3E-98689233EDBC}"/>
              </a:ext>
            </a:extLst>
          </p:cNvPr>
          <p:cNvSpPr/>
          <p:nvPr userDrawn="1"/>
        </p:nvSpPr>
        <p:spPr>
          <a:xfrm>
            <a:off x="8550684" y="4291269"/>
            <a:ext cx="317206" cy="367959"/>
          </a:xfrm>
          <a:custGeom>
            <a:avLst/>
            <a:gdLst>
              <a:gd name="connsiteX0" fmla="*/ 26504 w 317206"/>
              <a:gd name="connsiteY0" fmla="*/ 366336 h 367959"/>
              <a:gd name="connsiteX1" fmla="*/ 195893 w 317206"/>
              <a:gd name="connsiteY1" fmla="*/ 247066 h 367959"/>
              <a:gd name="connsiteX2" fmla="*/ 311355 w 317206"/>
              <a:gd name="connsiteY2" fmla="*/ 70065 h 367959"/>
              <a:gd name="connsiteX3" fmla="*/ 65203 w 317206"/>
              <a:gd name="connsiteY3" fmla="*/ 62452 h 367959"/>
              <a:gd name="connsiteX4" fmla="*/ 26504 w 317206"/>
              <a:gd name="connsiteY4" fmla="*/ 366336 h 367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7206" h="367959">
                <a:moveTo>
                  <a:pt x="26504" y="366336"/>
                </a:moveTo>
                <a:cubicBezTo>
                  <a:pt x="26504" y="366336"/>
                  <a:pt x="53150" y="266098"/>
                  <a:pt x="195893" y="247066"/>
                </a:cubicBezTo>
                <a:cubicBezTo>
                  <a:pt x="338635" y="228033"/>
                  <a:pt x="325947" y="106861"/>
                  <a:pt x="311355" y="70065"/>
                </a:cubicBezTo>
                <a:cubicBezTo>
                  <a:pt x="292957" y="22484"/>
                  <a:pt x="173053" y="-49205"/>
                  <a:pt x="65203" y="62452"/>
                </a:cubicBezTo>
                <a:cubicBezTo>
                  <a:pt x="-43281" y="174108"/>
                  <a:pt x="22698" y="335884"/>
                  <a:pt x="26504" y="366336"/>
                </a:cubicBezTo>
                <a:close/>
              </a:path>
            </a:pathLst>
          </a:custGeom>
          <a:solidFill>
            <a:schemeClr val="accent4"/>
          </a:solidFill>
          <a:ln w="634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5" name="任意多边形: 形状 39">
            <a:extLst>
              <a:ext uri="{FF2B5EF4-FFF2-40B4-BE49-F238E27FC236}">
                <a16:creationId xmlns:a16="http://schemas.microsoft.com/office/drawing/2014/main" id="{B91C2B92-603E-47AF-BF73-5B87847F91C7}"/>
              </a:ext>
            </a:extLst>
          </p:cNvPr>
          <p:cNvSpPr/>
          <p:nvPr userDrawn="1"/>
        </p:nvSpPr>
        <p:spPr>
          <a:xfrm>
            <a:off x="9075206" y="5019313"/>
            <a:ext cx="171291" cy="114194"/>
          </a:xfrm>
          <a:custGeom>
            <a:avLst/>
            <a:gdLst>
              <a:gd name="connsiteX0" fmla="*/ 3168 w 171291"/>
              <a:gd name="connsiteY0" fmla="*/ 83648 h 114194"/>
              <a:gd name="connsiteX1" fmla="*/ 85642 w 171291"/>
              <a:gd name="connsiteY1" fmla="*/ 100777 h 114194"/>
              <a:gd name="connsiteX2" fmla="*/ 165577 w 171291"/>
              <a:gd name="connsiteY2" fmla="*/ 89992 h 114194"/>
              <a:gd name="connsiteX3" fmla="*/ 114824 w 171291"/>
              <a:gd name="connsiteY3" fmla="*/ 3712 h 114194"/>
              <a:gd name="connsiteX4" fmla="*/ 3168 w 171291"/>
              <a:gd name="connsiteY4" fmla="*/ 83648 h 1141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1291" h="114194">
                <a:moveTo>
                  <a:pt x="3168" y="83648"/>
                </a:moveTo>
                <a:cubicBezTo>
                  <a:pt x="3168" y="83648"/>
                  <a:pt x="51383" y="81745"/>
                  <a:pt x="85642" y="100777"/>
                </a:cubicBezTo>
                <a:cubicBezTo>
                  <a:pt x="119900" y="119810"/>
                  <a:pt x="153524" y="110928"/>
                  <a:pt x="165577" y="89992"/>
                </a:cubicBezTo>
                <a:cubicBezTo>
                  <a:pt x="176997" y="70960"/>
                  <a:pt x="173825" y="11960"/>
                  <a:pt x="114824" y="3712"/>
                </a:cubicBezTo>
                <a:cubicBezTo>
                  <a:pt x="55824" y="-4535"/>
                  <a:pt x="3168" y="83648"/>
                  <a:pt x="3168" y="83648"/>
                </a:cubicBezTo>
                <a:close/>
              </a:path>
            </a:pathLst>
          </a:custGeom>
          <a:solidFill>
            <a:schemeClr val="accent3"/>
          </a:solidFill>
          <a:ln w="634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3" name="标题 1"/>
          <p:cNvSpPr>
            <a:spLocks noGrp="1"/>
          </p:cNvSpPr>
          <p:nvPr userDrawn="1">
            <p:ph type="ctrTitle" hasCustomPrompt="1"/>
          </p:nvPr>
        </p:nvSpPr>
        <p:spPr>
          <a:xfrm>
            <a:off x="3625176" y="2401389"/>
            <a:ext cx="5426076" cy="1621509"/>
          </a:xfrm>
        </p:spPr>
        <p:txBody>
          <a:bodyPr anchor="b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15" name="文本占位符 62"/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3625176" y="4707625"/>
            <a:ext cx="5426076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zh-CN" altLang="en-US" sz="1500" smtClean="0">
                <a:solidFill>
                  <a:schemeClr val="tx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589" marR="0" lvl="0" indent="-228589" fontAlgn="auto">
              <a:spcAft>
                <a:spcPts val="0"/>
              </a:spcAft>
              <a:buClrTx/>
              <a:buSzTx/>
              <a:tabLst/>
            </a:pPr>
            <a:r>
              <a:rPr lang="en-US" altLang="zh-CN" dirty="0"/>
              <a:t>Data</a:t>
            </a:r>
          </a:p>
        </p:txBody>
      </p:sp>
      <p:sp>
        <p:nvSpPr>
          <p:cNvPr id="6" name="文本占位符 13">
            <a:extLst>
              <a:ext uri="{FF2B5EF4-FFF2-40B4-BE49-F238E27FC236}">
                <a16:creationId xmlns:a16="http://schemas.microsoft.com/office/drawing/2014/main" id="{05EBDA4F-7210-4CAE-8333-80DB24212E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25177" y="4411354"/>
            <a:ext cx="5426076" cy="296271"/>
          </a:xfrm>
        </p:spPr>
        <p:txBody>
          <a:bodyPr vert="horz" anchor="ctr">
            <a:noAutofit/>
          </a:bodyPr>
          <a:lstStyle>
            <a:lvl1pPr marL="0" indent="0" algn="ctr">
              <a:buNone/>
              <a:defRPr sz="1500" b="0">
                <a:solidFill>
                  <a:schemeClr val="tx1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</p:spTree>
    <p:extLst>
      <p:ext uri="{BB962C8B-B14F-4D97-AF65-F5344CB8AC3E}">
        <p14:creationId xmlns:p14="http://schemas.microsoft.com/office/powerpoint/2010/main" val="23786584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zh-CN" altLang="en-US" dirty="0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日期占位符 3">
            <a:extLst>
              <a:ext uri="{FF2B5EF4-FFF2-40B4-BE49-F238E27FC236}">
                <a16:creationId xmlns:a16="http://schemas.microsoft.com/office/drawing/2014/main" id="{04388434-9949-479C-A9C3-67A953F6A9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489D9C7-5DC6-4263-87FF-7C99F6FB63C3}" type="datetime1">
              <a:rPr lang="zh-CN" altLang="en-US" smtClean="0"/>
              <a:pPr/>
              <a:t>2019/5/6</a:t>
            </a:fld>
            <a:endParaRPr lang="zh-CN" altLang="en-US"/>
          </a:p>
        </p:txBody>
      </p:sp>
      <p:sp>
        <p:nvSpPr>
          <p:cNvPr id="9" name="页脚占位符 4">
            <a:extLst>
              <a:ext uri="{FF2B5EF4-FFF2-40B4-BE49-F238E27FC236}">
                <a16:creationId xmlns:a16="http://schemas.microsoft.com/office/drawing/2014/main" id="{50A5656E-7A33-4865-A262-1F96263BAA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altLang="zh-CN" dirty="0"/>
              <a:t>www.islide.cc</a:t>
            </a:r>
            <a:endParaRPr lang="zh-CN" altLang="en-US" dirty="0"/>
          </a:p>
        </p:txBody>
      </p:sp>
      <p:sp>
        <p:nvSpPr>
          <p:cNvPr id="10" name="灯片编号占位符 5">
            <a:extLst>
              <a:ext uri="{FF2B5EF4-FFF2-40B4-BE49-F238E27FC236}">
                <a16:creationId xmlns:a16="http://schemas.microsoft.com/office/drawing/2014/main" id="{5BF52F79-380E-4278-8B67-588AFE5840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4027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1" r:id="rId2"/>
    <p:sldLayoutId id="2147483669" r:id="rId3"/>
    <p:sldLayoutId id="2147483662" r:id="rId4"/>
    <p:sldLayoutId id="2147483655" r:id="rId5"/>
    <p:sldLayoutId id="2147483661" r:id="rId6"/>
  </p:sldLayoutIdLst>
  <p:hf hdr="0" dt="0"/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422" userDrawn="1">
          <p15:clr>
            <a:srgbClr val="F26B43"/>
          </p15:clr>
        </p15:guide>
        <p15:guide id="2" pos="7257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31" userDrawn="1">
          <p15:clr>
            <a:srgbClr val="F26B43"/>
          </p15:clr>
        </p15:guide>
        <p15:guide id="6" orient="horz" pos="386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tags" Target="../tags/tag2.xml"/><Relationship Id="rId7" Type="http://schemas.openxmlformats.org/officeDocument/2006/relationships/oleObject" Target="../embeddings/oleObject1.bin"/><Relationship Id="rId2" Type="http://schemas.openxmlformats.org/officeDocument/2006/relationships/vmlDrawing" Target="../drawings/vmlDrawing1.v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2.png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4.xml"/><Relationship Id="rId4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5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6.xml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30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34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8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7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F28B0F6-9CF0-4545-8FD5-D73C2A71AF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40290" y="1234176"/>
            <a:ext cx="6511420" cy="3041384"/>
          </a:xfrm>
          <a:prstGeom prst="rect">
            <a:avLst/>
          </a:prstGeom>
        </p:spPr>
      </p:pic>
      <p:graphicFrame>
        <p:nvGraphicFramePr>
          <p:cNvPr id="3" name="对象 2" hidden="1">
            <a:extLst>
              <a:ext uri="{FF2B5EF4-FFF2-40B4-BE49-F238E27FC236}">
                <a16:creationId xmlns:a16="http://schemas.microsoft.com/office/drawing/2014/main" id="{3C326D0B-7DAB-41B6-8030-2E4A18CC949B}"/>
              </a:ext>
            </a:extLst>
          </p:cNvPr>
          <p:cNvGraphicFramePr>
            <a:graphicFrameLocks noChangeAspect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25840861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0" name="think-cell Slide" r:id="rId7" imgW="347" imgH="348" progId="TCLayout.ActiveDocument.1">
                  <p:embed/>
                </p:oleObj>
              </mc:Choice>
              <mc:Fallback>
                <p:oleObj name="think-cell Slide" r:id="rId7" imgW="347" imgH="348" progId="TCLayout.ActiveDocument.1">
                  <p:embed/>
                  <p:pic>
                    <p:nvPicPr>
                      <p:cNvPr id="3" name="对象 2" hidden="1">
                        <a:extLst>
                          <a:ext uri="{FF2B5EF4-FFF2-40B4-BE49-F238E27FC236}">
                            <a16:creationId xmlns:a16="http://schemas.microsoft.com/office/drawing/2014/main" id="{3C326D0B-7DAB-41B6-8030-2E4A18CC949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 hidden="1">
            <a:extLst>
              <a:ext uri="{FF2B5EF4-FFF2-40B4-BE49-F238E27FC236}">
                <a16:creationId xmlns:a16="http://schemas.microsoft.com/office/drawing/2014/main" id="{EC933494-1B63-4A32-964F-D05236799BAA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4000" b="1" dirty="0">
              <a:latin typeface="Arial" panose="020B0604020202020204" pitchFamily="34" charset="0"/>
              <a:ea typeface="微软雅黑" panose="020B0503020204020204" pitchFamily="34" charset="-122"/>
              <a:cs typeface="+mj-cs"/>
              <a:sym typeface="Arial" panose="020B0604020202020204" pitchFamily="34" charset="0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2840290" y="1848957"/>
            <a:ext cx="6591762" cy="1263842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Dubbo </a:t>
            </a:r>
            <a:br>
              <a:rPr lang="en-US" altLang="zh-CN" dirty="0"/>
            </a:br>
            <a:r>
              <a:rPr lang="en-US" altLang="zh-CN" sz="2000" dirty="0"/>
              <a:t>And</a:t>
            </a:r>
            <a:r>
              <a:rPr lang="en-US" altLang="zh-CN" dirty="0"/>
              <a:t> </a:t>
            </a:r>
            <a:br>
              <a:rPr lang="en-US" altLang="zh-CN" dirty="0"/>
            </a:br>
            <a:r>
              <a:rPr lang="en-US" altLang="zh-CN" dirty="0"/>
              <a:t>Spring Cloud</a:t>
            </a:r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>
          <a:xfrm>
            <a:off x="5779627" y="3471211"/>
            <a:ext cx="949647" cy="547981"/>
          </a:xfrm>
        </p:spPr>
        <p:txBody>
          <a:bodyPr/>
          <a:lstStyle/>
          <a:p>
            <a:pPr algn="l"/>
            <a:r>
              <a:rPr lang="en-US" altLang="zh-CN" sz="1200" dirty="0"/>
              <a:t>Leo Liu</a:t>
            </a:r>
          </a:p>
        </p:txBody>
      </p:sp>
    </p:spTree>
    <p:extLst>
      <p:ext uri="{BB962C8B-B14F-4D97-AF65-F5344CB8AC3E}">
        <p14:creationId xmlns:p14="http://schemas.microsoft.com/office/powerpoint/2010/main" val="22717418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îSļîḓê">
            <a:extLst>
              <a:ext uri="{FF2B5EF4-FFF2-40B4-BE49-F238E27FC236}">
                <a16:creationId xmlns:a16="http://schemas.microsoft.com/office/drawing/2014/main" id="{03B70BD9-BBCC-45ED-984F-9B292C10FC51}"/>
              </a:ext>
            </a:extLst>
          </p:cNvPr>
          <p:cNvGrpSpPr/>
          <p:nvPr/>
        </p:nvGrpSpPr>
        <p:grpSpPr>
          <a:xfrm>
            <a:off x="2013768" y="9554"/>
            <a:ext cx="7773850" cy="2761751"/>
            <a:chOff x="803412" y="0"/>
            <a:chExt cx="7773848" cy="2761750"/>
          </a:xfrm>
        </p:grpSpPr>
        <p:sp>
          <p:nvSpPr>
            <p:cNvPr id="32" name="íṩļîde">
              <a:extLst>
                <a:ext uri="{FF2B5EF4-FFF2-40B4-BE49-F238E27FC236}">
                  <a16:creationId xmlns:a16="http://schemas.microsoft.com/office/drawing/2014/main" id="{34AB7732-83F5-45DA-BEE2-F983C5806EC3}"/>
                </a:ext>
              </a:extLst>
            </p:cNvPr>
            <p:cNvSpPr/>
            <p:nvPr/>
          </p:nvSpPr>
          <p:spPr bwMode="auto">
            <a:xfrm>
              <a:off x="3530190" y="5172"/>
              <a:ext cx="5047070" cy="1940094"/>
            </a:xfrm>
            <a:prstGeom prst="parallelogram">
              <a:avLst>
                <a:gd name="adj" fmla="val 140753"/>
              </a:avLst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chemeClr val="bg1"/>
              </a:solidFill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3" name="ïṡḷîďê">
              <a:extLst>
                <a:ext uri="{FF2B5EF4-FFF2-40B4-BE49-F238E27FC236}">
                  <a16:creationId xmlns:a16="http://schemas.microsoft.com/office/drawing/2014/main" id="{FCCAEC02-B943-44A5-BAC9-AED3A0D1A738}"/>
                </a:ext>
              </a:extLst>
            </p:cNvPr>
            <p:cNvSpPr/>
            <p:nvPr/>
          </p:nvSpPr>
          <p:spPr bwMode="auto">
            <a:xfrm flipH="1">
              <a:off x="803412" y="0"/>
              <a:ext cx="5047070" cy="2761750"/>
            </a:xfrm>
            <a:custGeom>
              <a:avLst/>
              <a:gdLst>
                <a:gd name="connsiteX0" fmla="*/ 5047070 w 5047070"/>
                <a:gd name="connsiteY0" fmla="*/ 0 h 2761750"/>
                <a:gd name="connsiteX1" fmla="*/ 2730741 w 5047070"/>
                <a:gd name="connsiteY1" fmla="*/ 0 h 2761750"/>
                <a:gd name="connsiteX2" fmla="*/ 0 w 5047070"/>
                <a:gd name="connsiteY2" fmla="*/ 1940094 h 2761750"/>
                <a:gd name="connsiteX3" fmla="*/ 1156506 w 5047070"/>
                <a:gd name="connsiteY3" fmla="*/ 2761750 h 2761750"/>
                <a:gd name="connsiteX4" fmla="*/ 2313012 w 5047070"/>
                <a:gd name="connsiteY4" fmla="*/ 1940094 h 2761750"/>
                <a:gd name="connsiteX5" fmla="*/ 2316329 w 5047070"/>
                <a:gd name="connsiteY5" fmla="*/ 1940094 h 2761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47070" h="2761750">
                  <a:moveTo>
                    <a:pt x="5047070" y="0"/>
                  </a:moveTo>
                  <a:lnTo>
                    <a:pt x="2730741" y="0"/>
                  </a:lnTo>
                  <a:lnTo>
                    <a:pt x="0" y="1940094"/>
                  </a:lnTo>
                  <a:lnTo>
                    <a:pt x="1156506" y="2761750"/>
                  </a:lnTo>
                  <a:lnTo>
                    <a:pt x="2313012" y="1940094"/>
                  </a:lnTo>
                  <a:lnTo>
                    <a:pt x="2316329" y="1940094"/>
                  </a:lnTo>
                  <a:close/>
                </a:path>
              </a:pathLst>
            </a:custGeom>
            <a:solidFill>
              <a:schemeClr val="tx2"/>
            </a:solidFill>
            <a:ln w="19050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4" name="íslîdé">
            <a:extLst>
              <a:ext uri="{FF2B5EF4-FFF2-40B4-BE49-F238E27FC236}">
                <a16:creationId xmlns:a16="http://schemas.microsoft.com/office/drawing/2014/main" id="{B36706CA-F799-4ACE-A5A3-BFDF421794B5}"/>
              </a:ext>
            </a:extLst>
          </p:cNvPr>
          <p:cNvSpPr/>
          <p:nvPr/>
        </p:nvSpPr>
        <p:spPr>
          <a:xfrm>
            <a:off x="5208677" y="1783187"/>
            <a:ext cx="1384031" cy="501477"/>
          </a:xfrm>
          <a:prstGeom prst="rect">
            <a:avLst/>
          </a:prstGeom>
        </p:spPr>
        <p:txBody>
          <a:bodyPr wrap="none" anchor="ctr" anchorCtr="1">
            <a:normAutofit/>
          </a:bodyPr>
          <a:lstStyle/>
          <a:p>
            <a:pPr lvl="0" algn="ctr"/>
            <a:r>
              <a:rPr lang="en-US" altLang="zh-CN" b="1" dirty="0">
                <a:solidFill>
                  <a:prstClr val="white">
                    <a:lumMod val="100000"/>
                  </a:prstClr>
                </a:solidFill>
              </a:rPr>
              <a:t>CONTENTS</a:t>
            </a:r>
          </a:p>
        </p:txBody>
      </p:sp>
      <p:grpSp>
        <p:nvGrpSpPr>
          <p:cNvPr id="5" name="iṩļiḍè">
            <a:extLst>
              <a:ext uri="{FF2B5EF4-FFF2-40B4-BE49-F238E27FC236}">
                <a16:creationId xmlns:a16="http://schemas.microsoft.com/office/drawing/2014/main" id="{6DF48EE5-1459-42C1-B166-FBA978809AB9}"/>
              </a:ext>
            </a:extLst>
          </p:cNvPr>
          <p:cNvGrpSpPr/>
          <p:nvPr/>
        </p:nvGrpSpPr>
        <p:grpSpPr>
          <a:xfrm>
            <a:off x="1484121" y="3237164"/>
            <a:ext cx="2299974" cy="1555561"/>
            <a:chOff x="1266824" y="3136815"/>
            <a:chExt cx="2299974" cy="1555561"/>
          </a:xfrm>
        </p:grpSpPr>
        <p:grpSp>
          <p:nvGrpSpPr>
            <p:cNvPr id="27" name="iṡliḑé">
              <a:extLst>
                <a:ext uri="{FF2B5EF4-FFF2-40B4-BE49-F238E27FC236}">
                  <a16:creationId xmlns:a16="http://schemas.microsoft.com/office/drawing/2014/main" id="{0ABF37D1-6097-495D-AD1B-C7266F0CC107}"/>
                </a:ext>
              </a:extLst>
            </p:cNvPr>
            <p:cNvGrpSpPr/>
            <p:nvPr/>
          </p:nvGrpSpPr>
          <p:grpSpPr>
            <a:xfrm>
              <a:off x="1847860" y="3136815"/>
              <a:ext cx="1137902" cy="1137902"/>
              <a:chOff x="1019436" y="3284984"/>
              <a:chExt cx="1512168" cy="1512168"/>
            </a:xfrm>
          </p:grpSpPr>
          <p:sp>
            <p:nvSpPr>
              <p:cNvPr id="30" name="işḻíḋe">
                <a:extLst>
                  <a:ext uri="{FF2B5EF4-FFF2-40B4-BE49-F238E27FC236}">
                    <a16:creationId xmlns:a16="http://schemas.microsoft.com/office/drawing/2014/main" id="{1723097B-2E24-4F3A-AC6F-5771C21296EA}"/>
                  </a:ext>
                </a:extLst>
              </p:cNvPr>
              <p:cNvSpPr/>
              <p:nvPr/>
            </p:nvSpPr>
            <p:spPr bwMode="auto">
              <a:xfrm>
                <a:off x="1019436" y="3284984"/>
                <a:ext cx="1512168" cy="1512168"/>
              </a:xfrm>
              <a:prstGeom prst="ellipse">
                <a:avLst/>
              </a:prstGeom>
              <a:solidFill>
                <a:schemeClr val="accent1">
                  <a:lumMod val="100000"/>
                </a:schemeClr>
              </a:solidFill>
              <a:ln w="19050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" name="îś1ïde">
                <a:extLst>
                  <a:ext uri="{FF2B5EF4-FFF2-40B4-BE49-F238E27FC236}">
                    <a16:creationId xmlns:a16="http://schemas.microsoft.com/office/drawing/2014/main" id="{99D247D0-439E-4CC3-94FD-9B862713B9B9}"/>
                  </a:ext>
                </a:extLst>
              </p:cNvPr>
              <p:cNvSpPr/>
              <p:nvPr/>
            </p:nvSpPr>
            <p:spPr bwMode="auto">
              <a:xfrm>
                <a:off x="1419386" y="3684934"/>
                <a:ext cx="712268" cy="712268"/>
              </a:xfrm>
              <a:custGeom>
                <a:avLst/>
                <a:gdLst/>
                <a:ahLst/>
                <a:cxnLst/>
                <a:rect l="0" t="0" r="r" b="b"/>
                <a:pathLst>
                  <a:path w="4629150" h="4629150">
                    <a:moveTo>
                      <a:pt x="2317164" y="3859790"/>
                    </a:moveTo>
                    <a:cubicBezTo>
                      <a:pt x="2297115" y="3859790"/>
                      <a:pt x="2280107" y="3866979"/>
                      <a:pt x="2266139" y="3881358"/>
                    </a:cubicBezTo>
                    <a:cubicBezTo>
                      <a:pt x="2252171" y="3895737"/>
                      <a:pt x="2245187" y="3914594"/>
                      <a:pt x="2245187" y="3937929"/>
                    </a:cubicBezTo>
                    <a:cubicBezTo>
                      <a:pt x="2245187" y="3953212"/>
                      <a:pt x="2248432" y="3967838"/>
                      <a:pt x="2254923" y="3981806"/>
                    </a:cubicBezTo>
                    <a:cubicBezTo>
                      <a:pt x="2261414" y="3995774"/>
                      <a:pt x="2270494" y="4006414"/>
                      <a:pt x="2282161" y="4013727"/>
                    </a:cubicBezTo>
                    <a:cubicBezTo>
                      <a:pt x="2293829" y="4021040"/>
                      <a:pt x="2306071" y="4024696"/>
                      <a:pt x="2318889" y="4024696"/>
                    </a:cubicBezTo>
                    <a:cubicBezTo>
                      <a:pt x="2337623" y="4024696"/>
                      <a:pt x="2353727" y="4017137"/>
                      <a:pt x="2367203" y="4002018"/>
                    </a:cubicBezTo>
                    <a:cubicBezTo>
                      <a:pt x="2380678" y="3986900"/>
                      <a:pt x="2387415" y="3966359"/>
                      <a:pt x="2387415" y="3940394"/>
                    </a:cubicBezTo>
                    <a:cubicBezTo>
                      <a:pt x="2387415" y="3915416"/>
                      <a:pt x="2380760" y="3895737"/>
                      <a:pt x="2367449" y="3881358"/>
                    </a:cubicBezTo>
                    <a:cubicBezTo>
                      <a:pt x="2354138" y="3866979"/>
                      <a:pt x="2337376" y="3859790"/>
                      <a:pt x="2317164" y="3859790"/>
                    </a:cubicBezTo>
                    <a:close/>
                    <a:moveTo>
                      <a:pt x="2323819" y="3692172"/>
                    </a:moveTo>
                    <a:cubicBezTo>
                      <a:pt x="2352248" y="3692172"/>
                      <a:pt x="2375542" y="3700142"/>
                      <a:pt x="2393701" y="3716082"/>
                    </a:cubicBezTo>
                    <a:cubicBezTo>
                      <a:pt x="2411860" y="3732023"/>
                      <a:pt x="2422746" y="3754043"/>
                      <a:pt x="2426362" y="3782144"/>
                    </a:cubicBezTo>
                    <a:lnTo>
                      <a:pt x="2382239" y="3785594"/>
                    </a:lnTo>
                    <a:cubicBezTo>
                      <a:pt x="2378295" y="3768175"/>
                      <a:pt x="2372708" y="3755522"/>
                      <a:pt x="2365477" y="3747634"/>
                    </a:cubicBezTo>
                    <a:cubicBezTo>
                      <a:pt x="2353481" y="3734980"/>
                      <a:pt x="2338691" y="3728654"/>
                      <a:pt x="2321108" y="3728654"/>
                    </a:cubicBezTo>
                    <a:cubicBezTo>
                      <a:pt x="2306975" y="3728654"/>
                      <a:pt x="2294568" y="3732598"/>
                      <a:pt x="2283887" y="3740486"/>
                    </a:cubicBezTo>
                    <a:cubicBezTo>
                      <a:pt x="2269919" y="3750674"/>
                      <a:pt x="2258908" y="3765546"/>
                      <a:pt x="2250856" y="3785101"/>
                    </a:cubicBezTo>
                    <a:cubicBezTo>
                      <a:pt x="2242804" y="3804657"/>
                      <a:pt x="2238614" y="3832511"/>
                      <a:pt x="2238285" y="3868664"/>
                    </a:cubicBezTo>
                    <a:cubicBezTo>
                      <a:pt x="2248966" y="3852395"/>
                      <a:pt x="2262031" y="3840317"/>
                      <a:pt x="2277478" y="3832429"/>
                    </a:cubicBezTo>
                    <a:cubicBezTo>
                      <a:pt x="2292925" y="3824541"/>
                      <a:pt x="2309112" y="3820597"/>
                      <a:pt x="2326038" y="3820597"/>
                    </a:cubicBezTo>
                    <a:cubicBezTo>
                      <a:pt x="2355617" y="3820597"/>
                      <a:pt x="2380801" y="3831484"/>
                      <a:pt x="2401589" y="3853258"/>
                    </a:cubicBezTo>
                    <a:cubicBezTo>
                      <a:pt x="2422377" y="3875032"/>
                      <a:pt x="2432771" y="3903173"/>
                      <a:pt x="2432771" y="3937683"/>
                    </a:cubicBezTo>
                    <a:cubicBezTo>
                      <a:pt x="2432771" y="3960361"/>
                      <a:pt x="2427882" y="3981436"/>
                      <a:pt x="2418104" y="4000909"/>
                    </a:cubicBezTo>
                    <a:cubicBezTo>
                      <a:pt x="2408326" y="4020382"/>
                      <a:pt x="2394892" y="4035296"/>
                      <a:pt x="2377802" y="4045648"/>
                    </a:cubicBezTo>
                    <a:cubicBezTo>
                      <a:pt x="2360712" y="4056001"/>
                      <a:pt x="2341320" y="4061178"/>
                      <a:pt x="2319629" y="4061178"/>
                    </a:cubicBezTo>
                    <a:cubicBezTo>
                      <a:pt x="2282654" y="4061178"/>
                      <a:pt x="2252500" y="4047579"/>
                      <a:pt x="2229164" y="4020382"/>
                    </a:cubicBezTo>
                    <a:cubicBezTo>
                      <a:pt x="2205829" y="3993186"/>
                      <a:pt x="2194162" y="3948364"/>
                      <a:pt x="2194162" y="3885919"/>
                    </a:cubicBezTo>
                    <a:cubicBezTo>
                      <a:pt x="2194162" y="3816078"/>
                      <a:pt x="2207062" y="3765300"/>
                      <a:pt x="2232862" y="3733584"/>
                    </a:cubicBezTo>
                    <a:cubicBezTo>
                      <a:pt x="2255375" y="3705976"/>
                      <a:pt x="2285694" y="3692172"/>
                      <a:pt x="2323819" y="3692172"/>
                    </a:cubicBezTo>
                    <a:close/>
                    <a:moveTo>
                      <a:pt x="3020074" y="3489300"/>
                    </a:moveTo>
                    <a:lnTo>
                      <a:pt x="3199770" y="3489300"/>
                    </a:lnTo>
                    <a:lnTo>
                      <a:pt x="3199770" y="3531698"/>
                    </a:lnTo>
                    <a:lnTo>
                      <a:pt x="3055570" y="3531698"/>
                    </a:lnTo>
                    <a:lnTo>
                      <a:pt x="3036097" y="3628817"/>
                    </a:lnTo>
                    <a:cubicBezTo>
                      <a:pt x="3057788" y="3613699"/>
                      <a:pt x="3080548" y="3606140"/>
                      <a:pt x="3104376" y="3606140"/>
                    </a:cubicBezTo>
                    <a:cubicBezTo>
                      <a:pt x="3135928" y="3606140"/>
                      <a:pt x="3162549" y="3617068"/>
                      <a:pt x="3184241" y="3638924"/>
                    </a:cubicBezTo>
                    <a:cubicBezTo>
                      <a:pt x="3205933" y="3660780"/>
                      <a:pt x="3216779" y="3688880"/>
                      <a:pt x="3216779" y="3723225"/>
                    </a:cubicBezTo>
                    <a:cubicBezTo>
                      <a:pt x="3216779" y="3755927"/>
                      <a:pt x="3207247" y="3784192"/>
                      <a:pt x="3188185" y="3808020"/>
                    </a:cubicBezTo>
                    <a:cubicBezTo>
                      <a:pt x="3165014" y="3837271"/>
                      <a:pt x="3133381" y="3851897"/>
                      <a:pt x="3093284" y="3851897"/>
                    </a:cubicBezTo>
                    <a:cubicBezTo>
                      <a:pt x="3060418" y="3851897"/>
                      <a:pt x="3033591" y="3842694"/>
                      <a:pt x="3012803" y="3824289"/>
                    </a:cubicBezTo>
                    <a:cubicBezTo>
                      <a:pt x="2992015" y="3805884"/>
                      <a:pt x="2980142" y="3781481"/>
                      <a:pt x="2977184" y="3751080"/>
                    </a:cubicBezTo>
                    <a:lnTo>
                      <a:pt x="3023772" y="3747136"/>
                    </a:lnTo>
                    <a:cubicBezTo>
                      <a:pt x="3027223" y="3769813"/>
                      <a:pt x="3035234" y="3786863"/>
                      <a:pt x="3047805" y="3798284"/>
                    </a:cubicBezTo>
                    <a:cubicBezTo>
                      <a:pt x="3060377" y="3809705"/>
                      <a:pt x="3075536" y="3815415"/>
                      <a:pt x="3093284" y="3815415"/>
                    </a:cubicBezTo>
                    <a:cubicBezTo>
                      <a:pt x="3114647" y="3815415"/>
                      <a:pt x="3132723" y="3807363"/>
                      <a:pt x="3147513" y="3791258"/>
                    </a:cubicBezTo>
                    <a:cubicBezTo>
                      <a:pt x="3162303" y="3775154"/>
                      <a:pt x="3169698" y="3753791"/>
                      <a:pt x="3169698" y="3727169"/>
                    </a:cubicBezTo>
                    <a:cubicBezTo>
                      <a:pt x="3169698" y="3701862"/>
                      <a:pt x="3162590" y="3681896"/>
                      <a:pt x="3148376" y="3667271"/>
                    </a:cubicBezTo>
                    <a:cubicBezTo>
                      <a:pt x="3134161" y="3652645"/>
                      <a:pt x="3115551" y="3645333"/>
                      <a:pt x="3092544" y="3645333"/>
                    </a:cubicBezTo>
                    <a:cubicBezTo>
                      <a:pt x="3078248" y="3645333"/>
                      <a:pt x="3065348" y="3648578"/>
                      <a:pt x="3053844" y="3655069"/>
                    </a:cubicBezTo>
                    <a:cubicBezTo>
                      <a:pt x="3042341" y="3661560"/>
                      <a:pt x="3033303" y="3669982"/>
                      <a:pt x="3026730" y="3680335"/>
                    </a:cubicBezTo>
                    <a:lnTo>
                      <a:pt x="2985072" y="3674912"/>
                    </a:lnTo>
                    <a:lnTo>
                      <a:pt x="3020074" y="3489300"/>
                    </a:lnTo>
                    <a:close/>
                    <a:moveTo>
                      <a:pt x="1418041" y="3489054"/>
                    </a:moveTo>
                    <a:lnTo>
                      <a:pt x="1651967" y="3489054"/>
                    </a:lnTo>
                    <a:lnTo>
                      <a:pt x="1651967" y="3523563"/>
                    </a:lnTo>
                    <a:cubicBezTo>
                      <a:pt x="1628960" y="3548049"/>
                      <a:pt x="1606159" y="3580586"/>
                      <a:pt x="1583564" y="3621176"/>
                    </a:cubicBezTo>
                    <a:cubicBezTo>
                      <a:pt x="1560968" y="3661766"/>
                      <a:pt x="1543508" y="3703506"/>
                      <a:pt x="1531183" y="3746396"/>
                    </a:cubicBezTo>
                    <a:cubicBezTo>
                      <a:pt x="1522309" y="3776633"/>
                      <a:pt x="1516640" y="3809746"/>
                      <a:pt x="1514175" y="3845734"/>
                    </a:cubicBezTo>
                    <a:lnTo>
                      <a:pt x="1468573" y="3845734"/>
                    </a:lnTo>
                    <a:cubicBezTo>
                      <a:pt x="1469066" y="3817305"/>
                      <a:pt x="1474653" y="3782960"/>
                      <a:pt x="1485335" y="3742699"/>
                    </a:cubicBezTo>
                    <a:cubicBezTo>
                      <a:pt x="1496017" y="3702438"/>
                      <a:pt x="1511340" y="3663614"/>
                      <a:pt x="1531307" y="3626229"/>
                    </a:cubicBezTo>
                    <a:cubicBezTo>
                      <a:pt x="1551273" y="3588844"/>
                      <a:pt x="1572513" y="3557333"/>
                      <a:pt x="1595026" y="3531698"/>
                    </a:cubicBezTo>
                    <a:lnTo>
                      <a:pt x="1418041" y="3531698"/>
                    </a:lnTo>
                    <a:lnTo>
                      <a:pt x="1418041" y="3489054"/>
                    </a:lnTo>
                    <a:close/>
                    <a:moveTo>
                      <a:pt x="960894" y="3097227"/>
                    </a:moveTo>
                    <a:cubicBezTo>
                      <a:pt x="940024" y="3097227"/>
                      <a:pt x="922728" y="3104129"/>
                      <a:pt x="909007" y="3117933"/>
                    </a:cubicBezTo>
                    <a:cubicBezTo>
                      <a:pt x="895285" y="3131737"/>
                      <a:pt x="888424" y="3148991"/>
                      <a:pt x="888424" y="3169697"/>
                    </a:cubicBezTo>
                    <a:cubicBezTo>
                      <a:pt x="888424" y="3182351"/>
                      <a:pt x="891423" y="3194593"/>
                      <a:pt x="897421" y="3206425"/>
                    </a:cubicBezTo>
                    <a:cubicBezTo>
                      <a:pt x="903420" y="3218257"/>
                      <a:pt x="912335" y="3227418"/>
                      <a:pt x="924166" y="3233910"/>
                    </a:cubicBezTo>
                    <a:cubicBezTo>
                      <a:pt x="935998" y="3240401"/>
                      <a:pt x="948734" y="3243646"/>
                      <a:pt x="962373" y="3243646"/>
                    </a:cubicBezTo>
                    <a:cubicBezTo>
                      <a:pt x="983572" y="3243646"/>
                      <a:pt x="1001073" y="3236826"/>
                      <a:pt x="1014877" y="3223187"/>
                    </a:cubicBezTo>
                    <a:cubicBezTo>
                      <a:pt x="1028681" y="3209547"/>
                      <a:pt x="1035583" y="3192211"/>
                      <a:pt x="1035583" y="3171176"/>
                    </a:cubicBezTo>
                    <a:cubicBezTo>
                      <a:pt x="1035583" y="3149813"/>
                      <a:pt x="1028476" y="3132148"/>
                      <a:pt x="1014261" y="3118179"/>
                    </a:cubicBezTo>
                    <a:cubicBezTo>
                      <a:pt x="1000046" y="3104211"/>
                      <a:pt x="982257" y="3097227"/>
                      <a:pt x="960894" y="3097227"/>
                    </a:cubicBezTo>
                    <a:close/>
                    <a:moveTo>
                      <a:pt x="3691180" y="2983839"/>
                    </a:moveTo>
                    <a:lnTo>
                      <a:pt x="3578039" y="3146773"/>
                    </a:lnTo>
                    <a:lnTo>
                      <a:pt x="3691180" y="3146773"/>
                    </a:lnTo>
                    <a:lnTo>
                      <a:pt x="3691180" y="2983839"/>
                    </a:lnTo>
                    <a:close/>
                    <a:moveTo>
                      <a:pt x="961634" y="2947604"/>
                    </a:moveTo>
                    <a:cubicBezTo>
                      <a:pt x="944708" y="2947604"/>
                      <a:pt x="930657" y="2953027"/>
                      <a:pt x="919483" y="2963872"/>
                    </a:cubicBezTo>
                    <a:cubicBezTo>
                      <a:pt x="908308" y="2974718"/>
                      <a:pt x="902721" y="2987700"/>
                      <a:pt x="902721" y="3002819"/>
                    </a:cubicBezTo>
                    <a:cubicBezTo>
                      <a:pt x="902721" y="3019909"/>
                      <a:pt x="908226" y="3033877"/>
                      <a:pt x="919236" y="3044723"/>
                    </a:cubicBezTo>
                    <a:cubicBezTo>
                      <a:pt x="930247" y="3055569"/>
                      <a:pt x="944543" y="3060992"/>
                      <a:pt x="962127" y="3060992"/>
                    </a:cubicBezTo>
                    <a:cubicBezTo>
                      <a:pt x="979217" y="3060992"/>
                      <a:pt x="993226" y="3055610"/>
                      <a:pt x="1004155" y="3044847"/>
                    </a:cubicBezTo>
                    <a:cubicBezTo>
                      <a:pt x="1015083" y="3034083"/>
                      <a:pt x="1020547" y="3020895"/>
                      <a:pt x="1020547" y="3005284"/>
                    </a:cubicBezTo>
                    <a:cubicBezTo>
                      <a:pt x="1020547" y="2989015"/>
                      <a:pt x="1014918" y="2975335"/>
                      <a:pt x="1003662" y="2964242"/>
                    </a:cubicBezTo>
                    <a:cubicBezTo>
                      <a:pt x="992405" y="2953150"/>
                      <a:pt x="978396" y="2947604"/>
                      <a:pt x="961634" y="2947604"/>
                    </a:cubicBezTo>
                    <a:close/>
                    <a:moveTo>
                      <a:pt x="3699315" y="2912601"/>
                    </a:moveTo>
                    <a:lnTo>
                      <a:pt x="3735550" y="2912601"/>
                    </a:lnTo>
                    <a:lnTo>
                      <a:pt x="3735550" y="3146773"/>
                    </a:lnTo>
                    <a:lnTo>
                      <a:pt x="3784356" y="3146773"/>
                    </a:lnTo>
                    <a:lnTo>
                      <a:pt x="3784356" y="3187445"/>
                    </a:lnTo>
                    <a:lnTo>
                      <a:pt x="3735550" y="3187445"/>
                    </a:lnTo>
                    <a:lnTo>
                      <a:pt x="3735550" y="3273965"/>
                    </a:lnTo>
                    <a:lnTo>
                      <a:pt x="3691180" y="3273965"/>
                    </a:lnTo>
                    <a:lnTo>
                      <a:pt x="3691180" y="3187445"/>
                    </a:lnTo>
                    <a:lnTo>
                      <a:pt x="3534409" y="3187445"/>
                    </a:lnTo>
                    <a:lnTo>
                      <a:pt x="3534409" y="3146773"/>
                    </a:lnTo>
                    <a:lnTo>
                      <a:pt x="3699315" y="2912601"/>
                    </a:lnTo>
                    <a:close/>
                    <a:moveTo>
                      <a:pt x="961141" y="2911122"/>
                    </a:moveTo>
                    <a:cubicBezTo>
                      <a:pt x="992692" y="2911122"/>
                      <a:pt x="1018082" y="2920284"/>
                      <a:pt x="1037308" y="2938607"/>
                    </a:cubicBezTo>
                    <a:cubicBezTo>
                      <a:pt x="1056535" y="2956929"/>
                      <a:pt x="1066148" y="2979237"/>
                      <a:pt x="1066148" y="3005530"/>
                    </a:cubicBezTo>
                    <a:cubicBezTo>
                      <a:pt x="1066148" y="3022292"/>
                      <a:pt x="1061753" y="3036877"/>
                      <a:pt x="1052961" y="3049284"/>
                    </a:cubicBezTo>
                    <a:cubicBezTo>
                      <a:pt x="1044169" y="3061690"/>
                      <a:pt x="1030817" y="3071263"/>
                      <a:pt x="1012905" y="3078000"/>
                    </a:cubicBezTo>
                    <a:cubicBezTo>
                      <a:pt x="1035090" y="3085231"/>
                      <a:pt x="1051975" y="3096899"/>
                      <a:pt x="1063560" y="3113003"/>
                    </a:cubicBezTo>
                    <a:cubicBezTo>
                      <a:pt x="1075146" y="3129107"/>
                      <a:pt x="1080938" y="3148334"/>
                      <a:pt x="1080938" y="3170683"/>
                    </a:cubicBezTo>
                    <a:cubicBezTo>
                      <a:pt x="1080938" y="3201577"/>
                      <a:pt x="1070010" y="3227542"/>
                      <a:pt x="1048154" y="3248576"/>
                    </a:cubicBezTo>
                    <a:cubicBezTo>
                      <a:pt x="1026298" y="3269610"/>
                      <a:pt x="997540" y="3280128"/>
                      <a:pt x="961880" y="3280128"/>
                    </a:cubicBezTo>
                    <a:cubicBezTo>
                      <a:pt x="926221" y="3280128"/>
                      <a:pt x="897463" y="3269569"/>
                      <a:pt x="875607" y="3248453"/>
                    </a:cubicBezTo>
                    <a:cubicBezTo>
                      <a:pt x="853751" y="3227336"/>
                      <a:pt x="842822" y="3201002"/>
                      <a:pt x="842822" y="3169451"/>
                    </a:cubicBezTo>
                    <a:cubicBezTo>
                      <a:pt x="842822" y="3145951"/>
                      <a:pt x="848779" y="3126273"/>
                      <a:pt x="860693" y="3110415"/>
                    </a:cubicBezTo>
                    <a:cubicBezTo>
                      <a:pt x="872607" y="3094557"/>
                      <a:pt x="889575" y="3083752"/>
                      <a:pt x="911595" y="3078000"/>
                    </a:cubicBezTo>
                    <a:cubicBezTo>
                      <a:pt x="893190" y="3071263"/>
                      <a:pt x="879550" y="3061649"/>
                      <a:pt x="870677" y="3049160"/>
                    </a:cubicBezTo>
                    <a:cubicBezTo>
                      <a:pt x="861803" y="3036671"/>
                      <a:pt x="857366" y="3021717"/>
                      <a:pt x="857366" y="3004298"/>
                    </a:cubicBezTo>
                    <a:cubicBezTo>
                      <a:pt x="857366" y="2978005"/>
                      <a:pt x="866815" y="2955902"/>
                      <a:pt x="885713" y="2937990"/>
                    </a:cubicBezTo>
                    <a:cubicBezTo>
                      <a:pt x="904611" y="2920078"/>
                      <a:pt x="929754" y="2911122"/>
                      <a:pt x="961141" y="2911122"/>
                    </a:cubicBezTo>
                    <a:close/>
                    <a:moveTo>
                      <a:pt x="753091" y="2166800"/>
                    </a:moveTo>
                    <a:cubicBezTo>
                      <a:pt x="733372" y="2166800"/>
                      <a:pt x="716199" y="2174852"/>
                      <a:pt x="701574" y="2190957"/>
                    </a:cubicBezTo>
                    <a:cubicBezTo>
                      <a:pt x="686948" y="2207061"/>
                      <a:pt x="679635" y="2227931"/>
                      <a:pt x="679635" y="2253567"/>
                    </a:cubicBezTo>
                    <a:cubicBezTo>
                      <a:pt x="679635" y="2276573"/>
                      <a:pt x="686578" y="2295266"/>
                      <a:pt x="700464" y="2309645"/>
                    </a:cubicBezTo>
                    <a:cubicBezTo>
                      <a:pt x="714350" y="2324024"/>
                      <a:pt x="731482" y="2331213"/>
                      <a:pt x="751859" y="2331213"/>
                    </a:cubicBezTo>
                    <a:cubicBezTo>
                      <a:pt x="772400" y="2331213"/>
                      <a:pt x="789285" y="2324024"/>
                      <a:pt x="802514" y="2309645"/>
                    </a:cubicBezTo>
                    <a:cubicBezTo>
                      <a:pt x="815743" y="2295266"/>
                      <a:pt x="822357" y="2275341"/>
                      <a:pt x="822357" y="2249870"/>
                    </a:cubicBezTo>
                    <a:cubicBezTo>
                      <a:pt x="822357" y="2224398"/>
                      <a:pt x="815578" y="2204185"/>
                      <a:pt x="802021" y="2189231"/>
                    </a:cubicBezTo>
                    <a:cubicBezTo>
                      <a:pt x="788464" y="2174277"/>
                      <a:pt x="772154" y="2166800"/>
                      <a:pt x="753091" y="2166800"/>
                    </a:cubicBezTo>
                    <a:close/>
                    <a:moveTo>
                      <a:pt x="3871622" y="2130072"/>
                    </a:moveTo>
                    <a:cubicBezTo>
                      <a:pt x="3891342" y="2130072"/>
                      <a:pt x="3909501" y="2134304"/>
                      <a:pt x="3926098" y="2142767"/>
                    </a:cubicBezTo>
                    <a:cubicBezTo>
                      <a:pt x="3942696" y="2151230"/>
                      <a:pt x="3955390" y="2162774"/>
                      <a:pt x="3964182" y="2177400"/>
                    </a:cubicBezTo>
                    <a:cubicBezTo>
                      <a:pt x="3972974" y="2192025"/>
                      <a:pt x="3977369" y="2207554"/>
                      <a:pt x="3977369" y="2223987"/>
                    </a:cubicBezTo>
                    <a:cubicBezTo>
                      <a:pt x="3977369" y="2239599"/>
                      <a:pt x="3973179" y="2253813"/>
                      <a:pt x="3964798" y="2266631"/>
                    </a:cubicBezTo>
                    <a:cubicBezTo>
                      <a:pt x="3956417" y="2279449"/>
                      <a:pt x="3944010" y="2289638"/>
                      <a:pt x="3927577" y="2297197"/>
                    </a:cubicBezTo>
                    <a:cubicBezTo>
                      <a:pt x="3948940" y="2302127"/>
                      <a:pt x="3965538" y="2312356"/>
                      <a:pt x="3977369" y="2327886"/>
                    </a:cubicBezTo>
                    <a:cubicBezTo>
                      <a:pt x="3989201" y="2343415"/>
                      <a:pt x="3995117" y="2362847"/>
                      <a:pt x="3995117" y="2386182"/>
                    </a:cubicBezTo>
                    <a:cubicBezTo>
                      <a:pt x="3995117" y="2417734"/>
                      <a:pt x="3983614" y="2444479"/>
                      <a:pt x="3960608" y="2466417"/>
                    </a:cubicBezTo>
                    <a:cubicBezTo>
                      <a:pt x="3937601" y="2488355"/>
                      <a:pt x="3908515" y="2499324"/>
                      <a:pt x="3873348" y="2499324"/>
                    </a:cubicBezTo>
                    <a:cubicBezTo>
                      <a:pt x="3841632" y="2499324"/>
                      <a:pt x="3815298" y="2489875"/>
                      <a:pt x="3794346" y="2470977"/>
                    </a:cubicBezTo>
                    <a:cubicBezTo>
                      <a:pt x="3773393" y="2452079"/>
                      <a:pt x="3761438" y="2427594"/>
                      <a:pt x="3758480" y="2397521"/>
                    </a:cubicBezTo>
                    <a:lnTo>
                      <a:pt x="3802850" y="2391605"/>
                    </a:lnTo>
                    <a:cubicBezTo>
                      <a:pt x="3807944" y="2416748"/>
                      <a:pt x="3816613" y="2434865"/>
                      <a:pt x="3828855" y="2445958"/>
                    </a:cubicBezTo>
                    <a:cubicBezTo>
                      <a:pt x="3841098" y="2457050"/>
                      <a:pt x="3856011" y="2462596"/>
                      <a:pt x="3873594" y="2462596"/>
                    </a:cubicBezTo>
                    <a:cubicBezTo>
                      <a:pt x="3894464" y="2462596"/>
                      <a:pt x="3912089" y="2455366"/>
                      <a:pt x="3926468" y="2440904"/>
                    </a:cubicBezTo>
                    <a:cubicBezTo>
                      <a:pt x="3940847" y="2426443"/>
                      <a:pt x="3948036" y="2408531"/>
                      <a:pt x="3948036" y="2387168"/>
                    </a:cubicBezTo>
                    <a:cubicBezTo>
                      <a:pt x="3948036" y="2366791"/>
                      <a:pt x="3941381" y="2349988"/>
                      <a:pt x="3928070" y="2336760"/>
                    </a:cubicBezTo>
                    <a:cubicBezTo>
                      <a:pt x="3914759" y="2323531"/>
                      <a:pt x="3897833" y="2316917"/>
                      <a:pt x="3877292" y="2316917"/>
                    </a:cubicBezTo>
                    <a:cubicBezTo>
                      <a:pt x="3868911" y="2316917"/>
                      <a:pt x="3858476" y="2318560"/>
                      <a:pt x="3845987" y="2321847"/>
                    </a:cubicBezTo>
                    <a:lnTo>
                      <a:pt x="3850917" y="2282900"/>
                    </a:lnTo>
                    <a:cubicBezTo>
                      <a:pt x="3853875" y="2283229"/>
                      <a:pt x="3856257" y="2283393"/>
                      <a:pt x="3858065" y="2283393"/>
                    </a:cubicBezTo>
                    <a:cubicBezTo>
                      <a:pt x="3876963" y="2283393"/>
                      <a:pt x="3893971" y="2278463"/>
                      <a:pt x="3909090" y="2268603"/>
                    </a:cubicBezTo>
                    <a:cubicBezTo>
                      <a:pt x="3924208" y="2258743"/>
                      <a:pt x="3931768" y="2243543"/>
                      <a:pt x="3931768" y="2223001"/>
                    </a:cubicBezTo>
                    <a:cubicBezTo>
                      <a:pt x="3931768" y="2206733"/>
                      <a:pt x="3926262" y="2193257"/>
                      <a:pt x="3915252" y="2182576"/>
                    </a:cubicBezTo>
                    <a:cubicBezTo>
                      <a:pt x="3904242" y="2171894"/>
                      <a:pt x="3890027" y="2166554"/>
                      <a:pt x="3872608" y="2166554"/>
                    </a:cubicBezTo>
                    <a:cubicBezTo>
                      <a:pt x="3855354" y="2166554"/>
                      <a:pt x="3840975" y="2171977"/>
                      <a:pt x="3829471" y="2182822"/>
                    </a:cubicBezTo>
                    <a:cubicBezTo>
                      <a:pt x="3817968" y="2193668"/>
                      <a:pt x="3810573" y="2209937"/>
                      <a:pt x="3807287" y="2231629"/>
                    </a:cubicBezTo>
                    <a:lnTo>
                      <a:pt x="3762917" y="2223741"/>
                    </a:lnTo>
                    <a:cubicBezTo>
                      <a:pt x="3768340" y="2193997"/>
                      <a:pt x="3780665" y="2170950"/>
                      <a:pt x="3799892" y="2154599"/>
                    </a:cubicBezTo>
                    <a:cubicBezTo>
                      <a:pt x="3819119" y="2138248"/>
                      <a:pt x="3843029" y="2130072"/>
                      <a:pt x="3871622" y="2130072"/>
                    </a:cubicBezTo>
                    <a:close/>
                    <a:moveTo>
                      <a:pt x="747668" y="2130072"/>
                    </a:moveTo>
                    <a:cubicBezTo>
                      <a:pt x="771168" y="2130072"/>
                      <a:pt x="792654" y="2136399"/>
                      <a:pt x="812127" y="2149052"/>
                    </a:cubicBezTo>
                    <a:cubicBezTo>
                      <a:pt x="831600" y="2161706"/>
                      <a:pt x="846390" y="2179741"/>
                      <a:pt x="856497" y="2203158"/>
                    </a:cubicBezTo>
                    <a:cubicBezTo>
                      <a:pt x="866603" y="2226576"/>
                      <a:pt x="871656" y="2260469"/>
                      <a:pt x="871656" y="2304838"/>
                    </a:cubicBezTo>
                    <a:cubicBezTo>
                      <a:pt x="871656" y="2351015"/>
                      <a:pt x="866644" y="2387784"/>
                      <a:pt x="856620" y="2415145"/>
                    </a:cubicBezTo>
                    <a:cubicBezTo>
                      <a:pt x="846596" y="2442507"/>
                      <a:pt x="831683" y="2463336"/>
                      <a:pt x="811881" y="2477632"/>
                    </a:cubicBezTo>
                    <a:cubicBezTo>
                      <a:pt x="792079" y="2491929"/>
                      <a:pt x="768867" y="2499078"/>
                      <a:pt x="742245" y="2499078"/>
                    </a:cubicBezTo>
                    <a:cubicBezTo>
                      <a:pt x="713981" y="2499078"/>
                      <a:pt x="690892" y="2491231"/>
                      <a:pt x="672980" y="2475537"/>
                    </a:cubicBezTo>
                    <a:cubicBezTo>
                      <a:pt x="655068" y="2459844"/>
                      <a:pt x="644304" y="2437782"/>
                      <a:pt x="640689" y="2409353"/>
                    </a:cubicBezTo>
                    <a:lnTo>
                      <a:pt x="683333" y="2405409"/>
                    </a:lnTo>
                    <a:cubicBezTo>
                      <a:pt x="686948" y="2425457"/>
                      <a:pt x="693850" y="2440001"/>
                      <a:pt x="704039" y="2449039"/>
                    </a:cubicBezTo>
                    <a:cubicBezTo>
                      <a:pt x="714227" y="2458077"/>
                      <a:pt x="727291" y="2462596"/>
                      <a:pt x="743231" y="2462596"/>
                    </a:cubicBezTo>
                    <a:cubicBezTo>
                      <a:pt x="756871" y="2462596"/>
                      <a:pt x="768826" y="2459474"/>
                      <a:pt x="779097" y="2453229"/>
                    </a:cubicBezTo>
                    <a:cubicBezTo>
                      <a:pt x="789367" y="2446985"/>
                      <a:pt x="797789" y="2438645"/>
                      <a:pt x="804363" y="2428210"/>
                    </a:cubicBezTo>
                    <a:cubicBezTo>
                      <a:pt x="810936" y="2417775"/>
                      <a:pt x="816441" y="2403683"/>
                      <a:pt x="820878" y="2385936"/>
                    </a:cubicBezTo>
                    <a:cubicBezTo>
                      <a:pt x="825315" y="2368188"/>
                      <a:pt x="827533" y="2350111"/>
                      <a:pt x="827533" y="2331706"/>
                    </a:cubicBezTo>
                    <a:cubicBezTo>
                      <a:pt x="827533" y="2329734"/>
                      <a:pt x="827451" y="2326776"/>
                      <a:pt x="827287" y="2322832"/>
                    </a:cubicBezTo>
                    <a:cubicBezTo>
                      <a:pt x="818413" y="2336965"/>
                      <a:pt x="806293" y="2348427"/>
                      <a:pt x="790929" y="2357219"/>
                    </a:cubicBezTo>
                    <a:cubicBezTo>
                      <a:pt x="775564" y="2366010"/>
                      <a:pt x="758925" y="2370406"/>
                      <a:pt x="741013" y="2370406"/>
                    </a:cubicBezTo>
                    <a:cubicBezTo>
                      <a:pt x="711105" y="2370406"/>
                      <a:pt x="685798" y="2359560"/>
                      <a:pt x="665092" y="2337869"/>
                    </a:cubicBezTo>
                    <a:cubicBezTo>
                      <a:pt x="644386" y="2316177"/>
                      <a:pt x="634033" y="2287583"/>
                      <a:pt x="634033" y="2252088"/>
                    </a:cubicBezTo>
                    <a:cubicBezTo>
                      <a:pt x="634033" y="2215442"/>
                      <a:pt x="644838" y="2185945"/>
                      <a:pt x="666448" y="2163596"/>
                    </a:cubicBezTo>
                    <a:cubicBezTo>
                      <a:pt x="688057" y="2141247"/>
                      <a:pt x="715131" y="2130072"/>
                      <a:pt x="747668" y="2130072"/>
                    </a:cubicBezTo>
                    <a:close/>
                    <a:moveTo>
                      <a:pt x="1552575" y="1936750"/>
                    </a:moveTo>
                    <a:lnTo>
                      <a:pt x="1562100" y="1939925"/>
                    </a:lnTo>
                    <a:lnTo>
                      <a:pt x="2228850" y="2241550"/>
                    </a:lnTo>
                    <a:lnTo>
                      <a:pt x="2247900" y="2225675"/>
                    </a:lnTo>
                    <a:lnTo>
                      <a:pt x="2266950" y="2212975"/>
                    </a:lnTo>
                    <a:lnTo>
                      <a:pt x="2289175" y="2206625"/>
                    </a:lnTo>
                    <a:lnTo>
                      <a:pt x="2314575" y="2203450"/>
                    </a:lnTo>
                    <a:lnTo>
                      <a:pt x="2336800" y="2206625"/>
                    </a:lnTo>
                    <a:lnTo>
                      <a:pt x="2359025" y="2212975"/>
                    </a:lnTo>
                    <a:lnTo>
                      <a:pt x="2378075" y="2222500"/>
                    </a:lnTo>
                    <a:lnTo>
                      <a:pt x="2393950" y="2235200"/>
                    </a:lnTo>
                    <a:lnTo>
                      <a:pt x="2406650" y="2251075"/>
                    </a:lnTo>
                    <a:lnTo>
                      <a:pt x="2419350" y="2270125"/>
                    </a:lnTo>
                    <a:lnTo>
                      <a:pt x="2425700" y="2292350"/>
                    </a:lnTo>
                    <a:lnTo>
                      <a:pt x="2425700" y="2314575"/>
                    </a:lnTo>
                    <a:lnTo>
                      <a:pt x="2425700" y="2336800"/>
                    </a:lnTo>
                    <a:lnTo>
                      <a:pt x="2419350" y="2359025"/>
                    </a:lnTo>
                    <a:lnTo>
                      <a:pt x="2406650" y="2378075"/>
                    </a:lnTo>
                    <a:lnTo>
                      <a:pt x="2393950" y="2393950"/>
                    </a:lnTo>
                    <a:lnTo>
                      <a:pt x="2378075" y="2406650"/>
                    </a:lnTo>
                    <a:lnTo>
                      <a:pt x="2359025" y="2419350"/>
                    </a:lnTo>
                    <a:lnTo>
                      <a:pt x="2336800" y="2425700"/>
                    </a:lnTo>
                    <a:lnTo>
                      <a:pt x="2330450" y="2425700"/>
                    </a:lnTo>
                    <a:lnTo>
                      <a:pt x="2330450" y="3467100"/>
                    </a:lnTo>
                    <a:lnTo>
                      <a:pt x="2327275" y="3470275"/>
                    </a:lnTo>
                    <a:lnTo>
                      <a:pt x="2324100" y="3473450"/>
                    </a:lnTo>
                    <a:lnTo>
                      <a:pt x="2320925" y="3476625"/>
                    </a:lnTo>
                    <a:lnTo>
                      <a:pt x="2314575" y="3476625"/>
                    </a:lnTo>
                    <a:lnTo>
                      <a:pt x="2308225" y="3476625"/>
                    </a:lnTo>
                    <a:lnTo>
                      <a:pt x="2305050" y="3473450"/>
                    </a:lnTo>
                    <a:lnTo>
                      <a:pt x="2301875" y="3470275"/>
                    </a:lnTo>
                    <a:lnTo>
                      <a:pt x="2301875" y="3467100"/>
                    </a:lnTo>
                    <a:lnTo>
                      <a:pt x="2301875" y="2425700"/>
                    </a:lnTo>
                    <a:lnTo>
                      <a:pt x="2292350" y="2425700"/>
                    </a:lnTo>
                    <a:lnTo>
                      <a:pt x="2270125" y="2416175"/>
                    </a:lnTo>
                    <a:lnTo>
                      <a:pt x="2251075" y="2406650"/>
                    </a:lnTo>
                    <a:lnTo>
                      <a:pt x="2232025" y="2390775"/>
                    </a:lnTo>
                    <a:lnTo>
                      <a:pt x="1098550" y="2882900"/>
                    </a:lnTo>
                    <a:lnTo>
                      <a:pt x="1089025" y="2886075"/>
                    </a:lnTo>
                    <a:lnTo>
                      <a:pt x="1076325" y="2882900"/>
                    </a:lnTo>
                    <a:lnTo>
                      <a:pt x="1066800" y="2873375"/>
                    </a:lnTo>
                    <a:lnTo>
                      <a:pt x="1060450" y="2863850"/>
                    </a:lnTo>
                    <a:lnTo>
                      <a:pt x="1057275" y="2851150"/>
                    </a:lnTo>
                    <a:lnTo>
                      <a:pt x="1057275" y="2838450"/>
                    </a:lnTo>
                    <a:lnTo>
                      <a:pt x="1063625" y="2828925"/>
                    </a:lnTo>
                    <a:lnTo>
                      <a:pt x="1069975" y="2819400"/>
                    </a:lnTo>
                    <a:lnTo>
                      <a:pt x="2203450" y="2330450"/>
                    </a:lnTo>
                    <a:lnTo>
                      <a:pt x="2203450" y="2314575"/>
                    </a:lnTo>
                    <a:lnTo>
                      <a:pt x="2203450" y="2305050"/>
                    </a:lnTo>
                    <a:lnTo>
                      <a:pt x="1533525" y="2003425"/>
                    </a:lnTo>
                    <a:lnTo>
                      <a:pt x="1527175" y="1993900"/>
                    </a:lnTo>
                    <a:lnTo>
                      <a:pt x="1520825" y="1984375"/>
                    </a:lnTo>
                    <a:lnTo>
                      <a:pt x="1520825" y="1971675"/>
                    </a:lnTo>
                    <a:lnTo>
                      <a:pt x="1524000" y="1958975"/>
                    </a:lnTo>
                    <a:lnTo>
                      <a:pt x="1530350" y="1949450"/>
                    </a:lnTo>
                    <a:lnTo>
                      <a:pt x="1539875" y="1939925"/>
                    </a:lnTo>
                    <a:lnTo>
                      <a:pt x="1552575" y="1936750"/>
                    </a:lnTo>
                    <a:close/>
                    <a:moveTo>
                      <a:pt x="1093997" y="1385750"/>
                    </a:moveTo>
                    <a:cubicBezTo>
                      <a:pt x="1073620" y="1385750"/>
                      <a:pt x="1057352" y="1394378"/>
                      <a:pt x="1045191" y="1411632"/>
                    </a:cubicBezTo>
                    <a:cubicBezTo>
                      <a:pt x="1029908" y="1433653"/>
                      <a:pt x="1022267" y="1474325"/>
                      <a:pt x="1022267" y="1533648"/>
                    </a:cubicBezTo>
                    <a:cubicBezTo>
                      <a:pt x="1022267" y="1592972"/>
                      <a:pt x="1029210" y="1632452"/>
                      <a:pt x="1043096" y="1652090"/>
                    </a:cubicBezTo>
                    <a:cubicBezTo>
                      <a:pt x="1056982" y="1671727"/>
                      <a:pt x="1074113" y="1681546"/>
                      <a:pt x="1094490" y="1681546"/>
                    </a:cubicBezTo>
                    <a:cubicBezTo>
                      <a:pt x="1114867" y="1681546"/>
                      <a:pt x="1131999" y="1671686"/>
                      <a:pt x="1145885" y="1651966"/>
                    </a:cubicBezTo>
                    <a:cubicBezTo>
                      <a:pt x="1159771" y="1632247"/>
                      <a:pt x="1166714" y="1592807"/>
                      <a:pt x="1166714" y="1533648"/>
                    </a:cubicBezTo>
                    <a:cubicBezTo>
                      <a:pt x="1166714" y="1474160"/>
                      <a:pt x="1159771" y="1434639"/>
                      <a:pt x="1145885" y="1415083"/>
                    </a:cubicBezTo>
                    <a:cubicBezTo>
                      <a:pt x="1131999" y="1395528"/>
                      <a:pt x="1114703" y="1385750"/>
                      <a:pt x="1093997" y="1385750"/>
                    </a:cubicBezTo>
                    <a:close/>
                    <a:moveTo>
                      <a:pt x="3668996" y="1349022"/>
                    </a:moveTo>
                    <a:cubicBezTo>
                      <a:pt x="3703670" y="1349022"/>
                      <a:pt x="3731113" y="1358636"/>
                      <a:pt x="3751326" y="1377862"/>
                    </a:cubicBezTo>
                    <a:cubicBezTo>
                      <a:pt x="3771538" y="1397089"/>
                      <a:pt x="3781645" y="1420917"/>
                      <a:pt x="3781645" y="1449346"/>
                    </a:cubicBezTo>
                    <a:cubicBezTo>
                      <a:pt x="3781645" y="1463807"/>
                      <a:pt x="3778687" y="1478022"/>
                      <a:pt x="3772771" y="1491990"/>
                    </a:cubicBezTo>
                    <a:cubicBezTo>
                      <a:pt x="3766855" y="1505958"/>
                      <a:pt x="3757036" y="1520666"/>
                      <a:pt x="3743315" y="1536113"/>
                    </a:cubicBezTo>
                    <a:cubicBezTo>
                      <a:pt x="3729593" y="1551560"/>
                      <a:pt x="3706792" y="1572759"/>
                      <a:pt x="3674912" y="1599709"/>
                    </a:cubicBezTo>
                    <a:cubicBezTo>
                      <a:pt x="3648290" y="1622058"/>
                      <a:pt x="3631200" y="1637218"/>
                      <a:pt x="3623640" y="1645188"/>
                    </a:cubicBezTo>
                    <a:cubicBezTo>
                      <a:pt x="3616081" y="1653158"/>
                      <a:pt x="3609837" y="1661169"/>
                      <a:pt x="3604907" y="1669221"/>
                    </a:cubicBezTo>
                    <a:lnTo>
                      <a:pt x="3782138" y="1669221"/>
                    </a:lnTo>
                    <a:lnTo>
                      <a:pt x="3782138" y="1711865"/>
                    </a:lnTo>
                    <a:lnTo>
                      <a:pt x="3543283" y="1711865"/>
                    </a:lnTo>
                    <a:cubicBezTo>
                      <a:pt x="3542954" y="1701184"/>
                      <a:pt x="3544679" y="1690913"/>
                      <a:pt x="3548459" y="1681053"/>
                    </a:cubicBezTo>
                    <a:cubicBezTo>
                      <a:pt x="3554539" y="1664784"/>
                      <a:pt x="3564276" y="1648762"/>
                      <a:pt x="3577669" y="1632986"/>
                    </a:cubicBezTo>
                    <a:cubicBezTo>
                      <a:pt x="3591062" y="1617210"/>
                      <a:pt x="3610412" y="1598970"/>
                      <a:pt x="3635719" y="1578264"/>
                    </a:cubicBezTo>
                    <a:cubicBezTo>
                      <a:pt x="3674994" y="1546055"/>
                      <a:pt x="3701533" y="1520543"/>
                      <a:pt x="3715337" y="1501727"/>
                    </a:cubicBezTo>
                    <a:cubicBezTo>
                      <a:pt x="3729141" y="1482911"/>
                      <a:pt x="3736043" y="1465122"/>
                      <a:pt x="3736043" y="1448360"/>
                    </a:cubicBezTo>
                    <a:cubicBezTo>
                      <a:pt x="3736043" y="1430777"/>
                      <a:pt x="3729757" y="1415946"/>
                      <a:pt x="3717186" y="1403868"/>
                    </a:cubicBezTo>
                    <a:cubicBezTo>
                      <a:pt x="3704615" y="1391789"/>
                      <a:pt x="3688223" y="1385750"/>
                      <a:pt x="3668010" y="1385750"/>
                    </a:cubicBezTo>
                    <a:cubicBezTo>
                      <a:pt x="3646647" y="1385750"/>
                      <a:pt x="3629556" y="1392159"/>
                      <a:pt x="3616739" y="1404977"/>
                    </a:cubicBezTo>
                    <a:cubicBezTo>
                      <a:pt x="3603921" y="1417795"/>
                      <a:pt x="3597430" y="1435542"/>
                      <a:pt x="3597265" y="1458220"/>
                    </a:cubicBezTo>
                    <a:lnTo>
                      <a:pt x="3551663" y="1453537"/>
                    </a:lnTo>
                    <a:cubicBezTo>
                      <a:pt x="3554786" y="1419520"/>
                      <a:pt x="3566535" y="1393597"/>
                      <a:pt x="3586912" y="1375767"/>
                    </a:cubicBezTo>
                    <a:cubicBezTo>
                      <a:pt x="3607289" y="1357937"/>
                      <a:pt x="3634651" y="1349022"/>
                      <a:pt x="3668996" y="1349022"/>
                    </a:cubicBezTo>
                    <a:close/>
                    <a:moveTo>
                      <a:pt x="1094490" y="1349022"/>
                    </a:moveTo>
                    <a:cubicBezTo>
                      <a:pt x="1113881" y="1349022"/>
                      <a:pt x="1130890" y="1352925"/>
                      <a:pt x="1145515" y="1360731"/>
                    </a:cubicBezTo>
                    <a:cubicBezTo>
                      <a:pt x="1160141" y="1368536"/>
                      <a:pt x="1172219" y="1379793"/>
                      <a:pt x="1181750" y="1394501"/>
                    </a:cubicBezTo>
                    <a:cubicBezTo>
                      <a:pt x="1191281" y="1409208"/>
                      <a:pt x="1198758" y="1427121"/>
                      <a:pt x="1204181" y="1448237"/>
                    </a:cubicBezTo>
                    <a:cubicBezTo>
                      <a:pt x="1209604" y="1469354"/>
                      <a:pt x="1212316" y="1497824"/>
                      <a:pt x="1212316" y="1533648"/>
                    </a:cubicBezTo>
                    <a:cubicBezTo>
                      <a:pt x="1212316" y="1576046"/>
                      <a:pt x="1207961" y="1610267"/>
                      <a:pt x="1199251" y="1636314"/>
                    </a:cubicBezTo>
                    <a:cubicBezTo>
                      <a:pt x="1190542" y="1662360"/>
                      <a:pt x="1177519" y="1682491"/>
                      <a:pt x="1160182" y="1696706"/>
                    </a:cubicBezTo>
                    <a:cubicBezTo>
                      <a:pt x="1142845" y="1710920"/>
                      <a:pt x="1120948" y="1718028"/>
                      <a:pt x="1094490" y="1718028"/>
                    </a:cubicBezTo>
                    <a:cubicBezTo>
                      <a:pt x="1059652" y="1718028"/>
                      <a:pt x="1032291" y="1705538"/>
                      <a:pt x="1012407" y="1680560"/>
                    </a:cubicBezTo>
                    <a:cubicBezTo>
                      <a:pt x="988579" y="1650487"/>
                      <a:pt x="976665" y="1601517"/>
                      <a:pt x="976665" y="1533648"/>
                    </a:cubicBezTo>
                    <a:cubicBezTo>
                      <a:pt x="976665" y="1490922"/>
                      <a:pt x="981061" y="1456536"/>
                      <a:pt x="989853" y="1430489"/>
                    </a:cubicBezTo>
                    <a:cubicBezTo>
                      <a:pt x="998644" y="1404443"/>
                      <a:pt x="1011709" y="1384353"/>
                      <a:pt x="1029045" y="1370221"/>
                    </a:cubicBezTo>
                    <a:cubicBezTo>
                      <a:pt x="1046382" y="1356088"/>
                      <a:pt x="1068197" y="1349022"/>
                      <a:pt x="1094490" y="1349022"/>
                    </a:cubicBezTo>
                    <a:close/>
                    <a:moveTo>
                      <a:pt x="838971" y="1349022"/>
                    </a:moveTo>
                    <a:lnTo>
                      <a:pt x="867565" y="1349022"/>
                    </a:lnTo>
                    <a:lnTo>
                      <a:pt x="867565" y="1711865"/>
                    </a:lnTo>
                    <a:lnTo>
                      <a:pt x="823195" y="1711865"/>
                    </a:lnTo>
                    <a:lnTo>
                      <a:pt x="823195" y="1429134"/>
                    </a:lnTo>
                    <a:cubicBezTo>
                      <a:pt x="812514" y="1439322"/>
                      <a:pt x="798505" y="1449511"/>
                      <a:pt x="781168" y="1459699"/>
                    </a:cubicBezTo>
                    <a:cubicBezTo>
                      <a:pt x="763831" y="1469888"/>
                      <a:pt x="748260" y="1477529"/>
                      <a:pt x="734456" y="1482623"/>
                    </a:cubicBezTo>
                    <a:lnTo>
                      <a:pt x="734456" y="1439733"/>
                    </a:lnTo>
                    <a:cubicBezTo>
                      <a:pt x="759270" y="1428065"/>
                      <a:pt x="780962" y="1413933"/>
                      <a:pt x="799532" y="1397335"/>
                    </a:cubicBezTo>
                    <a:cubicBezTo>
                      <a:pt x="818101" y="1380738"/>
                      <a:pt x="831247" y="1364634"/>
                      <a:pt x="838971" y="1349022"/>
                    </a:cubicBezTo>
                    <a:close/>
                    <a:moveTo>
                      <a:pt x="3115715" y="777254"/>
                    </a:moveTo>
                    <a:lnTo>
                      <a:pt x="3144309" y="777254"/>
                    </a:lnTo>
                    <a:lnTo>
                      <a:pt x="3144309" y="1140097"/>
                    </a:lnTo>
                    <a:lnTo>
                      <a:pt x="3099939" y="1140097"/>
                    </a:lnTo>
                    <a:lnTo>
                      <a:pt x="3099939" y="857366"/>
                    </a:lnTo>
                    <a:cubicBezTo>
                      <a:pt x="3089258" y="867554"/>
                      <a:pt x="3075249" y="877743"/>
                      <a:pt x="3057912" y="887931"/>
                    </a:cubicBezTo>
                    <a:cubicBezTo>
                      <a:pt x="3040575" y="898120"/>
                      <a:pt x="3025004" y="905761"/>
                      <a:pt x="3011200" y="910855"/>
                    </a:cubicBezTo>
                    <a:lnTo>
                      <a:pt x="3011200" y="867965"/>
                    </a:lnTo>
                    <a:cubicBezTo>
                      <a:pt x="3036014" y="856297"/>
                      <a:pt x="3057706" y="842165"/>
                      <a:pt x="3076276" y="825568"/>
                    </a:cubicBezTo>
                    <a:cubicBezTo>
                      <a:pt x="3094845" y="808970"/>
                      <a:pt x="3107991" y="792866"/>
                      <a:pt x="3115715" y="777254"/>
                    </a:cubicBezTo>
                    <a:close/>
                    <a:moveTo>
                      <a:pt x="1667915" y="777254"/>
                    </a:moveTo>
                    <a:lnTo>
                      <a:pt x="1696508" y="777254"/>
                    </a:lnTo>
                    <a:lnTo>
                      <a:pt x="1696508" y="1140097"/>
                    </a:lnTo>
                    <a:lnTo>
                      <a:pt x="1652139" y="1140097"/>
                    </a:lnTo>
                    <a:lnTo>
                      <a:pt x="1652139" y="857366"/>
                    </a:lnTo>
                    <a:cubicBezTo>
                      <a:pt x="1641457" y="867554"/>
                      <a:pt x="1627448" y="877743"/>
                      <a:pt x="1610111" y="887931"/>
                    </a:cubicBezTo>
                    <a:cubicBezTo>
                      <a:pt x="1592774" y="898120"/>
                      <a:pt x="1577204" y="905761"/>
                      <a:pt x="1563400" y="910856"/>
                    </a:cubicBezTo>
                    <a:lnTo>
                      <a:pt x="1563400" y="867965"/>
                    </a:lnTo>
                    <a:cubicBezTo>
                      <a:pt x="1588214" y="856297"/>
                      <a:pt x="1609906" y="842165"/>
                      <a:pt x="1628475" y="825568"/>
                    </a:cubicBezTo>
                    <a:cubicBezTo>
                      <a:pt x="1647045" y="808970"/>
                      <a:pt x="1660191" y="792866"/>
                      <a:pt x="1667915" y="777254"/>
                    </a:cubicBezTo>
                    <a:close/>
                    <a:moveTo>
                      <a:pt x="1429790" y="777254"/>
                    </a:moveTo>
                    <a:lnTo>
                      <a:pt x="1458383" y="777254"/>
                    </a:lnTo>
                    <a:lnTo>
                      <a:pt x="1458383" y="1140097"/>
                    </a:lnTo>
                    <a:lnTo>
                      <a:pt x="1414014" y="1140097"/>
                    </a:lnTo>
                    <a:lnTo>
                      <a:pt x="1414014" y="857366"/>
                    </a:lnTo>
                    <a:cubicBezTo>
                      <a:pt x="1403332" y="867554"/>
                      <a:pt x="1389323" y="877743"/>
                      <a:pt x="1371986" y="887931"/>
                    </a:cubicBezTo>
                    <a:cubicBezTo>
                      <a:pt x="1354649" y="898120"/>
                      <a:pt x="1339079" y="905761"/>
                      <a:pt x="1325275" y="910856"/>
                    </a:cubicBezTo>
                    <a:lnTo>
                      <a:pt x="1325275" y="867965"/>
                    </a:lnTo>
                    <a:cubicBezTo>
                      <a:pt x="1350089" y="856297"/>
                      <a:pt x="1371781" y="842165"/>
                      <a:pt x="1390350" y="825568"/>
                    </a:cubicBezTo>
                    <a:cubicBezTo>
                      <a:pt x="1408919" y="808970"/>
                      <a:pt x="1422066" y="792866"/>
                      <a:pt x="1429790" y="777254"/>
                    </a:cubicBezTo>
                    <a:close/>
                    <a:moveTo>
                      <a:pt x="2449527" y="567973"/>
                    </a:moveTo>
                    <a:cubicBezTo>
                      <a:pt x="2484201" y="567973"/>
                      <a:pt x="2511644" y="577587"/>
                      <a:pt x="2531857" y="596813"/>
                    </a:cubicBezTo>
                    <a:cubicBezTo>
                      <a:pt x="2552070" y="616040"/>
                      <a:pt x="2562176" y="639868"/>
                      <a:pt x="2562176" y="668297"/>
                    </a:cubicBezTo>
                    <a:cubicBezTo>
                      <a:pt x="2562176" y="682759"/>
                      <a:pt x="2559218" y="696973"/>
                      <a:pt x="2553302" y="710941"/>
                    </a:cubicBezTo>
                    <a:cubicBezTo>
                      <a:pt x="2547386" y="724909"/>
                      <a:pt x="2537568" y="739617"/>
                      <a:pt x="2523846" y="755064"/>
                    </a:cubicBezTo>
                    <a:cubicBezTo>
                      <a:pt x="2510124" y="770511"/>
                      <a:pt x="2487323" y="791710"/>
                      <a:pt x="2455443" y="818660"/>
                    </a:cubicBezTo>
                    <a:cubicBezTo>
                      <a:pt x="2428822" y="841009"/>
                      <a:pt x="2411731" y="856169"/>
                      <a:pt x="2404172" y="864139"/>
                    </a:cubicBezTo>
                    <a:cubicBezTo>
                      <a:pt x="2396613" y="872109"/>
                      <a:pt x="2390368" y="880120"/>
                      <a:pt x="2385438" y="888172"/>
                    </a:cubicBezTo>
                    <a:lnTo>
                      <a:pt x="2562669" y="888172"/>
                    </a:lnTo>
                    <a:lnTo>
                      <a:pt x="2562669" y="930816"/>
                    </a:lnTo>
                    <a:lnTo>
                      <a:pt x="2323814" y="930816"/>
                    </a:lnTo>
                    <a:cubicBezTo>
                      <a:pt x="2323485" y="920135"/>
                      <a:pt x="2325211" y="909864"/>
                      <a:pt x="2328990" y="900004"/>
                    </a:cubicBezTo>
                    <a:cubicBezTo>
                      <a:pt x="2335071" y="883735"/>
                      <a:pt x="2344807" y="867713"/>
                      <a:pt x="2358200" y="851937"/>
                    </a:cubicBezTo>
                    <a:cubicBezTo>
                      <a:pt x="2371593" y="836161"/>
                      <a:pt x="2390943" y="817921"/>
                      <a:pt x="2416250" y="797215"/>
                    </a:cubicBezTo>
                    <a:cubicBezTo>
                      <a:pt x="2455525" y="765006"/>
                      <a:pt x="2482065" y="739494"/>
                      <a:pt x="2495869" y="720678"/>
                    </a:cubicBezTo>
                    <a:cubicBezTo>
                      <a:pt x="2509672" y="701862"/>
                      <a:pt x="2516574" y="684073"/>
                      <a:pt x="2516574" y="667311"/>
                    </a:cubicBezTo>
                    <a:cubicBezTo>
                      <a:pt x="2516574" y="649728"/>
                      <a:pt x="2510289" y="634897"/>
                      <a:pt x="2497717" y="622819"/>
                    </a:cubicBezTo>
                    <a:cubicBezTo>
                      <a:pt x="2485146" y="610740"/>
                      <a:pt x="2468754" y="604701"/>
                      <a:pt x="2448541" y="604701"/>
                    </a:cubicBezTo>
                    <a:cubicBezTo>
                      <a:pt x="2427178" y="604701"/>
                      <a:pt x="2410088" y="611110"/>
                      <a:pt x="2397270" y="623928"/>
                    </a:cubicBezTo>
                    <a:cubicBezTo>
                      <a:pt x="2384452" y="636746"/>
                      <a:pt x="2377961" y="654494"/>
                      <a:pt x="2377797" y="677171"/>
                    </a:cubicBezTo>
                    <a:lnTo>
                      <a:pt x="2332195" y="672488"/>
                    </a:lnTo>
                    <a:cubicBezTo>
                      <a:pt x="2335317" y="638471"/>
                      <a:pt x="2347067" y="612548"/>
                      <a:pt x="2367444" y="594718"/>
                    </a:cubicBezTo>
                    <a:cubicBezTo>
                      <a:pt x="2387821" y="576888"/>
                      <a:pt x="2415182" y="567973"/>
                      <a:pt x="2449527" y="567973"/>
                    </a:cubicBezTo>
                    <a:close/>
                    <a:moveTo>
                      <a:pt x="2191790" y="567973"/>
                    </a:moveTo>
                    <a:lnTo>
                      <a:pt x="2220383" y="567973"/>
                    </a:lnTo>
                    <a:lnTo>
                      <a:pt x="2220383" y="930816"/>
                    </a:lnTo>
                    <a:lnTo>
                      <a:pt x="2176014" y="930816"/>
                    </a:lnTo>
                    <a:lnTo>
                      <a:pt x="2176014" y="648084"/>
                    </a:lnTo>
                    <a:cubicBezTo>
                      <a:pt x="2165332" y="658273"/>
                      <a:pt x="2151323" y="668462"/>
                      <a:pt x="2133986" y="678650"/>
                    </a:cubicBezTo>
                    <a:cubicBezTo>
                      <a:pt x="2116649" y="688839"/>
                      <a:pt x="2101079" y="696480"/>
                      <a:pt x="2087275" y="701574"/>
                    </a:cubicBezTo>
                    <a:lnTo>
                      <a:pt x="2087275" y="658684"/>
                    </a:lnTo>
                    <a:cubicBezTo>
                      <a:pt x="2112089" y="647016"/>
                      <a:pt x="2133781" y="632884"/>
                      <a:pt x="2152350" y="616287"/>
                    </a:cubicBezTo>
                    <a:cubicBezTo>
                      <a:pt x="2170919" y="599689"/>
                      <a:pt x="2184066" y="583585"/>
                      <a:pt x="2191790" y="567973"/>
                    </a:cubicBezTo>
                    <a:close/>
                    <a:moveTo>
                      <a:pt x="2298700" y="288925"/>
                    </a:moveTo>
                    <a:lnTo>
                      <a:pt x="2197100" y="292100"/>
                    </a:lnTo>
                    <a:lnTo>
                      <a:pt x="2092325" y="298450"/>
                    </a:lnTo>
                    <a:lnTo>
                      <a:pt x="1993900" y="311150"/>
                    </a:lnTo>
                    <a:lnTo>
                      <a:pt x="1892300" y="330200"/>
                    </a:lnTo>
                    <a:lnTo>
                      <a:pt x="1797050" y="352425"/>
                    </a:lnTo>
                    <a:lnTo>
                      <a:pt x="1701800" y="377825"/>
                    </a:lnTo>
                    <a:lnTo>
                      <a:pt x="1606550" y="409575"/>
                    </a:lnTo>
                    <a:lnTo>
                      <a:pt x="1514475" y="447675"/>
                    </a:lnTo>
                    <a:lnTo>
                      <a:pt x="1425575" y="485775"/>
                    </a:lnTo>
                    <a:lnTo>
                      <a:pt x="1339850" y="530225"/>
                    </a:lnTo>
                    <a:lnTo>
                      <a:pt x="1254125" y="581025"/>
                    </a:lnTo>
                    <a:lnTo>
                      <a:pt x="1174750" y="631825"/>
                    </a:lnTo>
                    <a:lnTo>
                      <a:pt x="1095375" y="688975"/>
                    </a:lnTo>
                    <a:lnTo>
                      <a:pt x="1019175" y="746125"/>
                    </a:lnTo>
                    <a:lnTo>
                      <a:pt x="946150" y="809625"/>
                    </a:lnTo>
                    <a:lnTo>
                      <a:pt x="876300" y="876300"/>
                    </a:lnTo>
                    <a:lnTo>
                      <a:pt x="809625" y="946150"/>
                    </a:lnTo>
                    <a:lnTo>
                      <a:pt x="746125" y="1019175"/>
                    </a:lnTo>
                    <a:lnTo>
                      <a:pt x="685800" y="1095375"/>
                    </a:lnTo>
                    <a:lnTo>
                      <a:pt x="631825" y="1174750"/>
                    </a:lnTo>
                    <a:lnTo>
                      <a:pt x="577850" y="1257300"/>
                    </a:lnTo>
                    <a:lnTo>
                      <a:pt x="530225" y="1339850"/>
                    </a:lnTo>
                    <a:lnTo>
                      <a:pt x="485775" y="1428750"/>
                    </a:lnTo>
                    <a:lnTo>
                      <a:pt x="444500" y="1517650"/>
                    </a:lnTo>
                    <a:lnTo>
                      <a:pt x="409575" y="1609725"/>
                    </a:lnTo>
                    <a:lnTo>
                      <a:pt x="377825" y="1701800"/>
                    </a:lnTo>
                    <a:lnTo>
                      <a:pt x="349250" y="1797050"/>
                    </a:lnTo>
                    <a:lnTo>
                      <a:pt x="327025" y="1895475"/>
                    </a:lnTo>
                    <a:lnTo>
                      <a:pt x="311150" y="1993900"/>
                    </a:lnTo>
                    <a:lnTo>
                      <a:pt x="298450" y="2095500"/>
                    </a:lnTo>
                    <a:lnTo>
                      <a:pt x="288925" y="2197100"/>
                    </a:lnTo>
                    <a:lnTo>
                      <a:pt x="285750" y="2301875"/>
                    </a:lnTo>
                    <a:lnTo>
                      <a:pt x="288925" y="2403475"/>
                    </a:lnTo>
                    <a:lnTo>
                      <a:pt x="298450" y="2505075"/>
                    </a:lnTo>
                    <a:lnTo>
                      <a:pt x="311150" y="2606675"/>
                    </a:lnTo>
                    <a:lnTo>
                      <a:pt x="327025" y="2705100"/>
                    </a:lnTo>
                    <a:lnTo>
                      <a:pt x="349250" y="2803525"/>
                    </a:lnTo>
                    <a:lnTo>
                      <a:pt x="377825" y="2898775"/>
                    </a:lnTo>
                    <a:lnTo>
                      <a:pt x="409575" y="2990850"/>
                    </a:lnTo>
                    <a:lnTo>
                      <a:pt x="444500" y="3082925"/>
                    </a:lnTo>
                    <a:lnTo>
                      <a:pt x="485775" y="3171825"/>
                    </a:lnTo>
                    <a:lnTo>
                      <a:pt x="530225" y="3260725"/>
                    </a:lnTo>
                    <a:lnTo>
                      <a:pt x="577850" y="3343275"/>
                    </a:lnTo>
                    <a:lnTo>
                      <a:pt x="631825" y="3425825"/>
                    </a:lnTo>
                    <a:lnTo>
                      <a:pt x="685800" y="3505200"/>
                    </a:lnTo>
                    <a:lnTo>
                      <a:pt x="746125" y="3581400"/>
                    </a:lnTo>
                    <a:lnTo>
                      <a:pt x="809625" y="3654425"/>
                    </a:lnTo>
                    <a:lnTo>
                      <a:pt x="876300" y="3724275"/>
                    </a:lnTo>
                    <a:lnTo>
                      <a:pt x="946150" y="3790950"/>
                    </a:lnTo>
                    <a:lnTo>
                      <a:pt x="1019175" y="3854450"/>
                    </a:lnTo>
                    <a:lnTo>
                      <a:pt x="1095375" y="3911600"/>
                    </a:lnTo>
                    <a:lnTo>
                      <a:pt x="1174750" y="3968750"/>
                    </a:lnTo>
                    <a:lnTo>
                      <a:pt x="1254125" y="4022725"/>
                    </a:lnTo>
                    <a:lnTo>
                      <a:pt x="1339850" y="4070350"/>
                    </a:lnTo>
                    <a:lnTo>
                      <a:pt x="1425575" y="4114800"/>
                    </a:lnTo>
                    <a:lnTo>
                      <a:pt x="1514475" y="4156075"/>
                    </a:lnTo>
                    <a:lnTo>
                      <a:pt x="1606550" y="4191000"/>
                    </a:lnTo>
                    <a:lnTo>
                      <a:pt x="1701800" y="4222750"/>
                    </a:lnTo>
                    <a:lnTo>
                      <a:pt x="1797050" y="4248150"/>
                    </a:lnTo>
                    <a:lnTo>
                      <a:pt x="1892300" y="4270375"/>
                    </a:lnTo>
                    <a:lnTo>
                      <a:pt x="1993900" y="4289425"/>
                    </a:lnTo>
                    <a:lnTo>
                      <a:pt x="2092325" y="4302125"/>
                    </a:lnTo>
                    <a:lnTo>
                      <a:pt x="2197100" y="4311650"/>
                    </a:lnTo>
                    <a:lnTo>
                      <a:pt x="2298700" y="4311650"/>
                    </a:lnTo>
                    <a:lnTo>
                      <a:pt x="2403475" y="4311650"/>
                    </a:lnTo>
                    <a:lnTo>
                      <a:pt x="2505075" y="4302125"/>
                    </a:lnTo>
                    <a:lnTo>
                      <a:pt x="2606675" y="4289425"/>
                    </a:lnTo>
                    <a:lnTo>
                      <a:pt x="2705100" y="4270375"/>
                    </a:lnTo>
                    <a:lnTo>
                      <a:pt x="2803525" y="4248150"/>
                    </a:lnTo>
                    <a:lnTo>
                      <a:pt x="2898775" y="4222750"/>
                    </a:lnTo>
                    <a:lnTo>
                      <a:pt x="2990850" y="4191000"/>
                    </a:lnTo>
                    <a:lnTo>
                      <a:pt x="3082925" y="4156075"/>
                    </a:lnTo>
                    <a:lnTo>
                      <a:pt x="3171825" y="4114800"/>
                    </a:lnTo>
                    <a:lnTo>
                      <a:pt x="3257550" y="4070350"/>
                    </a:lnTo>
                    <a:lnTo>
                      <a:pt x="3343275" y="4022725"/>
                    </a:lnTo>
                    <a:lnTo>
                      <a:pt x="3425825" y="3968750"/>
                    </a:lnTo>
                    <a:lnTo>
                      <a:pt x="3502025" y="3911600"/>
                    </a:lnTo>
                    <a:lnTo>
                      <a:pt x="3578225" y="3854450"/>
                    </a:lnTo>
                    <a:lnTo>
                      <a:pt x="3651250" y="3790950"/>
                    </a:lnTo>
                    <a:lnTo>
                      <a:pt x="3721100" y="3724275"/>
                    </a:lnTo>
                    <a:lnTo>
                      <a:pt x="3787775" y="3654425"/>
                    </a:lnTo>
                    <a:lnTo>
                      <a:pt x="3851275" y="3581400"/>
                    </a:lnTo>
                    <a:lnTo>
                      <a:pt x="3911600" y="3505200"/>
                    </a:lnTo>
                    <a:lnTo>
                      <a:pt x="3968750" y="3425825"/>
                    </a:lnTo>
                    <a:lnTo>
                      <a:pt x="4019550" y="3343275"/>
                    </a:lnTo>
                    <a:lnTo>
                      <a:pt x="4067175" y="3260725"/>
                    </a:lnTo>
                    <a:lnTo>
                      <a:pt x="4111625" y="3171825"/>
                    </a:lnTo>
                    <a:lnTo>
                      <a:pt x="4152900" y="3082925"/>
                    </a:lnTo>
                    <a:lnTo>
                      <a:pt x="4187825" y="2990850"/>
                    </a:lnTo>
                    <a:lnTo>
                      <a:pt x="4219575" y="2898775"/>
                    </a:lnTo>
                    <a:lnTo>
                      <a:pt x="4248150" y="2803525"/>
                    </a:lnTo>
                    <a:lnTo>
                      <a:pt x="4270375" y="2705100"/>
                    </a:lnTo>
                    <a:lnTo>
                      <a:pt x="4289425" y="2606675"/>
                    </a:lnTo>
                    <a:lnTo>
                      <a:pt x="4302125" y="2505075"/>
                    </a:lnTo>
                    <a:lnTo>
                      <a:pt x="4308475" y="2403475"/>
                    </a:lnTo>
                    <a:lnTo>
                      <a:pt x="4311650" y="2301875"/>
                    </a:lnTo>
                    <a:lnTo>
                      <a:pt x="4308475" y="2197100"/>
                    </a:lnTo>
                    <a:lnTo>
                      <a:pt x="4302125" y="2095500"/>
                    </a:lnTo>
                    <a:lnTo>
                      <a:pt x="4289425" y="1993900"/>
                    </a:lnTo>
                    <a:lnTo>
                      <a:pt x="4270375" y="1895475"/>
                    </a:lnTo>
                    <a:lnTo>
                      <a:pt x="4248150" y="1797050"/>
                    </a:lnTo>
                    <a:lnTo>
                      <a:pt x="4219575" y="1701800"/>
                    </a:lnTo>
                    <a:lnTo>
                      <a:pt x="4187825" y="1609725"/>
                    </a:lnTo>
                    <a:lnTo>
                      <a:pt x="4152900" y="1517650"/>
                    </a:lnTo>
                    <a:lnTo>
                      <a:pt x="4111625" y="1428750"/>
                    </a:lnTo>
                    <a:lnTo>
                      <a:pt x="4067175" y="1339850"/>
                    </a:lnTo>
                    <a:lnTo>
                      <a:pt x="4019550" y="1257300"/>
                    </a:lnTo>
                    <a:lnTo>
                      <a:pt x="3968750" y="1174750"/>
                    </a:lnTo>
                    <a:lnTo>
                      <a:pt x="3911600" y="1095375"/>
                    </a:lnTo>
                    <a:lnTo>
                      <a:pt x="3851275" y="1019175"/>
                    </a:lnTo>
                    <a:lnTo>
                      <a:pt x="3787775" y="946150"/>
                    </a:lnTo>
                    <a:lnTo>
                      <a:pt x="3721100" y="876300"/>
                    </a:lnTo>
                    <a:lnTo>
                      <a:pt x="3651250" y="809625"/>
                    </a:lnTo>
                    <a:lnTo>
                      <a:pt x="3578225" y="746125"/>
                    </a:lnTo>
                    <a:lnTo>
                      <a:pt x="3502025" y="688975"/>
                    </a:lnTo>
                    <a:lnTo>
                      <a:pt x="3425825" y="631825"/>
                    </a:lnTo>
                    <a:lnTo>
                      <a:pt x="3343275" y="581025"/>
                    </a:lnTo>
                    <a:lnTo>
                      <a:pt x="3257550" y="530225"/>
                    </a:lnTo>
                    <a:lnTo>
                      <a:pt x="3171825" y="485775"/>
                    </a:lnTo>
                    <a:lnTo>
                      <a:pt x="3082925" y="447675"/>
                    </a:lnTo>
                    <a:lnTo>
                      <a:pt x="2990850" y="409575"/>
                    </a:lnTo>
                    <a:lnTo>
                      <a:pt x="2898775" y="377825"/>
                    </a:lnTo>
                    <a:lnTo>
                      <a:pt x="2803525" y="352425"/>
                    </a:lnTo>
                    <a:lnTo>
                      <a:pt x="2705100" y="330200"/>
                    </a:lnTo>
                    <a:lnTo>
                      <a:pt x="2606675" y="311150"/>
                    </a:lnTo>
                    <a:lnTo>
                      <a:pt x="2505075" y="298450"/>
                    </a:lnTo>
                    <a:lnTo>
                      <a:pt x="2403475" y="292100"/>
                    </a:lnTo>
                    <a:lnTo>
                      <a:pt x="2298700" y="288925"/>
                    </a:lnTo>
                    <a:close/>
                    <a:moveTo>
                      <a:pt x="1146175" y="0"/>
                    </a:moveTo>
                    <a:lnTo>
                      <a:pt x="1285875" y="0"/>
                    </a:lnTo>
                    <a:lnTo>
                      <a:pt x="1454150" y="0"/>
                    </a:lnTo>
                    <a:lnTo>
                      <a:pt x="3175000" y="0"/>
                    </a:lnTo>
                    <a:lnTo>
                      <a:pt x="3343275" y="0"/>
                    </a:lnTo>
                    <a:lnTo>
                      <a:pt x="3482975" y="0"/>
                    </a:lnTo>
                    <a:lnTo>
                      <a:pt x="3562350" y="3175"/>
                    </a:lnTo>
                    <a:lnTo>
                      <a:pt x="3638550" y="9525"/>
                    </a:lnTo>
                    <a:lnTo>
                      <a:pt x="3714750" y="15875"/>
                    </a:lnTo>
                    <a:lnTo>
                      <a:pt x="3787775" y="28575"/>
                    </a:lnTo>
                    <a:lnTo>
                      <a:pt x="3860800" y="44450"/>
                    </a:lnTo>
                    <a:lnTo>
                      <a:pt x="3933825" y="63500"/>
                    </a:lnTo>
                    <a:lnTo>
                      <a:pt x="4003675" y="88900"/>
                    </a:lnTo>
                    <a:lnTo>
                      <a:pt x="4076700" y="120650"/>
                    </a:lnTo>
                    <a:lnTo>
                      <a:pt x="4108450" y="139700"/>
                    </a:lnTo>
                    <a:lnTo>
                      <a:pt x="4143375" y="158750"/>
                    </a:lnTo>
                    <a:lnTo>
                      <a:pt x="4206875" y="203200"/>
                    </a:lnTo>
                    <a:lnTo>
                      <a:pt x="4267200" y="254000"/>
                    </a:lnTo>
                    <a:lnTo>
                      <a:pt x="4324350" y="304800"/>
                    </a:lnTo>
                    <a:lnTo>
                      <a:pt x="4375150" y="361950"/>
                    </a:lnTo>
                    <a:lnTo>
                      <a:pt x="4425950" y="422275"/>
                    </a:lnTo>
                    <a:lnTo>
                      <a:pt x="4470400" y="485775"/>
                    </a:lnTo>
                    <a:lnTo>
                      <a:pt x="4489450" y="517525"/>
                    </a:lnTo>
                    <a:lnTo>
                      <a:pt x="4508500" y="552450"/>
                    </a:lnTo>
                    <a:lnTo>
                      <a:pt x="4540250" y="622300"/>
                    </a:lnTo>
                    <a:lnTo>
                      <a:pt x="4565650" y="695325"/>
                    </a:lnTo>
                    <a:lnTo>
                      <a:pt x="4584700" y="768350"/>
                    </a:lnTo>
                    <a:lnTo>
                      <a:pt x="4600575" y="841375"/>
                    </a:lnTo>
                    <a:lnTo>
                      <a:pt x="4613275" y="914400"/>
                    </a:lnTo>
                    <a:lnTo>
                      <a:pt x="4619625" y="990600"/>
                    </a:lnTo>
                    <a:lnTo>
                      <a:pt x="4625975" y="1066800"/>
                    </a:lnTo>
                    <a:lnTo>
                      <a:pt x="4625975" y="1146175"/>
                    </a:lnTo>
                    <a:lnTo>
                      <a:pt x="4629150" y="1282700"/>
                    </a:lnTo>
                    <a:lnTo>
                      <a:pt x="4629150" y="1454150"/>
                    </a:lnTo>
                    <a:lnTo>
                      <a:pt x="4629150" y="3175000"/>
                    </a:lnTo>
                    <a:lnTo>
                      <a:pt x="4629150" y="3343275"/>
                    </a:lnTo>
                    <a:lnTo>
                      <a:pt x="4625975" y="3482975"/>
                    </a:lnTo>
                    <a:lnTo>
                      <a:pt x="4625975" y="3562350"/>
                    </a:lnTo>
                    <a:lnTo>
                      <a:pt x="4619625" y="3638550"/>
                    </a:lnTo>
                    <a:lnTo>
                      <a:pt x="4613275" y="3714750"/>
                    </a:lnTo>
                    <a:lnTo>
                      <a:pt x="4600575" y="3787775"/>
                    </a:lnTo>
                    <a:lnTo>
                      <a:pt x="4584700" y="3860800"/>
                    </a:lnTo>
                    <a:lnTo>
                      <a:pt x="4565650" y="3933825"/>
                    </a:lnTo>
                    <a:lnTo>
                      <a:pt x="4540250" y="4003675"/>
                    </a:lnTo>
                    <a:lnTo>
                      <a:pt x="4508500" y="4073525"/>
                    </a:lnTo>
                    <a:lnTo>
                      <a:pt x="4489450" y="4108450"/>
                    </a:lnTo>
                    <a:lnTo>
                      <a:pt x="4470400" y="4143375"/>
                    </a:lnTo>
                    <a:lnTo>
                      <a:pt x="4425950" y="4206875"/>
                    </a:lnTo>
                    <a:lnTo>
                      <a:pt x="4375150" y="4267200"/>
                    </a:lnTo>
                    <a:lnTo>
                      <a:pt x="4324350" y="4324350"/>
                    </a:lnTo>
                    <a:lnTo>
                      <a:pt x="4267200" y="4375150"/>
                    </a:lnTo>
                    <a:lnTo>
                      <a:pt x="4206875" y="4425950"/>
                    </a:lnTo>
                    <a:lnTo>
                      <a:pt x="4143375" y="4470400"/>
                    </a:lnTo>
                    <a:lnTo>
                      <a:pt x="4108450" y="4489450"/>
                    </a:lnTo>
                    <a:lnTo>
                      <a:pt x="4076700" y="4508500"/>
                    </a:lnTo>
                    <a:lnTo>
                      <a:pt x="4003675" y="4540250"/>
                    </a:lnTo>
                    <a:lnTo>
                      <a:pt x="3933825" y="4565650"/>
                    </a:lnTo>
                    <a:lnTo>
                      <a:pt x="3860800" y="4584700"/>
                    </a:lnTo>
                    <a:lnTo>
                      <a:pt x="3787775" y="4600575"/>
                    </a:lnTo>
                    <a:lnTo>
                      <a:pt x="3714750" y="4613275"/>
                    </a:lnTo>
                    <a:lnTo>
                      <a:pt x="3638550" y="4619625"/>
                    </a:lnTo>
                    <a:lnTo>
                      <a:pt x="3562350" y="4625975"/>
                    </a:lnTo>
                    <a:lnTo>
                      <a:pt x="3482975" y="4625975"/>
                    </a:lnTo>
                    <a:lnTo>
                      <a:pt x="3343275" y="4629150"/>
                    </a:lnTo>
                    <a:lnTo>
                      <a:pt x="3175000" y="4629150"/>
                    </a:lnTo>
                    <a:lnTo>
                      <a:pt x="1454150" y="4629150"/>
                    </a:lnTo>
                    <a:lnTo>
                      <a:pt x="1285875" y="4629150"/>
                    </a:lnTo>
                    <a:lnTo>
                      <a:pt x="1146175" y="4625975"/>
                    </a:lnTo>
                    <a:lnTo>
                      <a:pt x="1066800" y="4625975"/>
                    </a:lnTo>
                    <a:lnTo>
                      <a:pt x="990600" y="4619625"/>
                    </a:lnTo>
                    <a:lnTo>
                      <a:pt x="914400" y="4613275"/>
                    </a:lnTo>
                    <a:lnTo>
                      <a:pt x="841375" y="4600575"/>
                    </a:lnTo>
                    <a:lnTo>
                      <a:pt x="768350" y="4584700"/>
                    </a:lnTo>
                    <a:lnTo>
                      <a:pt x="695325" y="4565650"/>
                    </a:lnTo>
                    <a:lnTo>
                      <a:pt x="625475" y="4540250"/>
                    </a:lnTo>
                    <a:lnTo>
                      <a:pt x="555625" y="4508500"/>
                    </a:lnTo>
                    <a:lnTo>
                      <a:pt x="520700" y="4489450"/>
                    </a:lnTo>
                    <a:lnTo>
                      <a:pt x="485775" y="4470400"/>
                    </a:lnTo>
                    <a:lnTo>
                      <a:pt x="422275" y="4425950"/>
                    </a:lnTo>
                    <a:lnTo>
                      <a:pt x="361950" y="4375150"/>
                    </a:lnTo>
                    <a:lnTo>
                      <a:pt x="304800" y="4324350"/>
                    </a:lnTo>
                    <a:lnTo>
                      <a:pt x="254000" y="4267200"/>
                    </a:lnTo>
                    <a:lnTo>
                      <a:pt x="203200" y="4206875"/>
                    </a:lnTo>
                    <a:lnTo>
                      <a:pt x="158750" y="4143375"/>
                    </a:lnTo>
                    <a:lnTo>
                      <a:pt x="139700" y="4108450"/>
                    </a:lnTo>
                    <a:lnTo>
                      <a:pt x="120650" y="4073525"/>
                    </a:lnTo>
                    <a:lnTo>
                      <a:pt x="88900" y="4003675"/>
                    </a:lnTo>
                    <a:lnTo>
                      <a:pt x="63500" y="3933825"/>
                    </a:lnTo>
                    <a:lnTo>
                      <a:pt x="44450" y="3860800"/>
                    </a:lnTo>
                    <a:lnTo>
                      <a:pt x="28575" y="3787775"/>
                    </a:lnTo>
                    <a:lnTo>
                      <a:pt x="15875" y="3714750"/>
                    </a:lnTo>
                    <a:lnTo>
                      <a:pt x="9525" y="3638550"/>
                    </a:lnTo>
                    <a:lnTo>
                      <a:pt x="3175" y="3562350"/>
                    </a:lnTo>
                    <a:lnTo>
                      <a:pt x="3175" y="3482975"/>
                    </a:lnTo>
                    <a:lnTo>
                      <a:pt x="0" y="3343275"/>
                    </a:lnTo>
                    <a:lnTo>
                      <a:pt x="0" y="3175000"/>
                    </a:lnTo>
                    <a:lnTo>
                      <a:pt x="0" y="1454150"/>
                    </a:lnTo>
                    <a:lnTo>
                      <a:pt x="0" y="1282700"/>
                    </a:lnTo>
                    <a:lnTo>
                      <a:pt x="3175" y="1146175"/>
                    </a:lnTo>
                    <a:lnTo>
                      <a:pt x="3175" y="1066800"/>
                    </a:lnTo>
                    <a:lnTo>
                      <a:pt x="9525" y="990600"/>
                    </a:lnTo>
                    <a:lnTo>
                      <a:pt x="15875" y="914400"/>
                    </a:lnTo>
                    <a:lnTo>
                      <a:pt x="28575" y="841375"/>
                    </a:lnTo>
                    <a:lnTo>
                      <a:pt x="44450" y="768350"/>
                    </a:lnTo>
                    <a:lnTo>
                      <a:pt x="63500" y="695325"/>
                    </a:lnTo>
                    <a:lnTo>
                      <a:pt x="88900" y="622300"/>
                    </a:lnTo>
                    <a:lnTo>
                      <a:pt x="120650" y="552450"/>
                    </a:lnTo>
                    <a:lnTo>
                      <a:pt x="139700" y="517525"/>
                    </a:lnTo>
                    <a:lnTo>
                      <a:pt x="158750" y="485775"/>
                    </a:lnTo>
                    <a:lnTo>
                      <a:pt x="203200" y="422275"/>
                    </a:lnTo>
                    <a:lnTo>
                      <a:pt x="254000" y="361950"/>
                    </a:lnTo>
                    <a:lnTo>
                      <a:pt x="304800" y="304800"/>
                    </a:lnTo>
                    <a:lnTo>
                      <a:pt x="361950" y="254000"/>
                    </a:lnTo>
                    <a:lnTo>
                      <a:pt x="422275" y="203200"/>
                    </a:lnTo>
                    <a:lnTo>
                      <a:pt x="485775" y="158750"/>
                    </a:lnTo>
                    <a:lnTo>
                      <a:pt x="520700" y="139700"/>
                    </a:lnTo>
                    <a:lnTo>
                      <a:pt x="555625" y="120650"/>
                    </a:lnTo>
                    <a:lnTo>
                      <a:pt x="625475" y="88900"/>
                    </a:lnTo>
                    <a:lnTo>
                      <a:pt x="695325" y="63500"/>
                    </a:lnTo>
                    <a:lnTo>
                      <a:pt x="768350" y="44450"/>
                    </a:lnTo>
                    <a:lnTo>
                      <a:pt x="841375" y="28575"/>
                    </a:lnTo>
                    <a:lnTo>
                      <a:pt x="914400" y="15875"/>
                    </a:lnTo>
                    <a:lnTo>
                      <a:pt x="990600" y="9525"/>
                    </a:lnTo>
                    <a:lnTo>
                      <a:pt x="1066800" y="3175"/>
                    </a:lnTo>
                    <a:lnTo>
                      <a:pt x="1146175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/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sp>
          <p:nvSpPr>
            <p:cNvPr id="28" name="i$1îďé">
              <a:extLst>
                <a:ext uri="{FF2B5EF4-FFF2-40B4-BE49-F238E27FC236}">
                  <a16:creationId xmlns:a16="http://schemas.microsoft.com/office/drawing/2014/main" id="{12D81CB9-4FEC-474A-BB77-90BFF7440687}"/>
                </a:ext>
              </a:extLst>
            </p:cNvPr>
            <p:cNvSpPr txBox="1"/>
            <p:nvPr/>
          </p:nvSpPr>
          <p:spPr>
            <a:xfrm>
              <a:off x="1266824" y="4353822"/>
              <a:ext cx="2299974" cy="338554"/>
            </a:xfrm>
            <a:prstGeom prst="rect">
              <a:avLst/>
            </a:prstGeom>
            <a:noFill/>
          </p:spPr>
          <p:txBody>
            <a:bodyPr wrap="none" anchor="b" anchorCtr="1">
              <a:normAutofit/>
            </a:bodyPr>
            <a:lstStyle/>
            <a:p>
              <a:pPr algn="ctr"/>
              <a:r>
                <a:rPr lang="en-US" altLang="zh-CN" sz="1600" b="1" dirty="0"/>
                <a:t>Architecture Evolution</a:t>
              </a:r>
              <a:endParaRPr lang="zh-CN" altLang="en-US" sz="1600" b="1" dirty="0"/>
            </a:p>
          </p:txBody>
        </p:sp>
      </p:grpSp>
      <p:grpSp>
        <p:nvGrpSpPr>
          <p:cNvPr id="6" name="ïṡḷïḋe">
            <a:extLst>
              <a:ext uri="{FF2B5EF4-FFF2-40B4-BE49-F238E27FC236}">
                <a16:creationId xmlns:a16="http://schemas.microsoft.com/office/drawing/2014/main" id="{41B3EFA1-E2F5-42DD-AB5B-B2BF901429E5}"/>
              </a:ext>
            </a:extLst>
          </p:cNvPr>
          <p:cNvGrpSpPr/>
          <p:nvPr/>
        </p:nvGrpSpPr>
        <p:grpSpPr>
          <a:xfrm>
            <a:off x="4740547" y="3188541"/>
            <a:ext cx="2299974" cy="1555561"/>
            <a:chOff x="3719617" y="3136815"/>
            <a:chExt cx="2299974" cy="1555561"/>
          </a:xfrm>
        </p:grpSpPr>
        <p:grpSp>
          <p:nvGrpSpPr>
            <p:cNvPr id="22" name="iŝḻíḓe">
              <a:extLst>
                <a:ext uri="{FF2B5EF4-FFF2-40B4-BE49-F238E27FC236}">
                  <a16:creationId xmlns:a16="http://schemas.microsoft.com/office/drawing/2014/main" id="{1837D886-86E7-461F-A254-3584D788310A}"/>
                </a:ext>
              </a:extLst>
            </p:cNvPr>
            <p:cNvGrpSpPr/>
            <p:nvPr/>
          </p:nvGrpSpPr>
          <p:grpSpPr>
            <a:xfrm>
              <a:off x="4300653" y="3136815"/>
              <a:ext cx="1137902" cy="1137902"/>
              <a:chOff x="3188550" y="3284984"/>
              <a:chExt cx="1512168" cy="1512168"/>
            </a:xfrm>
          </p:grpSpPr>
          <p:sp>
            <p:nvSpPr>
              <p:cNvPr id="25" name="işlïdê">
                <a:extLst>
                  <a:ext uri="{FF2B5EF4-FFF2-40B4-BE49-F238E27FC236}">
                    <a16:creationId xmlns:a16="http://schemas.microsoft.com/office/drawing/2014/main" id="{837B3F21-25EE-44CF-BF8F-476168F1E583}"/>
                  </a:ext>
                </a:extLst>
              </p:cNvPr>
              <p:cNvSpPr/>
              <p:nvPr/>
            </p:nvSpPr>
            <p:spPr bwMode="auto">
              <a:xfrm>
                <a:off x="3188550" y="3284984"/>
                <a:ext cx="1512168" cy="1512168"/>
              </a:xfrm>
              <a:prstGeom prst="ellipse">
                <a:avLst/>
              </a:prstGeom>
              <a:solidFill>
                <a:schemeClr val="accent2">
                  <a:lumMod val="100000"/>
                </a:schemeClr>
              </a:solidFill>
              <a:ln w="19050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 dirty="0"/>
              </a:p>
            </p:txBody>
          </p:sp>
          <p:sp>
            <p:nvSpPr>
              <p:cNvPr id="26" name="iślíḓé">
                <a:extLst>
                  <a:ext uri="{FF2B5EF4-FFF2-40B4-BE49-F238E27FC236}">
                    <a16:creationId xmlns:a16="http://schemas.microsoft.com/office/drawing/2014/main" id="{806DA709-ED5D-4DAC-9F2C-C23DD9AC1B6E}"/>
                  </a:ext>
                </a:extLst>
              </p:cNvPr>
              <p:cNvSpPr/>
              <p:nvPr/>
            </p:nvSpPr>
            <p:spPr bwMode="auto">
              <a:xfrm>
                <a:off x="3588500" y="3702148"/>
                <a:ext cx="712268" cy="677840"/>
              </a:xfrm>
              <a:custGeom>
                <a:avLst/>
                <a:gdLst>
                  <a:gd name="T0" fmla="*/ 2147483646 w 5871"/>
                  <a:gd name="T1" fmla="*/ 2147483646 h 5585"/>
                  <a:gd name="T2" fmla="*/ 2147483646 w 5871"/>
                  <a:gd name="T3" fmla="*/ 2147483646 h 5585"/>
                  <a:gd name="T4" fmla="*/ 2147483646 w 5871"/>
                  <a:gd name="T5" fmla="*/ 2147483646 h 5585"/>
                  <a:gd name="T6" fmla="*/ 2147483646 w 5871"/>
                  <a:gd name="T7" fmla="*/ 2147483646 h 5585"/>
                  <a:gd name="T8" fmla="*/ 2147483646 w 5871"/>
                  <a:gd name="T9" fmla="*/ 2147483646 h 5585"/>
                  <a:gd name="T10" fmla="*/ 2147483646 w 5871"/>
                  <a:gd name="T11" fmla="*/ 2147483646 h 5585"/>
                  <a:gd name="T12" fmla="*/ 2147483646 w 5871"/>
                  <a:gd name="T13" fmla="*/ 2147483646 h 5585"/>
                  <a:gd name="T14" fmla="*/ 2147483646 w 5871"/>
                  <a:gd name="T15" fmla="*/ 2147483646 h 5585"/>
                  <a:gd name="T16" fmla="*/ 2147483646 w 5871"/>
                  <a:gd name="T17" fmla="*/ 2147483646 h 5585"/>
                  <a:gd name="T18" fmla="*/ 2147483646 w 5871"/>
                  <a:gd name="T19" fmla="*/ 2147483646 h 5585"/>
                  <a:gd name="T20" fmla="*/ 2147483646 w 5871"/>
                  <a:gd name="T21" fmla="*/ 2147483646 h 5585"/>
                  <a:gd name="T22" fmla="*/ 2147483646 w 5871"/>
                  <a:gd name="T23" fmla="*/ 2147483646 h 5585"/>
                  <a:gd name="T24" fmla="*/ 2147483646 w 5871"/>
                  <a:gd name="T25" fmla="*/ 2147483646 h 5585"/>
                  <a:gd name="T26" fmla="*/ 2147483646 w 5871"/>
                  <a:gd name="T27" fmla="*/ 2147483646 h 5585"/>
                  <a:gd name="T28" fmla="*/ 2147483646 w 5871"/>
                  <a:gd name="T29" fmla="*/ 2147483646 h 5585"/>
                  <a:gd name="T30" fmla="*/ 2147483646 w 5871"/>
                  <a:gd name="T31" fmla="*/ 2147483646 h 5585"/>
                  <a:gd name="T32" fmla="*/ 2147483646 w 5871"/>
                  <a:gd name="T33" fmla="*/ 2147483646 h 5585"/>
                  <a:gd name="T34" fmla="*/ 2147483646 w 5871"/>
                  <a:gd name="T35" fmla="*/ 2147483646 h 5585"/>
                  <a:gd name="T36" fmla="*/ 2147483646 w 5871"/>
                  <a:gd name="T37" fmla="*/ 2147483646 h 5585"/>
                  <a:gd name="T38" fmla="*/ 2147483646 w 5871"/>
                  <a:gd name="T39" fmla="*/ 2147483646 h 5585"/>
                  <a:gd name="T40" fmla="*/ 2147483646 w 5871"/>
                  <a:gd name="T41" fmla="*/ 2147483646 h 5585"/>
                  <a:gd name="T42" fmla="*/ 2147483646 w 5871"/>
                  <a:gd name="T43" fmla="*/ 2147483646 h 5585"/>
                  <a:gd name="T44" fmla="*/ 2147483646 w 5871"/>
                  <a:gd name="T45" fmla="*/ 2147483646 h 5585"/>
                  <a:gd name="T46" fmla="*/ 2147483646 w 5871"/>
                  <a:gd name="T47" fmla="*/ 2147483646 h 5585"/>
                  <a:gd name="T48" fmla="*/ 2147483646 w 5871"/>
                  <a:gd name="T49" fmla="*/ 2147483646 h 5585"/>
                  <a:gd name="T50" fmla="*/ 2147483646 w 5871"/>
                  <a:gd name="T51" fmla="*/ 2147483646 h 5585"/>
                  <a:gd name="T52" fmla="*/ 2147483646 w 5871"/>
                  <a:gd name="T53" fmla="*/ 2147483646 h 5585"/>
                  <a:gd name="T54" fmla="*/ 2147483646 w 5871"/>
                  <a:gd name="T55" fmla="*/ 2147483646 h 5585"/>
                  <a:gd name="T56" fmla="*/ 2147483646 w 5871"/>
                  <a:gd name="T57" fmla="*/ 2147483646 h 5585"/>
                  <a:gd name="T58" fmla="*/ 2147483646 w 5871"/>
                  <a:gd name="T59" fmla="*/ 2147483646 h 5585"/>
                  <a:gd name="T60" fmla="*/ 2147483646 w 5871"/>
                  <a:gd name="T61" fmla="*/ 2147483646 h 5585"/>
                  <a:gd name="T62" fmla="*/ 2147483646 w 5871"/>
                  <a:gd name="T63" fmla="*/ 2147483646 h 5585"/>
                  <a:gd name="T64" fmla="*/ 2147483646 w 5871"/>
                  <a:gd name="T65" fmla="*/ 2147483646 h 5585"/>
                  <a:gd name="T66" fmla="*/ 2147483646 w 5871"/>
                  <a:gd name="T67" fmla="*/ 2147483646 h 5585"/>
                  <a:gd name="T68" fmla="*/ 2147483646 w 5871"/>
                  <a:gd name="T69" fmla="*/ 2147483646 h 5585"/>
                  <a:gd name="T70" fmla="*/ 2147483646 w 5871"/>
                  <a:gd name="T71" fmla="*/ 2147483646 h 5585"/>
                  <a:gd name="T72" fmla="*/ 2147483646 w 5871"/>
                  <a:gd name="T73" fmla="*/ 2147483646 h 5585"/>
                  <a:gd name="T74" fmla="*/ 2147483646 w 5871"/>
                  <a:gd name="T75" fmla="*/ 2147483646 h 5585"/>
                  <a:gd name="T76" fmla="*/ 2147483646 w 5871"/>
                  <a:gd name="T77" fmla="*/ 2147483646 h 5585"/>
                  <a:gd name="T78" fmla="*/ 2147483646 w 5871"/>
                  <a:gd name="T79" fmla="*/ 2147483646 h 5585"/>
                  <a:gd name="T80" fmla="*/ 2147483646 w 5871"/>
                  <a:gd name="T81" fmla="*/ 2147483646 h 5585"/>
                  <a:gd name="T82" fmla="*/ 2147483646 w 5871"/>
                  <a:gd name="T83" fmla="*/ 2147483646 h 5585"/>
                  <a:gd name="T84" fmla="*/ 2147483646 w 5871"/>
                  <a:gd name="T85" fmla="*/ 2147483646 h 5585"/>
                  <a:gd name="T86" fmla="*/ 2147483646 w 5871"/>
                  <a:gd name="T87" fmla="*/ 2147483646 h 5585"/>
                  <a:gd name="T88" fmla="*/ 2147483646 w 5871"/>
                  <a:gd name="T89" fmla="*/ 2147483646 h 5585"/>
                  <a:gd name="T90" fmla="*/ 2147483646 w 5871"/>
                  <a:gd name="T91" fmla="*/ 2147483646 h 5585"/>
                  <a:gd name="T92" fmla="*/ 2147483646 w 5871"/>
                  <a:gd name="T93" fmla="*/ 2147483646 h 5585"/>
                  <a:gd name="T94" fmla="*/ 2147483646 w 5871"/>
                  <a:gd name="T95" fmla="*/ 2147483646 h 5585"/>
                  <a:gd name="T96" fmla="*/ 2147483646 w 5871"/>
                  <a:gd name="T97" fmla="*/ 2147483646 h 5585"/>
                  <a:gd name="T98" fmla="*/ 2147483646 w 5871"/>
                  <a:gd name="T99" fmla="*/ 2147483646 h 5585"/>
                  <a:gd name="T100" fmla="*/ 2147483646 w 5871"/>
                  <a:gd name="T101" fmla="*/ 2147483646 h 5585"/>
                  <a:gd name="T102" fmla="*/ 2147483646 w 5871"/>
                  <a:gd name="T103" fmla="*/ 2147483646 h 5585"/>
                  <a:gd name="T104" fmla="*/ 0 w 5871"/>
                  <a:gd name="T105" fmla="*/ 2147483646 h 5585"/>
                  <a:gd name="T106" fmla="*/ 2147483646 w 5871"/>
                  <a:gd name="T107" fmla="*/ 0 h 5585"/>
                  <a:gd name="T108" fmla="*/ 2147483646 w 5871"/>
                  <a:gd name="T109" fmla="*/ 2147483646 h 5585"/>
                  <a:gd name="T110" fmla="*/ 2147483646 w 5871"/>
                  <a:gd name="T111" fmla="*/ 2147483646 h 5585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</a:gdLst>
                <a:ahLst/>
                <a:cxnLst>
                  <a:cxn ang="T112">
                    <a:pos x="T0" y="T1"/>
                  </a:cxn>
                  <a:cxn ang="T113">
                    <a:pos x="T2" y="T3"/>
                  </a:cxn>
                  <a:cxn ang="T114">
                    <a:pos x="T4" y="T5"/>
                  </a:cxn>
                  <a:cxn ang="T115">
                    <a:pos x="T6" y="T7"/>
                  </a:cxn>
                  <a:cxn ang="T116">
                    <a:pos x="T8" y="T9"/>
                  </a:cxn>
                  <a:cxn ang="T117">
                    <a:pos x="T10" y="T11"/>
                  </a:cxn>
                  <a:cxn ang="T118">
                    <a:pos x="T12" y="T13"/>
                  </a:cxn>
                  <a:cxn ang="T119">
                    <a:pos x="T14" y="T15"/>
                  </a:cxn>
                  <a:cxn ang="T120">
                    <a:pos x="T16" y="T17"/>
                  </a:cxn>
                  <a:cxn ang="T121">
                    <a:pos x="T18" y="T19"/>
                  </a:cxn>
                  <a:cxn ang="T122">
                    <a:pos x="T20" y="T21"/>
                  </a:cxn>
                  <a:cxn ang="T123">
                    <a:pos x="T22" y="T23"/>
                  </a:cxn>
                  <a:cxn ang="T124">
                    <a:pos x="T24" y="T25"/>
                  </a:cxn>
                  <a:cxn ang="T125">
                    <a:pos x="T26" y="T27"/>
                  </a:cxn>
                  <a:cxn ang="T126">
                    <a:pos x="T28" y="T29"/>
                  </a:cxn>
                  <a:cxn ang="T127">
                    <a:pos x="T30" y="T31"/>
                  </a:cxn>
                  <a:cxn ang="T128">
                    <a:pos x="T32" y="T33"/>
                  </a:cxn>
                  <a:cxn ang="T129">
                    <a:pos x="T34" y="T35"/>
                  </a:cxn>
                  <a:cxn ang="T130">
                    <a:pos x="T36" y="T37"/>
                  </a:cxn>
                  <a:cxn ang="T131">
                    <a:pos x="T38" y="T39"/>
                  </a:cxn>
                  <a:cxn ang="T132">
                    <a:pos x="T40" y="T41"/>
                  </a:cxn>
                  <a:cxn ang="T133">
                    <a:pos x="T42" y="T43"/>
                  </a:cxn>
                  <a:cxn ang="T134">
                    <a:pos x="T44" y="T45"/>
                  </a:cxn>
                  <a:cxn ang="T135">
                    <a:pos x="T46" y="T47"/>
                  </a:cxn>
                  <a:cxn ang="T136">
                    <a:pos x="T48" y="T49"/>
                  </a:cxn>
                  <a:cxn ang="T137">
                    <a:pos x="T50" y="T51"/>
                  </a:cxn>
                  <a:cxn ang="T138">
                    <a:pos x="T52" y="T53"/>
                  </a:cxn>
                  <a:cxn ang="T139">
                    <a:pos x="T54" y="T55"/>
                  </a:cxn>
                  <a:cxn ang="T140">
                    <a:pos x="T56" y="T57"/>
                  </a:cxn>
                  <a:cxn ang="T141">
                    <a:pos x="T58" y="T59"/>
                  </a:cxn>
                  <a:cxn ang="T142">
                    <a:pos x="T60" y="T61"/>
                  </a:cxn>
                  <a:cxn ang="T143">
                    <a:pos x="T62" y="T63"/>
                  </a:cxn>
                  <a:cxn ang="T144">
                    <a:pos x="T64" y="T65"/>
                  </a:cxn>
                  <a:cxn ang="T145">
                    <a:pos x="T66" y="T67"/>
                  </a:cxn>
                  <a:cxn ang="T146">
                    <a:pos x="T68" y="T69"/>
                  </a:cxn>
                  <a:cxn ang="T147">
                    <a:pos x="T70" y="T71"/>
                  </a:cxn>
                  <a:cxn ang="T148">
                    <a:pos x="T72" y="T73"/>
                  </a:cxn>
                  <a:cxn ang="T149">
                    <a:pos x="T74" y="T75"/>
                  </a:cxn>
                  <a:cxn ang="T150">
                    <a:pos x="T76" y="T77"/>
                  </a:cxn>
                  <a:cxn ang="T151">
                    <a:pos x="T78" y="T79"/>
                  </a:cxn>
                  <a:cxn ang="T152">
                    <a:pos x="T80" y="T81"/>
                  </a:cxn>
                  <a:cxn ang="T153">
                    <a:pos x="T82" y="T83"/>
                  </a:cxn>
                  <a:cxn ang="T154">
                    <a:pos x="T84" y="T85"/>
                  </a:cxn>
                  <a:cxn ang="T155">
                    <a:pos x="T86" y="T87"/>
                  </a:cxn>
                  <a:cxn ang="T156">
                    <a:pos x="T88" y="T89"/>
                  </a:cxn>
                  <a:cxn ang="T157">
                    <a:pos x="T90" y="T91"/>
                  </a:cxn>
                  <a:cxn ang="T158">
                    <a:pos x="T92" y="T93"/>
                  </a:cxn>
                  <a:cxn ang="T159">
                    <a:pos x="T94" y="T95"/>
                  </a:cxn>
                  <a:cxn ang="T160">
                    <a:pos x="T96" y="T97"/>
                  </a:cxn>
                  <a:cxn ang="T161">
                    <a:pos x="T98" y="T99"/>
                  </a:cxn>
                  <a:cxn ang="T162">
                    <a:pos x="T100" y="T101"/>
                  </a:cxn>
                  <a:cxn ang="T163">
                    <a:pos x="T102" y="T103"/>
                  </a:cxn>
                  <a:cxn ang="T164">
                    <a:pos x="T104" y="T105"/>
                  </a:cxn>
                  <a:cxn ang="T165">
                    <a:pos x="T106" y="T107"/>
                  </a:cxn>
                  <a:cxn ang="T166">
                    <a:pos x="T108" y="T109"/>
                  </a:cxn>
                  <a:cxn ang="T167">
                    <a:pos x="T110" y="T111"/>
                  </a:cxn>
                </a:cxnLst>
                <a:rect l="0" t="0" r="r" b="b"/>
                <a:pathLst>
                  <a:path w="5871" h="5585">
                    <a:moveTo>
                      <a:pt x="774" y="374"/>
                    </a:moveTo>
                    <a:lnTo>
                      <a:pt x="774" y="1910"/>
                    </a:lnTo>
                    <a:lnTo>
                      <a:pt x="5107" y="1910"/>
                    </a:lnTo>
                    <a:lnTo>
                      <a:pt x="5107" y="374"/>
                    </a:lnTo>
                    <a:lnTo>
                      <a:pt x="774" y="374"/>
                    </a:lnTo>
                    <a:close/>
                    <a:moveTo>
                      <a:pt x="1597" y="3265"/>
                    </a:moveTo>
                    <a:lnTo>
                      <a:pt x="1597" y="3265"/>
                    </a:lnTo>
                    <a:lnTo>
                      <a:pt x="1591" y="3265"/>
                    </a:lnTo>
                    <a:lnTo>
                      <a:pt x="1587" y="3265"/>
                    </a:lnTo>
                    <a:lnTo>
                      <a:pt x="1586" y="3265"/>
                    </a:lnTo>
                    <a:lnTo>
                      <a:pt x="1581" y="3265"/>
                    </a:lnTo>
                    <a:lnTo>
                      <a:pt x="1576" y="3265"/>
                    </a:lnTo>
                    <a:lnTo>
                      <a:pt x="1571" y="3265"/>
                    </a:lnTo>
                    <a:lnTo>
                      <a:pt x="1570" y="3265"/>
                    </a:lnTo>
                    <a:lnTo>
                      <a:pt x="1566" y="3265"/>
                    </a:lnTo>
                    <a:lnTo>
                      <a:pt x="1560" y="3265"/>
                    </a:lnTo>
                    <a:lnTo>
                      <a:pt x="1555" y="3265"/>
                    </a:lnTo>
                    <a:lnTo>
                      <a:pt x="1550" y="3265"/>
                    </a:lnTo>
                    <a:lnTo>
                      <a:pt x="1545" y="3265"/>
                    </a:lnTo>
                    <a:lnTo>
                      <a:pt x="1540" y="3265"/>
                    </a:lnTo>
                    <a:lnTo>
                      <a:pt x="1539" y="3265"/>
                    </a:lnTo>
                    <a:lnTo>
                      <a:pt x="1535" y="3265"/>
                    </a:lnTo>
                    <a:lnTo>
                      <a:pt x="1529" y="3265"/>
                    </a:lnTo>
                    <a:lnTo>
                      <a:pt x="1525" y="3265"/>
                    </a:lnTo>
                    <a:lnTo>
                      <a:pt x="1524" y="3265"/>
                    </a:lnTo>
                    <a:lnTo>
                      <a:pt x="1519" y="3265"/>
                    </a:lnTo>
                    <a:lnTo>
                      <a:pt x="1514" y="3265"/>
                    </a:lnTo>
                    <a:lnTo>
                      <a:pt x="1509" y="3265"/>
                    </a:lnTo>
                    <a:lnTo>
                      <a:pt x="1508" y="3265"/>
                    </a:lnTo>
                    <a:lnTo>
                      <a:pt x="1504" y="3265"/>
                    </a:lnTo>
                    <a:lnTo>
                      <a:pt x="1498" y="3265"/>
                    </a:lnTo>
                    <a:lnTo>
                      <a:pt x="1494" y="3265"/>
                    </a:lnTo>
                    <a:lnTo>
                      <a:pt x="1493" y="3265"/>
                    </a:lnTo>
                    <a:lnTo>
                      <a:pt x="1488" y="3265"/>
                    </a:lnTo>
                    <a:lnTo>
                      <a:pt x="1483" y="3265"/>
                    </a:lnTo>
                    <a:lnTo>
                      <a:pt x="1478" y="3265"/>
                    </a:lnTo>
                    <a:lnTo>
                      <a:pt x="1477" y="3265"/>
                    </a:lnTo>
                    <a:lnTo>
                      <a:pt x="1473" y="3265"/>
                    </a:lnTo>
                    <a:lnTo>
                      <a:pt x="1467" y="3265"/>
                    </a:lnTo>
                    <a:lnTo>
                      <a:pt x="1463" y="3265"/>
                    </a:lnTo>
                    <a:lnTo>
                      <a:pt x="1462" y="3265"/>
                    </a:lnTo>
                    <a:lnTo>
                      <a:pt x="1457" y="3265"/>
                    </a:lnTo>
                    <a:lnTo>
                      <a:pt x="1452" y="3265"/>
                    </a:lnTo>
                    <a:lnTo>
                      <a:pt x="1446" y="3265"/>
                    </a:lnTo>
                    <a:lnTo>
                      <a:pt x="1442" y="3265"/>
                    </a:lnTo>
                    <a:lnTo>
                      <a:pt x="1266" y="3265"/>
                    </a:lnTo>
                    <a:lnTo>
                      <a:pt x="1345" y="3830"/>
                    </a:lnTo>
                    <a:lnTo>
                      <a:pt x="1294" y="3911"/>
                    </a:lnTo>
                    <a:lnTo>
                      <a:pt x="1345" y="3977"/>
                    </a:lnTo>
                    <a:lnTo>
                      <a:pt x="1117" y="4116"/>
                    </a:lnTo>
                    <a:lnTo>
                      <a:pt x="1112" y="4144"/>
                    </a:lnTo>
                    <a:lnTo>
                      <a:pt x="1106" y="4173"/>
                    </a:lnTo>
                    <a:lnTo>
                      <a:pt x="1103" y="4201"/>
                    </a:lnTo>
                    <a:lnTo>
                      <a:pt x="1099" y="4228"/>
                    </a:lnTo>
                    <a:lnTo>
                      <a:pt x="1097" y="4255"/>
                    </a:lnTo>
                    <a:lnTo>
                      <a:pt x="1096" y="4281"/>
                    </a:lnTo>
                    <a:lnTo>
                      <a:pt x="1096" y="4308"/>
                    </a:lnTo>
                    <a:lnTo>
                      <a:pt x="1096" y="4333"/>
                    </a:lnTo>
                    <a:lnTo>
                      <a:pt x="1097" y="4359"/>
                    </a:lnTo>
                    <a:lnTo>
                      <a:pt x="1098" y="4383"/>
                    </a:lnTo>
                    <a:lnTo>
                      <a:pt x="1100" y="4407"/>
                    </a:lnTo>
                    <a:lnTo>
                      <a:pt x="1104" y="4432"/>
                    </a:lnTo>
                    <a:lnTo>
                      <a:pt x="1112" y="4478"/>
                    </a:lnTo>
                    <a:lnTo>
                      <a:pt x="1121" y="4523"/>
                    </a:lnTo>
                    <a:lnTo>
                      <a:pt x="1133" y="4568"/>
                    </a:lnTo>
                    <a:lnTo>
                      <a:pt x="1147" y="4611"/>
                    </a:lnTo>
                    <a:lnTo>
                      <a:pt x="1162" y="4653"/>
                    </a:lnTo>
                    <a:lnTo>
                      <a:pt x="1179" y="4694"/>
                    </a:lnTo>
                    <a:lnTo>
                      <a:pt x="1198" y="4733"/>
                    </a:lnTo>
                    <a:lnTo>
                      <a:pt x="1218" y="4772"/>
                    </a:lnTo>
                    <a:lnTo>
                      <a:pt x="1238" y="4812"/>
                    </a:lnTo>
                    <a:lnTo>
                      <a:pt x="1259" y="4849"/>
                    </a:lnTo>
                    <a:lnTo>
                      <a:pt x="774" y="4849"/>
                    </a:lnTo>
                    <a:lnTo>
                      <a:pt x="774" y="2135"/>
                    </a:lnTo>
                    <a:lnTo>
                      <a:pt x="2185" y="2135"/>
                    </a:lnTo>
                    <a:lnTo>
                      <a:pt x="2185" y="4849"/>
                    </a:lnTo>
                    <a:lnTo>
                      <a:pt x="1780" y="4849"/>
                    </a:lnTo>
                    <a:lnTo>
                      <a:pt x="1801" y="4812"/>
                    </a:lnTo>
                    <a:lnTo>
                      <a:pt x="1821" y="4772"/>
                    </a:lnTo>
                    <a:lnTo>
                      <a:pt x="1841" y="4733"/>
                    </a:lnTo>
                    <a:lnTo>
                      <a:pt x="1859" y="4694"/>
                    </a:lnTo>
                    <a:lnTo>
                      <a:pt x="1876" y="4653"/>
                    </a:lnTo>
                    <a:lnTo>
                      <a:pt x="1892" y="4611"/>
                    </a:lnTo>
                    <a:lnTo>
                      <a:pt x="1905" y="4568"/>
                    </a:lnTo>
                    <a:lnTo>
                      <a:pt x="1917" y="4523"/>
                    </a:lnTo>
                    <a:lnTo>
                      <a:pt x="1927" y="4478"/>
                    </a:lnTo>
                    <a:lnTo>
                      <a:pt x="1935" y="4432"/>
                    </a:lnTo>
                    <a:lnTo>
                      <a:pt x="1938" y="4407"/>
                    </a:lnTo>
                    <a:lnTo>
                      <a:pt x="1941" y="4383"/>
                    </a:lnTo>
                    <a:lnTo>
                      <a:pt x="1942" y="4359"/>
                    </a:lnTo>
                    <a:lnTo>
                      <a:pt x="1943" y="4333"/>
                    </a:lnTo>
                    <a:lnTo>
                      <a:pt x="1943" y="4308"/>
                    </a:lnTo>
                    <a:lnTo>
                      <a:pt x="1942" y="4281"/>
                    </a:lnTo>
                    <a:lnTo>
                      <a:pt x="1941" y="4255"/>
                    </a:lnTo>
                    <a:lnTo>
                      <a:pt x="1938" y="4228"/>
                    </a:lnTo>
                    <a:lnTo>
                      <a:pt x="1936" y="4201"/>
                    </a:lnTo>
                    <a:lnTo>
                      <a:pt x="1932" y="4173"/>
                    </a:lnTo>
                    <a:lnTo>
                      <a:pt x="1927" y="4144"/>
                    </a:lnTo>
                    <a:lnTo>
                      <a:pt x="1922" y="4116"/>
                    </a:lnTo>
                    <a:lnTo>
                      <a:pt x="1694" y="3977"/>
                    </a:lnTo>
                    <a:lnTo>
                      <a:pt x="1745" y="3911"/>
                    </a:lnTo>
                    <a:lnTo>
                      <a:pt x="1694" y="3830"/>
                    </a:lnTo>
                    <a:lnTo>
                      <a:pt x="1771" y="3265"/>
                    </a:lnTo>
                    <a:lnTo>
                      <a:pt x="1597" y="3265"/>
                    </a:lnTo>
                    <a:close/>
                    <a:moveTo>
                      <a:pt x="4819" y="863"/>
                    </a:moveTo>
                    <a:lnTo>
                      <a:pt x="4819" y="1057"/>
                    </a:lnTo>
                    <a:lnTo>
                      <a:pt x="3585" y="1057"/>
                    </a:lnTo>
                    <a:lnTo>
                      <a:pt x="3585" y="863"/>
                    </a:lnTo>
                    <a:lnTo>
                      <a:pt x="4819" y="863"/>
                    </a:lnTo>
                    <a:close/>
                    <a:moveTo>
                      <a:pt x="5002" y="1108"/>
                    </a:moveTo>
                    <a:lnTo>
                      <a:pt x="5002" y="1379"/>
                    </a:lnTo>
                    <a:lnTo>
                      <a:pt x="3769" y="1379"/>
                    </a:lnTo>
                    <a:lnTo>
                      <a:pt x="3769" y="1108"/>
                    </a:lnTo>
                    <a:lnTo>
                      <a:pt x="5002" y="1108"/>
                    </a:lnTo>
                    <a:close/>
                    <a:moveTo>
                      <a:pt x="4891" y="1429"/>
                    </a:moveTo>
                    <a:lnTo>
                      <a:pt x="4891" y="1623"/>
                    </a:lnTo>
                    <a:lnTo>
                      <a:pt x="3657" y="1623"/>
                    </a:lnTo>
                    <a:lnTo>
                      <a:pt x="3657" y="1429"/>
                    </a:lnTo>
                    <a:lnTo>
                      <a:pt x="4891" y="1429"/>
                    </a:lnTo>
                    <a:close/>
                    <a:moveTo>
                      <a:pt x="4977" y="1659"/>
                    </a:moveTo>
                    <a:lnTo>
                      <a:pt x="4977" y="1853"/>
                    </a:lnTo>
                    <a:lnTo>
                      <a:pt x="3743" y="1853"/>
                    </a:lnTo>
                    <a:lnTo>
                      <a:pt x="3743" y="1659"/>
                    </a:lnTo>
                    <a:lnTo>
                      <a:pt x="4977" y="1659"/>
                    </a:lnTo>
                    <a:close/>
                    <a:moveTo>
                      <a:pt x="1643" y="596"/>
                    </a:moveTo>
                    <a:lnTo>
                      <a:pt x="1833" y="561"/>
                    </a:lnTo>
                    <a:lnTo>
                      <a:pt x="2061" y="1773"/>
                    </a:lnTo>
                    <a:lnTo>
                      <a:pt x="1871" y="1809"/>
                    </a:lnTo>
                    <a:lnTo>
                      <a:pt x="1643" y="596"/>
                    </a:lnTo>
                    <a:close/>
                    <a:moveTo>
                      <a:pt x="1388" y="596"/>
                    </a:moveTo>
                    <a:lnTo>
                      <a:pt x="1579" y="561"/>
                    </a:lnTo>
                    <a:lnTo>
                      <a:pt x="1807" y="1773"/>
                    </a:lnTo>
                    <a:lnTo>
                      <a:pt x="1616" y="1809"/>
                    </a:lnTo>
                    <a:lnTo>
                      <a:pt x="1388" y="596"/>
                    </a:lnTo>
                    <a:close/>
                    <a:moveTo>
                      <a:pt x="1134" y="596"/>
                    </a:moveTo>
                    <a:lnTo>
                      <a:pt x="1324" y="561"/>
                    </a:lnTo>
                    <a:lnTo>
                      <a:pt x="1551" y="1773"/>
                    </a:lnTo>
                    <a:lnTo>
                      <a:pt x="1361" y="1809"/>
                    </a:lnTo>
                    <a:lnTo>
                      <a:pt x="1134" y="596"/>
                    </a:lnTo>
                    <a:close/>
                    <a:moveTo>
                      <a:pt x="884" y="568"/>
                    </a:moveTo>
                    <a:lnTo>
                      <a:pt x="1077" y="568"/>
                    </a:lnTo>
                    <a:lnTo>
                      <a:pt x="1077" y="1802"/>
                    </a:lnTo>
                    <a:lnTo>
                      <a:pt x="884" y="1802"/>
                    </a:lnTo>
                    <a:lnTo>
                      <a:pt x="884" y="568"/>
                    </a:lnTo>
                    <a:close/>
                    <a:moveTo>
                      <a:pt x="3540" y="2418"/>
                    </a:moveTo>
                    <a:lnTo>
                      <a:pt x="3807" y="2354"/>
                    </a:lnTo>
                    <a:lnTo>
                      <a:pt x="4033" y="3306"/>
                    </a:lnTo>
                    <a:lnTo>
                      <a:pt x="3765" y="3369"/>
                    </a:lnTo>
                    <a:lnTo>
                      <a:pt x="3540" y="2418"/>
                    </a:lnTo>
                    <a:close/>
                    <a:moveTo>
                      <a:pt x="3622" y="2531"/>
                    </a:moveTo>
                    <a:lnTo>
                      <a:pt x="3639" y="2606"/>
                    </a:lnTo>
                    <a:lnTo>
                      <a:pt x="3791" y="2570"/>
                    </a:lnTo>
                    <a:lnTo>
                      <a:pt x="3773" y="2496"/>
                    </a:lnTo>
                    <a:lnTo>
                      <a:pt x="3622" y="2531"/>
                    </a:lnTo>
                    <a:close/>
                    <a:moveTo>
                      <a:pt x="3739" y="3028"/>
                    </a:moveTo>
                    <a:lnTo>
                      <a:pt x="3776" y="3184"/>
                    </a:lnTo>
                    <a:lnTo>
                      <a:pt x="3928" y="3148"/>
                    </a:lnTo>
                    <a:lnTo>
                      <a:pt x="3890" y="2991"/>
                    </a:lnTo>
                    <a:lnTo>
                      <a:pt x="3739" y="3028"/>
                    </a:lnTo>
                    <a:close/>
                    <a:moveTo>
                      <a:pt x="3193" y="2418"/>
                    </a:moveTo>
                    <a:lnTo>
                      <a:pt x="3418" y="3369"/>
                    </a:lnTo>
                    <a:lnTo>
                      <a:pt x="3687" y="3306"/>
                    </a:lnTo>
                    <a:lnTo>
                      <a:pt x="3461" y="2354"/>
                    </a:lnTo>
                    <a:lnTo>
                      <a:pt x="3193" y="2418"/>
                    </a:lnTo>
                    <a:close/>
                    <a:moveTo>
                      <a:pt x="3276" y="2531"/>
                    </a:moveTo>
                    <a:lnTo>
                      <a:pt x="3426" y="2496"/>
                    </a:lnTo>
                    <a:lnTo>
                      <a:pt x="3444" y="2570"/>
                    </a:lnTo>
                    <a:lnTo>
                      <a:pt x="3292" y="2606"/>
                    </a:lnTo>
                    <a:lnTo>
                      <a:pt x="3276" y="2531"/>
                    </a:lnTo>
                    <a:close/>
                    <a:moveTo>
                      <a:pt x="3393" y="3028"/>
                    </a:moveTo>
                    <a:lnTo>
                      <a:pt x="3429" y="3184"/>
                    </a:lnTo>
                    <a:lnTo>
                      <a:pt x="3581" y="3148"/>
                    </a:lnTo>
                    <a:lnTo>
                      <a:pt x="3544" y="2991"/>
                    </a:lnTo>
                    <a:lnTo>
                      <a:pt x="3393" y="3028"/>
                    </a:lnTo>
                    <a:close/>
                    <a:moveTo>
                      <a:pt x="2841" y="2418"/>
                    </a:moveTo>
                    <a:lnTo>
                      <a:pt x="3109" y="2354"/>
                    </a:lnTo>
                    <a:lnTo>
                      <a:pt x="3335" y="3306"/>
                    </a:lnTo>
                    <a:lnTo>
                      <a:pt x="3067" y="3369"/>
                    </a:lnTo>
                    <a:lnTo>
                      <a:pt x="2841" y="2418"/>
                    </a:lnTo>
                    <a:close/>
                    <a:moveTo>
                      <a:pt x="2923" y="2531"/>
                    </a:moveTo>
                    <a:lnTo>
                      <a:pt x="2941" y="2606"/>
                    </a:lnTo>
                    <a:lnTo>
                      <a:pt x="3092" y="2570"/>
                    </a:lnTo>
                    <a:lnTo>
                      <a:pt x="3075" y="2496"/>
                    </a:lnTo>
                    <a:lnTo>
                      <a:pt x="2923" y="2531"/>
                    </a:lnTo>
                    <a:close/>
                    <a:moveTo>
                      <a:pt x="3041" y="3028"/>
                    </a:moveTo>
                    <a:lnTo>
                      <a:pt x="3192" y="2991"/>
                    </a:lnTo>
                    <a:lnTo>
                      <a:pt x="3229" y="3148"/>
                    </a:lnTo>
                    <a:lnTo>
                      <a:pt x="3078" y="3184"/>
                    </a:lnTo>
                    <a:lnTo>
                      <a:pt x="3041" y="3028"/>
                    </a:lnTo>
                    <a:close/>
                    <a:moveTo>
                      <a:pt x="2553" y="2372"/>
                    </a:moveTo>
                    <a:lnTo>
                      <a:pt x="2828" y="2372"/>
                    </a:lnTo>
                    <a:lnTo>
                      <a:pt x="2828" y="3352"/>
                    </a:lnTo>
                    <a:lnTo>
                      <a:pt x="2553" y="3352"/>
                    </a:lnTo>
                    <a:lnTo>
                      <a:pt x="2553" y="2372"/>
                    </a:lnTo>
                    <a:close/>
                    <a:moveTo>
                      <a:pt x="2606" y="2503"/>
                    </a:moveTo>
                    <a:lnTo>
                      <a:pt x="2606" y="2579"/>
                    </a:lnTo>
                    <a:lnTo>
                      <a:pt x="2762" y="2579"/>
                    </a:lnTo>
                    <a:lnTo>
                      <a:pt x="2762" y="2503"/>
                    </a:lnTo>
                    <a:lnTo>
                      <a:pt x="2606" y="2503"/>
                    </a:lnTo>
                    <a:close/>
                    <a:moveTo>
                      <a:pt x="2606" y="3012"/>
                    </a:moveTo>
                    <a:lnTo>
                      <a:pt x="2606" y="3173"/>
                    </a:lnTo>
                    <a:lnTo>
                      <a:pt x="2762" y="3173"/>
                    </a:lnTo>
                    <a:lnTo>
                      <a:pt x="2762" y="3012"/>
                    </a:lnTo>
                    <a:lnTo>
                      <a:pt x="2606" y="3012"/>
                    </a:lnTo>
                    <a:close/>
                    <a:moveTo>
                      <a:pt x="5555" y="151"/>
                    </a:moveTo>
                    <a:lnTo>
                      <a:pt x="5555" y="374"/>
                    </a:lnTo>
                    <a:lnTo>
                      <a:pt x="5555" y="4849"/>
                    </a:lnTo>
                    <a:lnTo>
                      <a:pt x="5871" y="4849"/>
                    </a:lnTo>
                    <a:lnTo>
                      <a:pt x="5871" y="5585"/>
                    </a:lnTo>
                    <a:lnTo>
                      <a:pt x="0" y="5585"/>
                    </a:lnTo>
                    <a:lnTo>
                      <a:pt x="0" y="4849"/>
                    </a:lnTo>
                    <a:lnTo>
                      <a:pt x="326" y="4849"/>
                    </a:lnTo>
                    <a:lnTo>
                      <a:pt x="326" y="374"/>
                    </a:lnTo>
                    <a:lnTo>
                      <a:pt x="326" y="151"/>
                    </a:lnTo>
                    <a:lnTo>
                      <a:pt x="326" y="0"/>
                    </a:lnTo>
                    <a:lnTo>
                      <a:pt x="5555" y="0"/>
                    </a:lnTo>
                    <a:lnTo>
                      <a:pt x="5555" y="151"/>
                    </a:lnTo>
                    <a:close/>
                    <a:moveTo>
                      <a:pt x="2409" y="2135"/>
                    </a:moveTo>
                    <a:lnTo>
                      <a:pt x="2409" y="3385"/>
                    </a:lnTo>
                    <a:lnTo>
                      <a:pt x="5107" y="3385"/>
                    </a:lnTo>
                    <a:lnTo>
                      <a:pt x="5107" y="2135"/>
                    </a:lnTo>
                    <a:lnTo>
                      <a:pt x="2409" y="2135"/>
                    </a:lnTo>
                    <a:close/>
                    <a:moveTo>
                      <a:pt x="2409" y="3609"/>
                    </a:moveTo>
                    <a:lnTo>
                      <a:pt x="2409" y="4849"/>
                    </a:lnTo>
                    <a:lnTo>
                      <a:pt x="5107" y="4849"/>
                    </a:lnTo>
                    <a:lnTo>
                      <a:pt x="5107" y="3609"/>
                    </a:lnTo>
                    <a:lnTo>
                      <a:pt x="2409" y="3609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/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sp>
          <p:nvSpPr>
            <p:cNvPr id="23" name="îşlîdê">
              <a:extLst>
                <a:ext uri="{FF2B5EF4-FFF2-40B4-BE49-F238E27FC236}">
                  <a16:creationId xmlns:a16="http://schemas.microsoft.com/office/drawing/2014/main" id="{2B9B3DA3-965F-4854-8B36-6C5616B9FB40}"/>
                </a:ext>
              </a:extLst>
            </p:cNvPr>
            <p:cNvSpPr txBox="1"/>
            <p:nvPr/>
          </p:nvSpPr>
          <p:spPr>
            <a:xfrm>
              <a:off x="3719617" y="4353822"/>
              <a:ext cx="2299974" cy="338554"/>
            </a:xfrm>
            <a:prstGeom prst="rect">
              <a:avLst/>
            </a:prstGeom>
            <a:noFill/>
          </p:spPr>
          <p:txBody>
            <a:bodyPr wrap="none" anchor="b" anchorCtr="1">
              <a:normAutofit/>
            </a:bodyPr>
            <a:lstStyle/>
            <a:p>
              <a:pPr algn="ctr"/>
              <a:r>
                <a:rPr lang="en-US" altLang="zh-CN" sz="1600" b="1" dirty="0"/>
                <a:t>Spring Cloud</a:t>
              </a:r>
              <a:endParaRPr lang="zh-CN" altLang="en-US" sz="1600" b="1" dirty="0"/>
            </a:p>
          </p:txBody>
        </p:sp>
      </p:grpSp>
      <p:grpSp>
        <p:nvGrpSpPr>
          <p:cNvPr id="8" name="ïṣ1iďè">
            <a:extLst>
              <a:ext uri="{FF2B5EF4-FFF2-40B4-BE49-F238E27FC236}">
                <a16:creationId xmlns:a16="http://schemas.microsoft.com/office/drawing/2014/main" id="{229A9CED-DAE6-4BFA-9172-D97F6E1AD892}"/>
              </a:ext>
            </a:extLst>
          </p:cNvPr>
          <p:cNvGrpSpPr/>
          <p:nvPr/>
        </p:nvGrpSpPr>
        <p:grpSpPr>
          <a:xfrm>
            <a:off x="7950059" y="3188541"/>
            <a:ext cx="2299974" cy="1555561"/>
            <a:chOff x="8625202" y="3136815"/>
            <a:chExt cx="2299974" cy="1555561"/>
          </a:xfrm>
        </p:grpSpPr>
        <p:grpSp>
          <p:nvGrpSpPr>
            <p:cNvPr id="12" name="îṩľidè">
              <a:extLst>
                <a:ext uri="{FF2B5EF4-FFF2-40B4-BE49-F238E27FC236}">
                  <a16:creationId xmlns:a16="http://schemas.microsoft.com/office/drawing/2014/main" id="{01CE86A7-D605-44C1-AF09-413654BD20E0}"/>
                </a:ext>
              </a:extLst>
            </p:cNvPr>
            <p:cNvGrpSpPr/>
            <p:nvPr/>
          </p:nvGrpSpPr>
          <p:grpSpPr>
            <a:xfrm>
              <a:off x="9206239" y="3136815"/>
              <a:ext cx="1137902" cy="1137902"/>
              <a:chOff x="7526778" y="3284984"/>
              <a:chExt cx="1512168" cy="1512168"/>
            </a:xfrm>
          </p:grpSpPr>
          <p:sp>
            <p:nvSpPr>
              <p:cNvPr id="15" name="íśḻíḍê">
                <a:extLst>
                  <a:ext uri="{FF2B5EF4-FFF2-40B4-BE49-F238E27FC236}">
                    <a16:creationId xmlns:a16="http://schemas.microsoft.com/office/drawing/2014/main" id="{D1C98A0B-CA67-4782-A74E-941EDFBD6D3B}"/>
                  </a:ext>
                </a:extLst>
              </p:cNvPr>
              <p:cNvSpPr/>
              <p:nvPr/>
            </p:nvSpPr>
            <p:spPr bwMode="auto">
              <a:xfrm>
                <a:off x="7526778" y="3284984"/>
                <a:ext cx="1512168" cy="1512168"/>
              </a:xfrm>
              <a:prstGeom prst="ellipse">
                <a:avLst/>
              </a:prstGeom>
              <a:solidFill>
                <a:schemeClr val="accent4">
                  <a:lumMod val="100000"/>
                </a:schemeClr>
              </a:solidFill>
              <a:ln w="19050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6" name="ïṣľîďè">
                <a:extLst>
                  <a:ext uri="{FF2B5EF4-FFF2-40B4-BE49-F238E27FC236}">
                    <a16:creationId xmlns:a16="http://schemas.microsoft.com/office/drawing/2014/main" id="{446ED3BC-FF87-483D-BE2B-39304D908C6B}"/>
                  </a:ext>
                </a:extLst>
              </p:cNvPr>
              <p:cNvSpPr/>
              <p:nvPr/>
            </p:nvSpPr>
            <p:spPr bwMode="auto">
              <a:xfrm>
                <a:off x="7926728" y="3684934"/>
                <a:ext cx="712268" cy="712268"/>
              </a:xfrm>
              <a:custGeom>
                <a:avLst/>
                <a:gdLst/>
                <a:ahLst/>
                <a:cxnLst/>
                <a:rect l="0" t="0" r="r" b="b"/>
                <a:pathLst>
                  <a:path w="14245316" h="14255088">
                    <a:moveTo>
                      <a:pt x="7593642" y="12119807"/>
                    </a:moveTo>
                    <a:lnTo>
                      <a:pt x="7662036" y="12774427"/>
                    </a:lnTo>
                    <a:lnTo>
                      <a:pt x="7564332" y="12784197"/>
                    </a:lnTo>
                    <a:lnTo>
                      <a:pt x="7505708" y="12129577"/>
                    </a:lnTo>
                    <a:lnTo>
                      <a:pt x="7593642" y="12119807"/>
                    </a:lnTo>
                    <a:close/>
                    <a:moveTo>
                      <a:pt x="6626368" y="12119807"/>
                    </a:moveTo>
                    <a:lnTo>
                      <a:pt x="6714302" y="12129577"/>
                    </a:lnTo>
                    <a:lnTo>
                      <a:pt x="6665448" y="12784197"/>
                    </a:lnTo>
                    <a:lnTo>
                      <a:pt x="6567744" y="12774427"/>
                    </a:lnTo>
                    <a:lnTo>
                      <a:pt x="6626368" y="12119807"/>
                    </a:lnTo>
                    <a:close/>
                    <a:moveTo>
                      <a:pt x="8463212" y="11963479"/>
                    </a:moveTo>
                    <a:lnTo>
                      <a:pt x="8639080" y="12598559"/>
                    </a:lnTo>
                    <a:lnTo>
                      <a:pt x="8541376" y="12618100"/>
                    </a:lnTo>
                    <a:lnTo>
                      <a:pt x="8375278" y="11983020"/>
                    </a:lnTo>
                    <a:lnTo>
                      <a:pt x="8463212" y="11963479"/>
                    </a:lnTo>
                    <a:close/>
                    <a:moveTo>
                      <a:pt x="5756798" y="11953709"/>
                    </a:moveTo>
                    <a:lnTo>
                      <a:pt x="5844732" y="11983020"/>
                    </a:lnTo>
                    <a:lnTo>
                      <a:pt x="5678634" y="12618100"/>
                    </a:lnTo>
                    <a:lnTo>
                      <a:pt x="5590700" y="12598559"/>
                    </a:lnTo>
                    <a:lnTo>
                      <a:pt x="5756798" y="11953709"/>
                    </a:lnTo>
                    <a:close/>
                    <a:moveTo>
                      <a:pt x="7085580" y="11728989"/>
                    </a:moveTo>
                    <a:lnTo>
                      <a:pt x="7173512" y="11728989"/>
                    </a:lnTo>
                    <a:lnTo>
                      <a:pt x="7173512" y="12803738"/>
                    </a:lnTo>
                    <a:lnTo>
                      <a:pt x="7085580" y="12803738"/>
                    </a:lnTo>
                    <a:lnTo>
                      <a:pt x="7085580" y="11728989"/>
                    </a:lnTo>
                    <a:close/>
                    <a:moveTo>
                      <a:pt x="6264860" y="11650825"/>
                    </a:moveTo>
                    <a:lnTo>
                      <a:pt x="6352796" y="11660595"/>
                    </a:lnTo>
                    <a:lnTo>
                      <a:pt x="6167156" y="12725575"/>
                    </a:lnTo>
                    <a:lnTo>
                      <a:pt x="6079222" y="12706034"/>
                    </a:lnTo>
                    <a:lnTo>
                      <a:pt x="6264860" y="11650825"/>
                    </a:lnTo>
                    <a:close/>
                    <a:moveTo>
                      <a:pt x="4936080" y="11650825"/>
                    </a:moveTo>
                    <a:lnTo>
                      <a:pt x="5014244" y="11689907"/>
                    </a:lnTo>
                    <a:lnTo>
                      <a:pt x="4740672" y="12285904"/>
                    </a:lnTo>
                    <a:lnTo>
                      <a:pt x="4652736" y="12246823"/>
                    </a:lnTo>
                    <a:lnTo>
                      <a:pt x="4936080" y="11650825"/>
                    </a:lnTo>
                    <a:close/>
                    <a:moveTo>
                      <a:pt x="9303472" y="11641055"/>
                    </a:moveTo>
                    <a:lnTo>
                      <a:pt x="9596584" y="12237052"/>
                    </a:lnTo>
                    <a:lnTo>
                      <a:pt x="9508650" y="12276134"/>
                    </a:lnTo>
                    <a:lnTo>
                      <a:pt x="9225308" y="11680136"/>
                    </a:lnTo>
                    <a:lnTo>
                      <a:pt x="9303472" y="11641055"/>
                    </a:lnTo>
                    <a:close/>
                    <a:moveTo>
                      <a:pt x="7974690" y="11641055"/>
                    </a:moveTo>
                    <a:lnTo>
                      <a:pt x="8160328" y="12706034"/>
                    </a:lnTo>
                    <a:lnTo>
                      <a:pt x="8072394" y="12725575"/>
                    </a:lnTo>
                    <a:lnTo>
                      <a:pt x="7886756" y="11660595"/>
                    </a:lnTo>
                    <a:lnTo>
                      <a:pt x="7974690" y="11641055"/>
                    </a:lnTo>
                    <a:close/>
                    <a:moveTo>
                      <a:pt x="5492996" y="11435875"/>
                    </a:moveTo>
                    <a:lnTo>
                      <a:pt x="5580928" y="11465186"/>
                    </a:lnTo>
                    <a:lnTo>
                      <a:pt x="5209652" y="12481313"/>
                    </a:lnTo>
                    <a:lnTo>
                      <a:pt x="5121718" y="12452002"/>
                    </a:lnTo>
                    <a:lnTo>
                      <a:pt x="5492996" y="11435875"/>
                    </a:lnTo>
                    <a:close/>
                    <a:moveTo>
                      <a:pt x="8756326" y="11426105"/>
                    </a:moveTo>
                    <a:lnTo>
                      <a:pt x="9127604" y="12442232"/>
                    </a:lnTo>
                    <a:lnTo>
                      <a:pt x="9039668" y="12471543"/>
                    </a:lnTo>
                    <a:lnTo>
                      <a:pt x="8668392" y="11455416"/>
                    </a:lnTo>
                    <a:lnTo>
                      <a:pt x="8756326" y="11426105"/>
                    </a:lnTo>
                    <a:close/>
                    <a:moveTo>
                      <a:pt x="10065566" y="11191614"/>
                    </a:moveTo>
                    <a:lnTo>
                      <a:pt x="10446612" y="11738759"/>
                    </a:lnTo>
                    <a:lnTo>
                      <a:pt x="10368450" y="11787611"/>
                    </a:lnTo>
                    <a:lnTo>
                      <a:pt x="9987402" y="11250237"/>
                    </a:lnTo>
                    <a:lnTo>
                      <a:pt x="10065566" y="11191614"/>
                    </a:lnTo>
                    <a:close/>
                    <a:moveTo>
                      <a:pt x="4154444" y="11191614"/>
                    </a:moveTo>
                    <a:lnTo>
                      <a:pt x="4232608" y="11240466"/>
                    </a:lnTo>
                    <a:lnTo>
                      <a:pt x="3851560" y="11787611"/>
                    </a:lnTo>
                    <a:lnTo>
                      <a:pt x="3773396" y="11728989"/>
                    </a:lnTo>
                    <a:lnTo>
                      <a:pt x="4154444" y="11191614"/>
                    </a:lnTo>
                    <a:close/>
                    <a:moveTo>
                      <a:pt x="4760212" y="11084139"/>
                    </a:moveTo>
                    <a:lnTo>
                      <a:pt x="4838376" y="11132991"/>
                    </a:lnTo>
                    <a:lnTo>
                      <a:pt x="4301000" y="12070954"/>
                    </a:lnTo>
                    <a:lnTo>
                      <a:pt x="4222836" y="12022102"/>
                    </a:lnTo>
                    <a:lnTo>
                      <a:pt x="4760212" y="11084139"/>
                    </a:lnTo>
                    <a:close/>
                    <a:moveTo>
                      <a:pt x="9489108" y="11074368"/>
                    </a:moveTo>
                    <a:lnTo>
                      <a:pt x="10026484" y="12012332"/>
                    </a:lnTo>
                    <a:lnTo>
                      <a:pt x="9948320" y="12051414"/>
                    </a:lnTo>
                    <a:lnTo>
                      <a:pt x="9401176" y="11123221"/>
                    </a:lnTo>
                    <a:lnTo>
                      <a:pt x="9489108" y="11074368"/>
                    </a:lnTo>
                    <a:close/>
                    <a:moveTo>
                      <a:pt x="10739728" y="10615157"/>
                    </a:moveTo>
                    <a:lnTo>
                      <a:pt x="11208708" y="11084139"/>
                    </a:lnTo>
                    <a:lnTo>
                      <a:pt x="11140316" y="11152532"/>
                    </a:lnTo>
                    <a:lnTo>
                      <a:pt x="10671334" y="10683550"/>
                    </a:lnTo>
                    <a:lnTo>
                      <a:pt x="10739728" y="10615157"/>
                    </a:lnTo>
                    <a:close/>
                    <a:moveTo>
                      <a:pt x="4095820" y="10615157"/>
                    </a:moveTo>
                    <a:lnTo>
                      <a:pt x="4164214" y="10673780"/>
                    </a:lnTo>
                    <a:lnTo>
                      <a:pt x="3470512" y="11504268"/>
                    </a:lnTo>
                    <a:lnTo>
                      <a:pt x="3402120" y="11435875"/>
                    </a:lnTo>
                    <a:lnTo>
                      <a:pt x="4095820" y="10615157"/>
                    </a:lnTo>
                    <a:close/>
                    <a:moveTo>
                      <a:pt x="10133960" y="10605387"/>
                    </a:moveTo>
                    <a:lnTo>
                      <a:pt x="10827660" y="11435875"/>
                    </a:lnTo>
                    <a:lnTo>
                      <a:pt x="10759268" y="11494498"/>
                    </a:lnTo>
                    <a:lnTo>
                      <a:pt x="10065566" y="10664009"/>
                    </a:lnTo>
                    <a:lnTo>
                      <a:pt x="10133960" y="10605387"/>
                    </a:lnTo>
                    <a:close/>
                    <a:moveTo>
                      <a:pt x="3529136" y="10038701"/>
                    </a:moveTo>
                    <a:lnTo>
                      <a:pt x="3587758" y="10116864"/>
                    </a:lnTo>
                    <a:lnTo>
                      <a:pt x="2767040" y="10810566"/>
                    </a:lnTo>
                    <a:lnTo>
                      <a:pt x="2708416" y="10732403"/>
                    </a:lnTo>
                    <a:lnTo>
                      <a:pt x="3529136" y="10038701"/>
                    </a:lnTo>
                    <a:close/>
                    <a:moveTo>
                      <a:pt x="10710416" y="10019160"/>
                    </a:moveTo>
                    <a:lnTo>
                      <a:pt x="11540904" y="10712862"/>
                    </a:lnTo>
                    <a:lnTo>
                      <a:pt x="11482280" y="10781255"/>
                    </a:lnTo>
                    <a:lnTo>
                      <a:pt x="10651792" y="10087553"/>
                    </a:lnTo>
                    <a:lnTo>
                      <a:pt x="10710416" y="10019160"/>
                    </a:lnTo>
                    <a:close/>
                    <a:moveTo>
                      <a:pt x="11296644" y="9940996"/>
                    </a:moveTo>
                    <a:lnTo>
                      <a:pt x="11843788" y="10312273"/>
                    </a:lnTo>
                    <a:lnTo>
                      <a:pt x="11785164" y="10390437"/>
                    </a:lnTo>
                    <a:lnTo>
                      <a:pt x="11238020" y="10009389"/>
                    </a:lnTo>
                    <a:lnTo>
                      <a:pt x="11296644" y="9940996"/>
                    </a:lnTo>
                    <a:close/>
                    <a:moveTo>
                      <a:pt x="2933136" y="9940996"/>
                    </a:moveTo>
                    <a:lnTo>
                      <a:pt x="2981990" y="10009389"/>
                    </a:lnTo>
                    <a:lnTo>
                      <a:pt x="2444616" y="10400207"/>
                    </a:lnTo>
                    <a:lnTo>
                      <a:pt x="2385992" y="10322044"/>
                    </a:lnTo>
                    <a:lnTo>
                      <a:pt x="2933136" y="9940996"/>
                    </a:lnTo>
                    <a:close/>
                    <a:moveTo>
                      <a:pt x="3069924" y="9364540"/>
                    </a:moveTo>
                    <a:lnTo>
                      <a:pt x="3109006" y="9442703"/>
                    </a:lnTo>
                    <a:lnTo>
                      <a:pt x="2180812" y="9989848"/>
                    </a:lnTo>
                    <a:lnTo>
                      <a:pt x="2131960" y="9901914"/>
                    </a:lnTo>
                    <a:lnTo>
                      <a:pt x="3069924" y="9364540"/>
                    </a:lnTo>
                    <a:close/>
                    <a:moveTo>
                      <a:pt x="11159856" y="9354769"/>
                    </a:moveTo>
                    <a:lnTo>
                      <a:pt x="12097820" y="9892144"/>
                    </a:lnTo>
                    <a:lnTo>
                      <a:pt x="12048968" y="9980078"/>
                    </a:lnTo>
                    <a:lnTo>
                      <a:pt x="11120774" y="9432933"/>
                    </a:lnTo>
                    <a:lnTo>
                      <a:pt x="11159856" y="9354769"/>
                    </a:lnTo>
                    <a:close/>
                    <a:moveTo>
                      <a:pt x="2513008" y="9208213"/>
                    </a:moveTo>
                    <a:lnTo>
                      <a:pt x="2552090" y="9286376"/>
                    </a:lnTo>
                    <a:lnTo>
                      <a:pt x="1965864" y="9589260"/>
                    </a:lnTo>
                    <a:lnTo>
                      <a:pt x="1917012" y="9501326"/>
                    </a:lnTo>
                    <a:lnTo>
                      <a:pt x="2513008" y="9208213"/>
                    </a:lnTo>
                    <a:close/>
                    <a:moveTo>
                      <a:pt x="11726542" y="9169131"/>
                    </a:moveTo>
                    <a:lnTo>
                      <a:pt x="12332310" y="9442703"/>
                    </a:lnTo>
                    <a:lnTo>
                      <a:pt x="12283458" y="9530637"/>
                    </a:lnTo>
                    <a:lnTo>
                      <a:pt x="11687460" y="9257065"/>
                    </a:lnTo>
                    <a:lnTo>
                      <a:pt x="11726542" y="9169131"/>
                    </a:lnTo>
                    <a:close/>
                    <a:moveTo>
                      <a:pt x="2737728" y="8641526"/>
                    </a:moveTo>
                    <a:lnTo>
                      <a:pt x="2767040" y="8719690"/>
                    </a:lnTo>
                    <a:lnTo>
                      <a:pt x="1750912" y="9100738"/>
                    </a:lnTo>
                    <a:lnTo>
                      <a:pt x="1721602" y="9003033"/>
                    </a:lnTo>
                    <a:lnTo>
                      <a:pt x="2737728" y="8641526"/>
                    </a:lnTo>
                    <a:close/>
                    <a:moveTo>
                      <a:pt x="11462740" y="8612215"/>
                    </a:moveTo>
                    <a:lnTo>
                      <a:pt x="12517948" y="8983492"/>
                    </a:lnTo>
                    <a:lnTo>
                      <a:pt x="12478868" y="9071426"/>
                    </a:lnTo>
                    <a:lnTo>
                      <a:pt x="11433428" y="8690379"/>
                    </a:lnTo>
                    <a:lnTo>
                      <a:pt x="11462740" y="8612215"/>
                    </a:lnTo>
                    <a:close/>
                    <a:moveTo>
                      <a:pt x="2219896" y="8377724"/>
                    </a:moveTo>
                    <a:lnTo>
                      <a:pt x="2239436" y="8465658"/>
                    </a:lnTo>
                    <a:lnTo>
                      <a:pt x="1604356" y="8661067"/>
                    </a:lnTo>
                    <a:lnTo>
                      <a:pt x="1584816" y="8563363"/>
                    </a:lnTo>
                    <a:lnTo>
                      <a:pt x="2219896" y="8377724"/>
                    </a:lnTo>
                    <a:close/>
                    <a:moveTo>
                      <a:pt x="12019656" y="8319101"/>
                    </a:moveTo>
                    <a:lnTo>
                      <a:pt x="12664506" y="8485199"/>
                    </a:lnTo>
                    <a:lnTo>
                      <a:pt x="12644964" y="8573133"/>
                    </a:lnTo>
                    <a:lnTo>
                      <a:pt x="12000116" y="8407036"/>
                    </a:lnTo>
                    <a:lnTo>
                      <a:pt x="12019656" y="8319101"/>
                    </a:lnTo>
                    <a:close/>
                    <a:moveTo>
                      <a:pt x="2532548" y="7859890"/>
                    </a:moveTo>
                    <a:lnTo>
                      <a:pt x="2542320" y="7947824"/>
                    </a:lnTo>
                    <a:lnTo>
                      <a:pt x="1487112" y="8133463"/>
                    </a:lnTo>
                    <a:lnTo>
                      <a:pt x="1467570" y="8045529"/>
                    </a:lnTo>
                    <a:lnTo>
                      <a:pt x="2532548" y="7859890"/>
                    </a:lnTo>
                    <a:close/>
                    <a:moveTo>
                      <a:pt x="11667920" y="7830579"/>
                    </a:moveTo>
                    <a:lnTo>
                      <a:pt x="12762210" y="8016218"/>
                    </a:lnTo>
                    <a:lnTo>
                      <a:pt x="12742668" y="8113922"/>
                    </a:lnTo>
                    <a:lnTo>
                      <a:pt x="11648380" y="7918513"/>
                    </a:lnTo>
                    <a:lnTo>
                      <a:pt x="11667920" y="7830579"/>
                    </a:lnTo>
                    <a:close/>
                    <a:moveTo>
                      <a:pt x="2063568" y="7488613"/>
                    </a:moveTo>
                    <a:lnTo>
                      <a:pt x="2073338" y="7586318"/>
                    </a:lnTo>
                    <a:lnTo>
                      <a:pt x="1408948" y="7654711"/>
                    </a:lnTo>
                    <a:lnTo>
                      <a:pt x="1408948" y="7566777"/>
                    </a:lnTo>
                    <a:lnTo>
                      <a:pt x="2063568" y="7488613"/>
                    </a:lnTo>
                    <a:close/>
                    <a:moveTo>
                      <a:pt x="12166212" y="7459302"/>
                    </a:moveTo>
                    <a:lnTo>
                      <a:pt x="12830604" y="7508154"/>
                    </a:lnTo>
                    <a:lnTo>
                      <a:pt x="12820832" y="7596088"/>
                    </a:lnTo>
                    <a:lnTo>
                      <a:pt x="12156442" y="7547236"/>
                    </a:lnTo>
                    <a:lnTo>
                      <a:pt x="12166212" y="7459302"/>
                    </a:lnTo>
                    <a:close/>
                    <a:moveTo>
                      <a:pt x="1379636" y="7039172"/>
                    </a:moveTo>
                    <a:lnTo>
                      <a:pt x="2464156" y="7039172"/>
                    </a:lnTo>
                    <a:lnTo>
                      <a:pt x="2464156" y="7127106"/>
                    </a:lnTo>
                    <a:lnTo>
                      <a:pt x="1379636" y="7136877"/>
                    </a:lnTo>
                    <a:lnTo>
                      <a:pt x="1379636" y="7039172"/>
                    </a:lnTo>
                    <a:close/>
                    <a:moveTo>
                      <a:pt x="11726542" y="7019632"/>
                    </a:moveTo>
                    <a:lnTo>
                      <a:pt x="12840374" y="7019632"/>
                    </a:lnTo>
                    <a:lnTo>
                      <a:pt x="12840374" y="7107566"/>
                    </a:lnTo>
                    <a:lnTo>
                      <a:pt x="11726542" y="7117336"/>
                    </a:lnTo>
                    <a:lnTo>
                      <a:pt x="11726542" y="7019632"/>
                    </a:lnTo>
                    <a:close/>
                    <a:moveTo>
                      <a:pt x="1408948" y="6550650"/>
                    </a:moveTo>
                    <a:lnTo>
                      <a:pt x="2063568" y="6599502"/>
                    </a:lnTo>
                    <a:lnTo>
                      <a:pt x="2063568" y="6687436"/>
                    </a:lnTo>
                    <a:lnTo>
                      <a:pt x="1399176" y="6648354"/>
                    </a:lnTo>
                    <a:lnTo>
                      <a:pt x="1408948" y="6550650"/>
                    </a:lnTo>
                    <a:close/>
                    <a:moveTo>
                      <a:pt x="12811062" y="6492028"/>
                    </a:moveTo>
                    <a:lnTo>
                      <a:pt x="12820832" y="6589732"/>
                    </a:lnTo>
                    <a:lnTo>
                      <a:pt x="12166212" y="6648354"/>
                    </a:lnTo>
                    <a:lnTo>
                      <a:pt x="12156442" y="6560420"/>
                    </a:lnTo>
                    <a:lnTo>
                      <a:pt x="12811062" y="6492028"/>
                    </a:lnTo>
                    <a:close/>
                    <a:moveTo>
                      <a:pt x="1477340" y="6032816"/>
                    </a:moveTo>
                    <a:lnTo>
                      <a:pt x="2542320" y="6228225"/>
                    </a:lnTo>
                    <a:lnTo>
                      <a:pt x="2522778" y="6316159"/>
                    </a:lnTo>
                    <a:lnTo>
                      <a:pt x="1457800" y="6130520"/>
                    </a:lnTo>
                    <a:lnTo>
                      <a:pt x="1477340" y="6032816"/>
                    </a:lnTo>
                    <a:close/>
                    <a:moveTo>
                      <a:pt x="12742668" y="6013276"/>
                    </a:moveTo>
                    <a:lnTo>
                      <a:pt x="12762210" y="6110980"/>
                    </a:lnTo>
                    <a:lnTo>
                      <a:pt x="11658148" y="6306389"/>
                    </a:lnTo>
                    <a:lnTo>
                      <a:pt x="11648380" y="6218455"/>
                    </a:lnTo>
                    <a:lnTo>
                      <a:pt x="12742668" y="6013276"/>
                    </a:lnTo>
                    <a:close/>
                    <a:moveTo>
                      <a:pt x="1584816" y="5573605"/>
                    </a:moveTo>
                    <a:lnTo>
                      <a:pt x="2229664" y="5729932"/>
                    </a:lnTo>
                    <a:lnTo>
                      <a:pt x="2200354" y="5817866"/>
                    </a:lnTo>
                    <a:lnTo>
                      <a:pt x="1555504" y="5661539"/>
                    </a:lnTo>
                    <a:lnTo>
                      <a:pt x="1584816" y="5573605"/>
                    </a:lnTo>
                    <a:close/>
                    <a:moveTo>
                      <a:pt x="12615652" y="5495441"/>
                    </a:moveTo>
                    <a:lnTo>
                      <a:pt x="12644964" y="5583375"/>
                    </a:lnTo>
                    <a:lnTo>
                      <a:pt x="12009884" y="5759243"/>
                    </a:lnTo>
                    <a:lnTo>
                      <a:pt x="11980574" y="5671309"/>
                    </a:lnTo>
                    <a:lnTo>
                      <a:pt x="12615652" y="5495441"/>
                    </a:lnTo>
                    <a:close/>
                    <a:moveTo>
                      <a:pt x="1741144" y="5075312"/>
                    </a:moveTo>
                    <a:lnTo>
                      <a:pt x="2757268" y="5446589"/>
                    </a:lnTo>
                    <a:lnTo>
                      <a:pt x="2727958" y="5534523"/>
                    </a:lnTo>
                    <a:lnTo>
                      <a:pt x="1711832" y="5163246"/>
                    </a:lnTo>
                    <a:lnTo>
                      <a:pt x="1741144" y="5075312"/>
                    </a:lnTo>
                    <a:close/>
                    <a:moveTo>
                      <a:pt x="12469096" y="5055771"/>
                    </a:moveTo>
                    <a:lnTo>
                      <a:pt x="12508178" y="5143705"/>
                    </a:lnTo>
                    <a:lnTo>
                      <a:pt x="11462740" y="5524752"/>
                    </a:lnTo>
                    <a:lnTo>
                      <a:pt x="11423658" y="5446589"/>
                    </a:lnTo>
                    <a:lnTo>
                      <a:pt x="12469096" y="5055771"/>
                    </a:lnTo>
                    <a:close/>
                    <a:moveTo>
                      <a:pt x="1936552" y="4616101"/>
                    </a:moveTo>
                    <a:lnTo>
                      <a:pt x="2542320" y="4889673"/>
                    </a:lnTo>
                    <a:lnTo>
                      <a:pt x="2503238" y="4967837"/>
                    </a:lnTo>
                    <a:lnTo>
                      <a:pt x="1897470" y="4704035"/>
                    </a:lnTo>
                    <a:lnTo>
                      <a:pt x="1936552" y="4616101"/>
                    </a:lnTo>
                    <a:close/>
                    <a:moveTo>
                      <a:pt x="12263916" y="4567248"/>
                    </a:moveTo>
                    <a:lnTo>
                      <a:pt x="12303000" y="4645412"/>
                    </a:lnTo>
                    <a:lnTo>
                      <a:pt x="11707000" y="4938527"/>
                    </a:lnTo>
                    <a:lnTo>
                      <a:pt x="11667920" y="4850592"/>
                    </a:lnTo>
                    <a:lnTo>
                      <a:pt x="12263916" y="4567248"/>
                    </a:lnTo>
                    <a:close/>
                    <a:moveTo>
                      <a:pt x="12048968" y="4166660"/>
                    </a:moveTo>
                    <a:lnTo>
                      <a:pt x="12097820" y="4244824"/>
                    </a:lnTo>
                    <a:lnTo>
                      <a:pt x="11130544" y="4801739"/>
                    </a:lnTo>
                    <a:lnTo>
                      <a:pt x="11081692" y="4723576"/>
                    </a:lnTo>
                    <a:lnTo>
                      <a:pt x="12048968" y="4166660"/>
                    </a:lnTo>
                    <a:close/>
                    <a:moveTo>
                      <a:pt x="2171042" y="4166660"/>
                    </a:moveTo>
                    <a:lnTo>
                      <a:pt x="3138316" y="4723576"/>
                    </a:lnTo>
                    <a:lnTo>
                      <a:pt x="3099236" y="4811510"/>
                    </a:lnTo>
                    <a:lnTo>
                      <a:pt x="2122190" y="4254594"/>
                    </a:lnTo>
                    <a:lnTo>
                      <a:pt x="2171042" y="4166660"/>
                    </a:lnTo>
                    <a:close/>
                    <a:moveTo>
                      <a:pt x="11785164" y="3756301"/>
                    </a:moveTo>
                    <a:lnTo>
                      <a:pt x="11834016" y="3834465"/>
                    </a:lnTo>
                    <a:lnTo>
                      <a:pt x="11296644" y="4215512"/>
                    </a:lnTo>
                    <a:lnTo>
                      <a:pt x="11247790" y="4147119"/>
                    </a:lnTo>
                    <a:lnTo>
                      <a:pt x="11785164" y="3756301"/>
                    </a:lnTo>
                    <a:close/>
                    <a:moveTo>
                      <a:pt x="2444616" y="3756301"/>
                    </a:moveTo>
                    <a:lnTo>
                      <a:pt x="2991760" y="4127578"/>
                    </a:lnTo>
                    <a:lnTo>
                      <a:pt x="2933136" y="4205742"/>
                    </a:lnTo>
                    <a:lnTo>
                      <a:pt x="2385992" y="3834465"/>
                    </a:lnTo>
                    <a:lnTo>
                      <a:pt x="2444616" y="3756301"/>
                    </a:lnTo>
                    <a:close/>
                    <a:moveTo>
                      <a:pt x="2747500" y="3365483"/>
                    </a:moveTo>
                    <a:lnTo>
                      <a:pt x="3607300" y="4078726"/>
                    </a:lnTo>
                    <a:lnTo>
                      <a:pt x="3548676" y="4147119"/>
                    </a:lnTo>
                    <a:lnTo>
                      <a:pt x="2688876" y="3433876"/>
                    </a:lnTo>
                    <a:lnTo>
                      <a:pt x="2747500" y="3365483"/>
                    </a:lnTo>
                    <a:close/>
                    <a:moveTo>
                      <a:pt x="11462740" y="3336172"/>
                    </a:moveTo>
                    <a:lnTo>
                      <a:pt x="11521364" y="3414335"/>
                    </a:lnTo>
                    <a:lnTo>
                      <a:pt x="10671334" y="4137349"/>
                    </a:lnTo>
                    <a:lnTo>
                      <a:pt x="10602940" y="4059185"/>
                    </a:lnTo>
                    <a:lnTo>
                      <a:pt x="11462740" y="3336172"/>
                    </a:lnTo>
                    <a:close/>
                    <a:moveTo>
                      <a:pt x="3079694" y="3003979"/>
                    </a:moveTo>
                    <a:lnTo>
                      <a:pt x="3558446" y="3463187"/>
                    </a:lnTo>
                    <a:lnTo>
                      <a:pt x="3490052" y="3521810"/>
                    </a:lnTo>
                    <a:lnTo>
                      <a:pt x="3021072" y="3072369"/>
                    </a:lnTo>
                    <a:lnTo>
                      <a:pt x="3079694" y="3003979"/>
                    </a:lnTo>
                    <a:close/>
                    <a:moveTo>
                      <a:pt x="11391810" y="2760793"/>
                    </a:moveTo>
                    <a:lnTo>
                      <a:pt x="7705476" y="7719161"/>
                    </a:lnTo>
                    <a:lnTo>
                      <a:pt x="7706432" y="7720110"/>
                    </a:lnTo>
                    <a:lnTo>
                      <a:pt x="7702608" y="7723017"/>
                    </a:lnTo>
                    <a:lnTo>
                      <a:pt x="7699740" y="7726874"/>
                    </a:lnTo>
                    <a:lnTo>
                      <a:pt x="7698782" y="7725925"/>
                    </a:lnTo>
                    <a:lnTo>
                      <a:pt x="2779492" y="11464244"/>
                    </a:lnTo>
                    <a:lnTo>
                      <a:pt x="2968736" y="11644670"/>
                    </a:lnTo>
                    <a:cubicBezTo>
                      <a:pt x="4056068" y="12632934"/>
                      <a:pt x="5500482" y="13235266"/>
                      <a:pt x="7085580" y="13235266"/>
                    </a:cubicBezTo>
                    <a:cubicBezTo>
                      <a:pt x="10467116" y="13235266"/>
                      <a:pt x="13208396" y="10493988"/>
                      <a:pt x="13208396" y="7112449"/>
                    </a:cubicBezTo>
                    <a:cubicBezTo>
                      <a:pt x="13208396" y="5421680"/>
                      <a:pt x="12523076" y="3890975"/>
                      <a:pt x="11415064" y="2782964"/>
                    </a:cubicBezTo>
                    <a:lnTo>
                      <a:pt x="11391810" y="2760793"/>
                    </a:lnTo>
                    <a:close/>
                    <a:moveTo>
                      <a:pt x="10749496" y="2652240"/>
                    </a:moveTo>
                    <a:lnTo>
                      <a:pt x="10827660" y="2710863"/>
                    </a:lnTo>
                    <a:lnTo>
                      <a:pt x="10104648" y="3570662"/>
                    </a:lnTo>
                    <a:lnTo>
                      <a:pt x="10036254" y="3512040"/>
                    </a:lnTo>
                    <a:lnTo>
                      <a:pt x="10749496" y="2652240"/>
                    </a:lnTo>
                    <a:close/>
                    <a:moveTo>
                      <a:pt x="3470512" y="2652240"/>
                    </a:moveTo>
                    <a:lnTo>
                      <a:pt x="4183756" y="3512040"/>
                    </a:lnTo>
                    <a:lnTo>
                      <a:pt x="4115362" y="3570662"/>
                    </a:lnTo>
                    <a:lnTo>
                      <a:pt x="3392348" y="2710863"/>
                    </a:lnTo>
                    <a:lnTo>
                      <a:pt x="3470512" y="2652240"/>
                    </a:lnTo>
                    <a:close/>
                    <a:moveTo>
                      <a:pt x="10368450" y="2359126"/>
                    </a:moveTo>
                    <a:lnTo>
                      <a:pt x="10446612" y="2417749"/>
                    </a:lnTo>
                    <a:lnTo>
                      <a:pt x="10075336" y="2964894"/>
                    </a:lnTo>
                    <a:lnTo>
                      <a:pt x="9997172" y="2906275"/>
                    </a:lnTo>
                    <a:lnTo>
                      <a:pt x="10368450" y="2359126"/>
                    </a:lnTo>
                    <a:close/>
                    <a:moveTo>
                      <a:pt x="3861330" y="2359126"/>
                    </a:moveTo>
                    <a:lnTo>
                      <a:pt x="4242378" y="2896501"/>
                    </a:lnTo>
                    <a:lnTo>
                      <a:pt x="4173984" y="2945353"/>
                    </a:lnTo>
                    <a:lnTo>
                      <a:pt x="3783168" y="2417749"/>
                    </a:lnTo>
                    <a:lnTo>
                      <a:pt x="3861330" y="2359126"/>
                    </a:lnTo>
                    <a:close/>
                    <a:moveTo>
                      <a:pt x="4281460" y="2095324"/>
                    </a:moveTo>
                    <a:lnTo>
                      <a:pt x="4838376" y="3062599"/>
                    </a:lnTo>
                    <a:lnTo>
                      <a:pt x="4760212" y="3101681"/>
                    </a:lnTo>
                    <a:lnTo>
                      <a:pt x="4203296" y="2144177"/>
                    </a:lnTo>
                    <a:lnTo>
                      <a:pt x="4281460" y="2095324"/>
                    </a:lnTo>
                    <a:close/>
                    <a:moveTo>
                      <a:pt x="9919008" y="2075783"/>
                    </a:moveTo>
                    <a:lnTo>
                      <a:pt x="10006944" y="2124636"/>
                    </a:lnTo>
                    <a:lnTo>
                      <a:pt x="9450028" y="3091910"/>
                    </a:lnTo>
                    <a:lnTo>
                      <a:pt x="9371864" y="3052828"/>
                    </a:lnTo>
                    <a:lnTo>
                      <a:pt x="9919008" y="2075783"/>
                    </a:lnTo>
                    <a:close/>
                    <a:moveTo>
                      <a:pt x="4721130" y="1870604"/>
                    </a:moveTo>
                    <a:lnTo>
                      <a:pt x="5004472" y="2466601"/>
                    </a:lnTo>
                    <a:lnTo>
                      <a:pt x="4926308" y="2505683"/>
                    </a:lnTo>
                    <a:lnTo>
                      <a:pt x="4633196" y="1909686"/>
                    </a:lnTo>
                    <a:lnTo>
                      <a:pt x="4721130" y="1870604"/>
                    </a:lnTo>
                    <a:close/>
                    <a:moveTo>
                      <a:pt x="9479340" y="1860833"/>
                    </a:moveTo>
                    <a:lnTo>
                      <a:pt x="9567272" y="1899915"/>
                    </a:lnTo>
                    <a:lnTo>
                      <a:pt x="9303472" y="2505683"/>
                    </a:lnTo>
                    <a:lnTo>
                      <a:pt x="9215536" y="2466601"/>
                    </a:lnTo>
                    <a:lnTo>
                      <a:pt x="9479340" y="1860833"/>
                    </a:lnTo>
                    <a:close/>
                    <a:moveTo>
                      <a:pt x="5190112" y="1675195"/>
                    </a:moveTo>
                    <a:lnTo>
                      <a:pt x="5571160" y="2730403"/>
                    </a:lnTo>
                    <a:lnTo>
                      <a:pt x="5483224" y="2759715"/>
                    </a:lnTo>
                    <a:lnTo>
                      <a:pt x="5102176" y="1714277"/>
                    </a:lnTo>
                    <a:lnTo>
                      <a:pt x="5190112" y="1675195"/>
                    </a:lnTo>
                    <a:close/>
                    <a:moveTo>
                      <a:pt x="9010356" y="1665425"/>
                    </a:moveTo>
                    <a:lnTo>
                      <a:pt x="9098292" y="1704506"/>
                    </a:lnTo>
                    <a:lnTo>
                      <a:pt x="8727014" y="2749944"/>
                    </a:lnTo>
                    <a:lnTo>
                      <a:pt x="8639080" y="2720633"/>
                    </a:lnTo>
                    <a:lnTo>
                      <a:pt x="9010356" y="1665425"/>
                    </a:lnTo>
                    <a:close/>
                    <a:moveTo>
                      <a:pt x="8551146" y="1528638"/>
                    </a:moveTo>
                    <a:lnTo>
                      <a:pt x="8639080" y="1548179"/>
                    </a:lnTo>
                    <a:lnTo>
                      <a:pt x="8472984" y="2193029"/>
                    </a:lnTo>
                    <a:lnTo>
                      <a:pt x="8385048" y="2173488"/>
                    </a:lnTo>
                    <a:lnTo>
                      <a:pt x="8551146" y="1528638"/>
                    </a:lnTo>
                    <a:close/>
                    <a:moveTo>
                      <a:pt x="5678634" y="1528638"/>
                    </a:moveTo>
                    <a:lnTo>
                      <a:pt x="5864272" y="2163717"/>
                    </a:lnTo>
                    <a:lnTo>
                      <a:pt x="5766568" y="2183261"/>
                    </a:lnTo>
                    <a:lnTo>
                      <a:pt x="5590700" y="1548179"/>
                    </a:lnTo>
                    <a:lnTo>
                      <a:pt x="5678634" y="1528638"/>
                    </a:lnTo>
                    <a:close/>
                    <a:moveTo>
                      <a:pt x="8052852" y="1421164"/>
                    </a:moveTo>
                    <a:lnTo>
                      <a:pt x="8150558" y="1440704"/>
                    </a:lnTo>
                    <a:lnTo>
                      <a:pt x="7955148" y="2534995"/>
                    </a:lnTo>
                    <a:lnTo>
                      <a:pt x="7867216" y="2525224"/>
                    </a:lnTo>
                    <a:lnTo>
                      <a:pt x="8052852" y="1421164"/>
                    </a:lnTo>
                    <a:close/>
                    <a:moveTo>
                      <a:pt x="6157386" y="1421164"/>
                    </a:moveTo>
                    <a:lnTo>
                      <a:pt x="6352796" y="2525224"/>
                    </a:lnTo>
                    <a:lnTo>
                      <a:pt x="6264860" y="2544768"/>
                    </a:lnTo>
                    <a:lnTo>
                      <a:pt x="6059680" y="1440704"/>
                    </a:lnTo>
                    <a:lnTo>
                      <a:pt x="6157386" y="1421164"/>
                    </a:lnTo>
                    <a:close/>
                    <a:moveTo>
                      <a:pt x="7564332" y="1362543"/>
                    </a:moveTo>
                    <a:lnTo>
                      <a:pt x="7652264" y="1372311"/>
                    </a:lnTo>
                    <a:lnTo>
                      <a:pt x="7603412" y="2026931"/>
                    </a:lnTo>
                    <a:lnTo>
                      <a:pt x="7515480" y="2026931"/>
                    </a:lnTo>
                    <a:lnTo>
                      <a:pt x="7564332" y="1362543"/>
                    </a:lnTo>
                    <a:close/>
                    <a:moveTo>
                      <a:pt x="6655680" y="1362543"/>
                    </a:moveTo>
                    <a:lnTo>
                      <a:pt x="6724072" y="2017164"/>
                    </a:lnTo>
                    <a:lnTo>
                      <a:pt x="6636138" y="2026931"/>
                    </a:lnTo>
                    <a:lnTo>
                      <a:pt x="6567744" y="1372311"/>
                    </a:lnTo>
                    <a:lnTo>
                      <a:pt x="6655680" y="1362543"/>
                    </a:lnTo>
                    <a:close/>
                    <a:moveTo>
                      <a:pt x="7046496" y="1342999"/>
                    </a:moveTo>
                    <a:lnTo>
                      <a:pt x="7144200" y="1342999"/>
                    </a:lnTo>
                    <a:lnTo>
                      <a:pt x="7144200" y="2466601"/>
                    </a:lnTo>
                    <a:lnTo>
                      <a:pt x="7056268" y="2466601"/>
                    </a:lnTo>
                    <a:lnTo>
                      <a:pt x="7046496" y="1342999"/>
                    </a:lnTo>
                    <a:close/>
                    <a:moveTo>
                      <a:pt x="7085580" y="989632"/>
                    </a:moveTo>
                    <a:cubicBezTo>
                      <a:pt x="3704040" y="989632"/>
                      <a:pt x="962764" y="3730910"/>
                      <a:pt x="962764" y="7112449"/>
                    </a:cubicBezTo>
                    <a:cubicBezTo>
                      <a:pt x="962764" y="8803219"/>
                      <a:pt x="1648082" y="10333923"/>
                      <a:pt x="2756092" y="11441934"/>
                    </a:cubicBezTo>
                    <a:lnTo>
                      <a:pt x="2779362" y="11464120"/>
                    </a:lnTo>
                    <a:lnTo>
                      <a:pt x="6588734" y="6627501"/>
                    </a:lnTo>
                    <a:lnTo>
                      <a:pt x="6587966" y="6626741"/>
                    </a:lnTo>
                    <a:lnTo>
                      <a:pt x="6591696" y="6623740"/>
                    </a:lnTo>
                    <a:lnTo>
                      <a:pt x="6594660" y="6619978"/>
                    </a:lnTo>
                    <a:lnTo>
                      <a:pt x="6595428" y="6620737"/>
                    </a:lnTo>
                    <a:lnTo>
                      <a:pt x="11391680" y="2760668"/>
                    </a:lnTo>
                    <a:lnTo>
                      <a:pt x="11202422" y="2580229"/>
                    </a:lnTo>
                    <a:cubicBezTo>
                      <a:pt x="10115088" y="1591964"/>
                      <a:pt x="8670676" y="989632"/>
                      <a:pt x="7085580" y="989632"/>
                    </a:cubicBezTo>
                    <a:close/>
                    <a:moveTo>
                      <a:pt x="4474866" y="0"/>
                    </a:moveTo>
                    <a:lnTo>
                      <a:pt x="9770450" y="0"/>
                    </a:lnTo>
                    <a:lnTo>
                      <a:pt x="10288284" y="9771"/>
                    </a:lnTo>
                    <a:lnTo>
                      <a:pt x="10718184" y="9771"/>
                    </a:lnTo>
                    <a:lnTo>
                      <a:pt x="10962444" y="19541"/>
                    </a:lnTo>
                    <a:lnTo>
                      <a:pt x="11196936" y="29312"/>
                    </a:lnTo>
                    <a:lnTo>
                      <a:pt x="11431426" y="58623"/>
                    </a:lnTo>
                    <a:lnTo>
                      <a:pt x="11656148" y="87934"/>
                    </a:lnTo>
                    <a:lnTo>
                      <a:pt x="11880868" y="136787"/>
                    </a:lnTo>
                    <a:lnTo>
                      <a:pt x="12105588" y="205180"/>
                    </a:lnTo>
                    <a:lnTo>
                      <a:pt x="12330308" y="283343"/>
                    </a:lnTo>
                    <a:lnTo>
                      <a:pt x="12545258" y="381048"/>
                    </a:lnTo>
                    <a:lnTo>
                      <a:pt x="12652732" y="439671"/>
                    </a:lnTo>
                    <a:lnTo>
                      <a:pt x="12750436" y="498293"/>
                    </a:lnTo>
                    <a:lnTo>
                      <a:pt x="12945846" y="635080"/>
                    </a:lnTo>
                    <a:lnTo>
                      <a:pt x="13131484" y="781636"/>
                    </a:lnTo>
                    <a:lnTo>
                      <a:pt x="13307352" y="947734"/>
                    </a:lnTo>
                    <a:lnTo>
                      <a:pt x="13463680" y="1113832"/>
                    </a:lnTo>
                    <a:lnTo>
                      <a:pt x="13620008" y="1299470"/>
                    </a:lnTo>
                    <a:lnTo>
                      <a:pt x="13756792" y="1504650"/>
                    </a:lnTo>
                    <a:lnTo>
                      <a:pt x="13815416" y="1602354"/>
                    </a:lnTo>
                    <a:lnTo>
                      <a:pt x="13874040" y="1709829"/>
                    </a:lnTo>
                    <a:lnTo>
                      <a:pt x="13971744" y="1924779"/>
                    </a:lnTo>
                    <a:lnTo>
                      <a:pt x="14049908" y="2139729"/>
                    </a:lnTo>
                    <a:lnTo>
                      <a:pt x="14108530" y="2364450"/>
                    </a:lnTo>
                    <a:lnTo>
                      <a:pt x="14157382" y="2598940"/>
                    </a:lnTo>
                    <a:lnTo>
                      <a:pt x="14196464" y="2823661"/>
                    </a:lnTo>
                    <a:lnTo>
                      <a:pt x="14216004" y="3058152"/>
                    </a:lnTo>
                    <a:lnTo>
                      <a:pt x="14235546" y="3292642"/>
                    </a:lnTo>
                    <a:lnTo>
                      <a:pt x="14245316" y="3527133"/>
                    </a:lnTo>
                    <a:lnTo>
                      <a:pt x="14245316" y="3957033"/>
                    </a:lnTo>
                    <a:lnTo>
                      <a:pt x="14245316" y="4484637"/>
                    </a:lnTo>
                    <a:lnTo>
                      <a:pt x="14245316" y="9770451"/>
                    </a:lnTo>
                    <a:lnTo>
                      <a:pt x="14245316" y="10298055"/>
                    </a:lnTo>
                    <a:lnTo>
                      <a:pt x="14245316" y="10727955"/>
                    </a:lnTo>
                    <a:lnTo>
                      <a:pt x="14235546" y="10962446"/>
                    </a:lnTo>
                    <a:lnTo>
                      <a:pt x="14216004" y="11206707"/>
                    </a:lnTo>
                    <a:lnTo>
                      <a:pt x="14196464" y="11431428"/>
                    </a:lnTo>
                    <a:lnTo>
                      <a:pt x="14157382" y="11656148"/>
                    </a:lnTo>
                    <a:lnTo>
                      <a:pt x="14108530" y="11890639"/>
                    </a:lnTo>
                    <a:lnTo>
                      <a:pt x="14049908" y="12115359"/>
                    </a:lnTo>
                    <a:lnTo>
                      <a:pt x="13971744" y="12330309"/>
                    </a:lnTo>
                    <a:lnTo>
                      <a:pt x="13874040" y="12545259"/>
                    </a:lnTo>
                    <a:lnTo>
                      <a:pt x="13815416" y="12652734"/>
                    </a:lnTo>
                    <a:lnTo>
                      <a:pt x="13756792" y="12760209"/>
                    </a:lnTo>
                    <a:lnTo>
                      <a:pt x="13620008" y="12955618"/>
                    </a:lnTo>
                    <a:lnTo>
                      <a:pt x="13463680" y="13141257"/>
                    </a:lnTo>
                    <a:lnTo>
                      <a:pt x="13307352" y="13317125"/>
                    </a:lnTo>
                    <a:lnTo>
                      <a:pt x="13131484" y="13473452"/>
                    </a:lnTo>
                    <a:lnTo>
                      <a:pt x="12945846" y="13620009"/>
                    </a:lnTo>
                    <a:lnTo>
                      <a:pt x="12750436" y="13756795"/>
                    </a:lnTo>
                    <a:lnTo>
                      <a:pt x="12652732" y="13825188"/>
                    </a:lnTo>
                    <a:lnTo>
                      <a:pt x="12545258" y="13883811"/>
                    </a:lnTo>
                    <a:lnTo>
                      <a:pt x="12330308" y="13981515"/>
                    </a:lnTo>
                    <a:lnTo>
                      <a:pt x="12105588" y="14059679"/>
                    </a:lnTo>
                    <a:lnTo>
                      <a:pt x="11880868" y="14118302"/>
                    </a:lnTo>
                    <a:lnTo>
                      <a:pt x="11656148" y="14167154"/>
                    </a:lnTo>
                    <a:lnTo>
                      <a:pt x="11431426" y="14196465"/>
                    </a:lnTo>
                    <a:lnTo>
                      <a:pt x="11196936" y="14225777"/>
                    </a:lnTo>
                    <a:lnTo>
                      <a:pt x="10962444" y="14235547"/>
                    </a:lnTo>
                    <a:lnTo>
                      <a:pt x="10718184" y="14245318"/>
                    </a:lnTo>
                    <a:lnTo>
                      <a:pt x="10288284" y="14255088"/>
                    </a:lnTo>
                    <a:lnTo>
                      <a:pt x="9770450" y="14255088"/>
                    </a:lnTo>
                    <a:lnTo>
                      <a:pt x="4474866" y="14255088"/>
                    </a:lnTo>
                    <a:lnTo>
                      <a:pt x="3957032" y="14255088"/>
                    </a:lnTo>
                    <a:lnTo>
                      <a:pt x="3527132" y="14245318"/>
                    </a:lnTo>
                    <a:lnTo>
                      <a:pt x="3282870" y="14235547"/>
                    </a:lnTo>
                    <a:lnTo>
                      <a:pt x="3048380" y="14225777"/>
                    </a:lnTo>
                    <a:lnTo>
                      <a:pt x="2813888" y="14196465"/>
                    </a:lnTo>
                    <a:lnTo>
                      <a:pt x="2589168" y="14167154"/>
                    </a:lnTo>
                    <a:lnTo>
                      <a:pt x="2364448" y="14118302"/>
                    </a:lnTo>
                    <a:lnTo>
                      <a:pt x="2139728" y="14059679"/>
                    </a:lnTo>
                    <a:lnTo>
                      <a:pt x="1924778" y="13981515"/>
                    </a:lnTo>
                    <a:lnTo>
                      <a:pt x="1709828" y="13883811"/>
                    </a:lnTo>
                    <a:lnTo>
                      <a:pt x="1602352" y="13825188"/>
                    </a:lnTo>
                    <a:lnTo>
                      <a:pt x="1494878" y="13756795"/>
                    </a:lnTo>
                    <a:lnTo>
                      <a:pt x="1299468" y="13620009"/>
                    </a:lnTo>
                    <a:lnTo>
                      <a:pt x="1113832" y="13473452"/>
                    </a:lnTo>
                    <a:lnTo>
                      <a:pt x="937964" y="13317125"/>
                    </a:lnTo>
                    <a:lnTo>
                      <a:pt x="781636" y="13141257"/>
                    </a:lnTo>
                    <a:lnTo>
                      <a:pt x="625308" y="12955618"/>
                    </a:lnTo>
                    <a:lnTo>
                      <a:pt x="488520" y="12760209"/>
                    </a:lnTo>
                    <a:lnTo>
                      <a:pt x="429900" y="12652734"/>
                    </a:lnTo>
                    <a:lnTo>
                      <a:pt x="371276" y="12545259"/>
                    </a:lnTo>
                    <a:lnTo>
                      <a:pt x="273572" y="12330309"/>
                    </a:lnTo>
                    <a:lnTo>
                      <a:pt x="195408" y="12115359"/>
                    </a:lnTo>
                    <a:lnTo>
                      <a:pt x="136784" y="11890639"/>
                    </a:lnTo>
                    <a:lnTo>
                      <a:pt x="87932" y="11656148"/>
                    </a:lnTo>
                    <a:lnTo>
                      <a:pt x="48852" y="11431428"/>
                    </a:lnTo>
                    <a:lnTo>
                      <a:pt x="29312" y="11206707"/>
                    </a:lnTo>
                    <a:lnTo>
                      <a:pt x="9768" y="10962446"/>
                    </a:lnTo>
                    <a:lnTo>
                      <a:pt x="9768" y="10727955"/>
                    </a:lnTo>
                    <a:lnTo>
                      <a:pt x="0" y="10298055"/>
                    </a:lnTo>
                    <a:lnTo>
                      <a:pt x="0" y="9770451"/>
                    </a:lnTo>
                    <a:lnTo>
                      <a:pt x="0" y="4484637"/>
                    </a:lnTo>
                    <a:lnTo>
                      <a:pt x="0" y="3957033"/>
                    </a:lnTo>
                    <a:lnTo>
                      <a:pt x="9768" y="3527133"/>
                    </a:lnTo>
                    <a:lnTo>
                      <a:pt x="9768" y="3292642"/>
                    </a:lnTo>
                    <a:lnTo>
                      <a:pt x="29312" y="3058152"/>
                    </a:lnTo>
                    <a:lnTo>
                      <a:pt x="48852" y="2823661"/>
                    </a:lnTo>
                    <a:lnTo>
                      <a:pt x="87932" y="2598940"/>
                    </a:lnTo>
                    <a:lnTo>
                      <a:pt x="136784" y="2364450"/>
                    </a:lnTo>
                    <a:lnTo>
                      <a:pt x="195408" y="2139729"/>
                    </a:lnTo>
                    <a:lnTo>
                      <a:pt x="273572" y="1924779"/>
                    </a:lnTo>
                    <a:lnTo>
                      <a:pt x="371276" y="1709829"/>
                    </a:lnTo>
                    <a:lnTo>
                      <a:pt x="429900" y="1602354"/>
                    </a:lnTo>
                    <a:lnTo>
                      <a:pt x="488520" y="1504650"/>
                    </a:lnTo>
                    <a:lnTo>
                      <a:pt x="625308" y="1299470"/>
                    </a:lnTo>
                    <a:lnTo>
                      <a:pt x="781636" y="1113832"/>
                    </a:lnTo>
                    <a:lnTo>
                      <a:pt x="937964" y="947734"/>
                    </a:lnTo>
                    <a:lnTo>
                      <a:pt x="1113832" y="781636"/>
                    </a:lnTo>
                    <a:lnTo>
                      <a:pt x="1299468" y="635080"/>
                    </a:lnTo>
                    <a:lnTo>
                      <a:pt x="1494878" y="498293"/>
                    </a:lnTo>
                    <a:lnTo>
                      <a:pt x="1602352" y="439671"/>
                    </a:lnTo>
                    <a:lnTo>
                      <a:pt x="1709828" y="381048"/>
                    </a:lnTo>
                    <a:lnTo>
                      <a:pt x="1924778" y="283343"/>
                    </a:lnTo>
                    <a:lnTo>
                      <a:pt x="2139728" y="205180"/>
                    </a:lnTo>
                    <a:lnTo>
                      <a:pt x="2364448" y="136787"/>
                    </a:lnTo>
                    <a:lnTo>
                      <a:pt x="2589168" y="87934"/>
                    </a:lnTo>
                    <a:lnTo>
                      <a:pt x="2813888" y="58623"/>
                    </a:lnTo>
                    <a:lnTo>
                      <a:pt x="3048380" y="29312"/>
                    </a:lnTo>
                    <a:lnTo>
                      <a:pt x="3282870" y="19541"/>
                    </a:lnTo>
                    <a:lnTo>
                      <a:pt x="3527132" y="9771"/>
                    </a:lnTo>
                    <a:lnTo>
                      <a:pt x="3957032" y="9771"/>
                    </a:lnTo>
                    <a:lnTo>
                      <a:pt x="4474866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/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sp>
          <p:nvSpPr>
            <p:cNvPr id="13" name="ïṩļiḓê">
              <a:extLst>
                <a:ext uri="{FF2B5EF4-FFF2-40B4-BE49-F238E27FC236}">
                  <a16:creationId xmlns:a16="http://schemas.microsoft.com/office/drawing/2014/main" id="{36EDCD3F-3632-4157-8E55-547F9B625B8A}"/>
                </a:ext>
              </a:extLst>
            </p:cNvPr>
            <p:cNvSpPr txBox="1"/>
            <p:nvPr/>
          </p:nvSpPr>
          <p:spPr>
            <a:xfrm>
              <a:off x="8625202" y="4353822"/>
              <a:ext cx="2299974" cy="338554"/>
            </a:xfrm>
            <a:prstGeom prst="rect">
              <a:avLst/>
            </a:prstGeom>
            <a:noFill/>
          </p:spPr>
          <p:txBody>
            <a:bodyPr wrap="none" anchor="b" anchorCtr="1">
              <a:normAutofit/>
            </a:bodyPr>
            <a:lstStyle/>
            <a:p>
              <a:pPr algn="ctr"/>
              <a:r>
                <a:rPr lang="en-US" altLang="zh-CN" sz="1600" b="1" dirty="0"/>
                <a:t>Dubbo</a:t>
              </a:r>
              <a:endParaRPr lang="zh-CN" altLang="en-US" sz="16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43036676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Architecture Evolution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4F69230-F3A6-4586-9371-A858F4763E9F}"/>
              </a:ext>
            </a:extLst>
          </p:cNvPr>
          <p:cNvSpPr txBox="1"/>
          <p:nvPr/>
        </p:nvSpPr>
        <p:spPr>
          <a:xfrm>
            <a:off x="5584242" y="1968499"/>
            <a:ext cx="1023516" cy="889909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pc="100" dirty="0">
                <a:solidFill>
                  <a:schemeClr val="accent1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/01</a:t>
            </a:r>
            <a:endParaRPr lang="zh-CN" altLang="en-US" spc="100" dirty="0">
              <a:solidFill>
                <a:schemeClr val="accent1"/>
              </a:solidFill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1597387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6C6304-86A6-4497-A905-C6C1D3CDE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Architecture Evolution</a:t>
            </a:r>
            <a:endParaRPr lang="zh-CN" altLang="en-US" dirty="0"/>
          </a:p>
        </p:txBody>
      </p:sp>
      <p:grpSp>
        <p:nvGrpSpPr>
          <p:cNvPr id="37" name="îṡlîḓê">
            <a:extLst>
              <a:ext uri="{FF2B5EF4-FFF2-40B4-BE49-F238E27FC236}">
                <a16:creationId xmlns:a16="http://schemas.microsoft.com/office/drawing/2014/main" id="{B1B0F343-B77B-4CC5-92C1-926E126E7EEB}"/>
              </a:ext>
            </a:extLst>
          </p:cNvPr>
          <p:cNvGrpSpPr/>
          <p:nvPr/>
        </p:nvGrpSpPr>
        <p:grpSpPr>
          <a:xfrm>
            <a:off x="2181553" y="2310413"/>
            <a:ext cx="1554824" cy="1545057"/>
            <a:chOff x="1436593" y="2132867"/>
            <a:chExt cx="1554824" cy="1545057"/>
          </a:xfrm>
        </p:grpSpPr>
        <p:sp>
          <p:nvSpPr>
            <p:cNvPr id="38" name="îŝliḑé">
              <a:extLst>
                <a:ext uri="{FF2B5EF4-FFF2-40B4-BE49-F238E27FC236}">
                  <a16:creationId xmlns:a16="http://schemas.microsoft.com/office/drawing/2014/main" id="{7684579F-2E08-4DDD-B3F9-31F4BFFA69C3}"/>
                </a:ext>
              </a:extLst>
            </p:cNvPr>
            <p:cNvSpPr/>
            <p:nvPr/>
          </p:nvSpPr>
          <p:spPr>
            <a:xfrm rot="2702816">
              <a:off x="1436593" y="2132867"/>
              <a:ext cx="1545057" cy="1545057"/>
            </a:xfrm>
            <a:prstGeom prst="round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9" name="ísḷiḋè">
              <a:extLst>
                <a:ext uri="{FF2B5EF4-FFF2-40B4-BE49-F238E27FC236}">
                  <a16:creationId xmlns:a16="http://schemas.microsoft.com/office/drawing/2014/main" id="{60481136-80F3-4279-AD25-D184BCEA1FBC}"/>
                </a:ext>
              </a:extLst>
            </p:cNvPr>
            <p:cNvSpPr/>
            <p:nvPr/>
          </p:nvSpPr>
          <p:spPr>
            <a:xfrm rot="2702816">
              <a:off x="1523321" y="2219599"/>
              <a:ext cx="1371601" cy="1371601"/>
            </a:xfrm>
            <a:custGeom>
              <a:avLst/>
              <a:gdLst>
                <a:gd name="connsiteX0" fmla="*/ 66957 w 1371601"/>
                <a:gd name="connsiteY0" fmla="*/ 66957 h 1371601"/>
                <a:gd name="connsiteX1" fmla="*/ 228605 w 1371601"/>
                <a:gd name="connsiteY1" fmla="*/ 0 h 1371601"/>
                <a:gd name="connsiteX2" fmla="*/ 1142995 w 1371601"/>
                <a:gd name="connsiteY2" fmla="*/ 0 h 1371601"/>
                <a:gd name="connsiteX3" fmla="*/ 1371601 w 1371601"/>
                <a:gd name="connsiteY3" fmla="*/ 228605 h 1371601"/>
                <a:gd name="connsiteX4" fmla="*/ 1371601 w 1371601"/>
                <a:gd name="connsiteY4" fmla="*/ 1142995 h 1371601"/>
                <a:gd name="connsiteX5" fmla="*/ 1142995 w 1371601"/>
                <a:gd name="connsiteY5" fmla="*/ 1371601 h 1371601"/>
                <a:gd name="connsiteX6" fmla="*/ 228605 w 1371601"/>
                <a:gd name="connsiteY6" fmla="*/ 1371600 h 1371601"/>
                <a:gd name="connsiteX7" fmla="*/ 182533 w 1371601"/>
                <a:gd name="connsiteY7" fmla="*/ 1366956 h 1371601"/>
                <a:gd name="connsiteX8" fmla="*/ 160847 w 1371601"/>
                <a:gd name="connsiteY8" fmla="*/ 1360224 h 1371601"/>
                <a:gd name="connsiteX9" fmla="*/ 707768 w 1371601"/>
                <a:gd name="connsiteY9" fmla="*/ 812406 h 1371601"/>
                <a:gd name="connsiteX10" fmla="*/ 782073 w 1371601"/>
                <a:gd name="connsiteY10" fmla="*/ 886588 h 1371601"/>
                <a:gd name="connsiteX11" fmla="*/ 781829 w 1371601"/>
                <a:gd name="connsiteY11" fmla="*/ 589614 h 1371601"/>
                <a:gd name="connsiteX12" fmla="*/ 484854 w 1371601"/>
                <a:gd name="connsiteY12" fmla="*/ 589857 h 1371601"/>
                <a:gd name="connsiteX13" fmla="*/ 559160 w 1371601"/>
                <a:gd name="connsiteY13" fmla="*/ 664040 h 1371601"/>
                <a:gd name="connsiteX14" fmla="*/ 11843 w 1371601"/>
                <a:gd name="connsiteY14" fmla="*/ 1212254 h 1371601"/>
                <a:gd name="connsiteX15" fmla="*/ 4645 w 1371601"/>
                <a:gd name="connsiteY15" fmla="*/ 1189067 h 1371601"/>
                <a:gd name="connsiteX16" fmla="*/ 0 w 1371601"/>
                <a:gd name="connsiteY16" fmla="*/ 1142995 h 1371601"/>
                <a:gd name="connsiteX17" fmla="*/ 0 w 1371601"/>
                <a:gd name="connsiteY17" fmla="*/ 228604 h 1371601"/>
                <a:gd name="connsiteX18" fmla="*/ 66957 w 1371601"/>
                <a:gd name="connsiteY18" fmla="*/ 66957 h 1371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71601" h="1371601">
                  <a:moveTo>
                    <a:pt x="66957" y="66957"/>
                  </a:moveTo>
                  <a:cubicBezTo>
                    <a:pt x="108326" y="25588"/>
                    <a:pt x="165477" y="0"/>
                    <a:pt x="228605" y="0"/>
                  </a:cubicBezTo>
                  <a:lnTo>
                    <a:pt x="1142995" y="0"/>
                  </a:lnTo>
                  <a:cubicBezTo>
                    <a:pt x="1269250" y="0"/>
                    <a:pt x="1371600" y="102351"/>
                    <a:pt x="1371601" y="228605"/>
                  </a:cubicBezTo>
                  <a:lnTo>
                    <a:pt x="1371601" y="1142995"/>
                  </a:lnTo>
                  <a:cubicBezTo>
                    <a:pt x="1371600" y="1269250"/>
                    <a:pt x="1269250" y="1371600"/>
                    <a:pt x="1142995" y="1371601"/>
                  </a:cubicBezTo>
                  <a:lnTo>
                    <a:pt x="228605" y="1371600"/>
                  </a:lnTo>
                  <a:cubicBezTo>
                    <a:pt x="212823" y="1371599"/>
                    <a:pt x="197416" y="1370001"/>
                    <a:pt x="182533" y="1366956"/>
                  </a:cubicBezTo>
                  <a:lnTo>
                    <a:pt x="160847" y="1360224"/>
                  </a:lnTo>
                  <a:lnTo>
                    <a:pt x="707768" y="812406"/>
                  </a:lnTo>
                  <a:lnTo>
                    <a:pt x="782073" y="886588"/>
                  </a:lnTo>
                  <a:lnTo>
                    <a:pt x="781829" y="589614"/>
                  </a:lnTo>
                  <a:lnTo>
                    <a:pt x="484854" y="589857"/>
                  </a:lnTo>
                  <a:lnTo>
                    <a:pt x="559160" y="664040"/>
                  </a:lnTo>
                  <a:lnTo>
                    <a:pt x="11843" y="1212254"/>
                  </a:lnTo>
                  <a:lnTo>
                    <a:pt x="4645" y="1189067"/>
                  </a:lnTo>
                  <a:cubicBezTo>
                    <a:pt x="1599" y="1174185"/>
                    <a:pt x="0" y="1158777"/>
                    <a:pt x="0" y="1142995"/>
                  </a:cubicBezTo>
                  <a:lnTo>
                    <a:pt x="0" y="228604"/>
                  </a:lnTo>
                  <a:cubicBezTo>
                    <a:pt x="0" y="165477"/>
                    <a:pt x="25588" y="108326"/>
                    <a:pt x="66957" y="669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0" name="îṥľïḑê">
              <a:extLst>
                <a:ext uri="{FF2B5EF4-FFF2-40B4-BE49-F238E27FC236}">
                  <a16:creationId xmlns:a16="http://schemas.microsoft.com/office/drawing/2014/main" id="{10062B1B-6F84-40FE-9C31-57F28547D086}"/>
                </a:ext>
              </a:extLst>
            </p:cNvPr>
            <p:cNvSpPr txBox="1"/>
            <p:nvPr/>
          </p:nvSpPr>
          <p:spPr>
            <a:xfrm>
              <a:off x="2406000" y="2635779"/>
              <a:ext cx="585417" cy="523220"/>
            </a:xfrm>
            <a:prstGeom prst="rect">
              <a:avLst/>
            </a:prstGeom>
            <a:noFill/>
          </p:spPr>
          <p:txBody>
            <a:bodyPr wrap="none">
              <a:norm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</a:rPr>
                <a:t>01</a:t>
              </a:r>
            </a:p>
          </p:txBody>
        </p:sp>
      </p:grpSp>
      <p:grpSp>
        <p:nvGrpSpPr>
          <p:cNvPr id="41" name="ïṧḷîḋê">
            <a:extLst>
              <a:ext uri="{FF2B5EF4-FFF2-40B4-BE49-F238E27FC236}">
                <a16:creationId xmlns:a16="http://schemas.microsoft.com/office/drawing/2014/main" id="{4546CDE5-98DC-4B29-8EE2-CA2FEE8E25A6}"/>
              </a:ext>
            </a:extLst>
          </p:cNvPr>
          <p:cNvGrpSpPr/>
          <p:nvPr/>
        </p:nvGrpSpPr>
        <p:grpSpPr>
          <a:xfrm>
            <a:off x="4287925" y="2310412"/>
            <a:ext cx="1554825" cy="1545057"/>
            <a:chOff x="3376329" y="2132866"/>
            <a:chExt cx="1554825" cy="1545057"/>
          </a:xfrm>
        </p:grpSpPr>
        <p:sp>
          <p:nvSpPr>
            <p:cNvPr id="42" name="îšlíďè">
              <a:extLst>
                <a:ext uri="{FF2B5EF4-FFF2-40B4-BE49-F238E27FC236}">
                  <a16:creationId xmlns:a16="http://schemas.microsoft.com/office/drawing/2014/main" id="{B77D8EED-1BD5-4E55-AFB9-BD49C7EE292F}"/>
                </a:ext>
              </a:extLst>
            </p:cNvPr>
            <p:cNvSpPr/>
            <p:nvPr/>
          </p:nvSpPr>
          <p:spPr>
            <a:xfrm rot="2702816">
              <a:off x="3376329" y="2132866"/>
              <a:ext cx="1545057" cy="1545057"/>
            </a:xfrm>
            <a:prstGeom prst="round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3" name="íṥḻîḋé">
              <a:extLst>
                <a:ext uri="{FF2B5EF4-FFF2-40B4-BE49-F238E27FC236}">
                  <a16:creationId xmlns:a16="http://schemas.microsoft.com/office/drawing/2014/main" id="{AECD64FB-C3FB-4BFC-924B-60CECCE5F2D4}"/>
                </a:ext>
              </a:extLst>
            </p:cNvPr>
            <p:cNvSpPr/>
            <p:nvPr/>
          </p:nvSpPr>
          <p:spPr>
            <a:xfrm rot="2702816">
              <a:off x="3463058" y="2219600"/>
              <a:ext cx="1371601" cy="1371601"/>
            </a:xfrm>
            <a:custGeom>
              <a:avLst/>
              <a:gdLst>
                <a:gd name="connsiteX0" fmla="*/ 66957 w 1371601"/>
                <a:gd name="connsiteY0" fmla="*/ 66957 h 1371601"/>
                <a:gd name="connsiteX1" fmla="*/ 228605 w 1371601"/>
                <a:gd name="connsiteY1" fmla="*/ 0 h 1371601"/>
                <a:gd name="connsiteX2" fmla="*/ 1142995 w 1371601"/>
                <a:gd name="connsiteY2" fmla="*/ 0 h 1371601"/>
                <a:gd name="connsiteX3" fmla="*/ 1371601 w 1371601"/>
                <a:gd name="connsiteY3" fmla="*/ 228605 h 1371601"/>
                <a:gd name="connsiteX4" fmla="*/ 1371601 w 1371601"/>
                <a:gd name="connsiteY4" fmla="*/ 1142995 h 1371601"/>
                <a:gd name="connsiteX5" fmla="*/ 1142995 w 1371601"/>
                <a:gd name="connsiteY5" fmla="*/ 1371601 h 1371601"/>
                <a:gd name="connsiteX6" fmla="*/ 228605 w 1371601"/>
                <a:gd name="connsiteY6" fmla="*/ 1371600 h 1371601"/>
                <a:gd name="connsiteX7" fmla="*/ 182533 w 1371601"/>
                <a:gd name="connsiteY7" fmla="*/ 1366956 h 1371601"/>
                <a:gd name="connsiteX8" fmla="*/ 160847 w 1371601"/>
                <a:gd name="connsiteY8" fmla="*/ 1360224 h 1371601"/>
                <a:gd name="connsiteX9" fmla="*/ 707768 w 1371601"/>
                <a:gd name="connsiteY9" fmla="*/ 812406 h 1371601"/>
                <a:gd name="connsiteX10" fmla="*/ 782073 w 1371601"/>
                <a:gd name="connsiteY10" fmla="*/ 886588 h 1371601"/>
                <a:gd name="connsiteX11" fmla="*/ 781829 w 1371601"/>
                <a:gd name="connsiteY11" fmla="*/ 589614 h 1371601"/>
                <a:gd name="connsiteX12" fmla="*/ 484854 w 1371601"/>
                <a:gd name="connsiteY12" fmla="*/ 589857 h 1371601"/>
                <a:gd name="connsiteX13" fmla="*/ 559160 w 1371601"/>
                <a:gd name="connsiteY13" fmla="*/ 664040 h 1371601"/>
                <a:gd name="connsiteX14" fmla="*/ 11843 w 1371601"/>
                <a:gd name="connsiteY14" fmla="*/ 1212254 h 1371601"/>
                <a:gd name="connsiteX15" fmla="*/ 4645 w 1371601"/>
                <a:gd name="connsiteY15" fmla="*/ 1189067 h 1371601"/>
                <a:gd name="connsiteX16" fmla="*/ 0 w 1371601"/>
                <a:gd name="connsiteY16" fmla="*/ 1142995 h 1371601"/>
                <a:gd name="connsiteX17" fmla="*/ 0 w 1371601"/>
                <a:gd name="connsiteY17" fmla="*/ 228604 h 1371601"/>
                <a:gd name="connsiteX18" fmla="*/ 66957 w 1371601"/>
                <a:gd name="connsiteY18" fmla="*/ 66957 h 1371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71601" h="1371601">
                  <a:moveTo>
                    <a:pt x="66957" y="66957"/>
                  </a:moveTo>
                  <a:cubicBezTo>
                    <a:pt x="108326" y="25588"/>
                    <a:pt x="165477" y="0"/>
                    <a:pt x="228605" y="0"/>
                  </a:cubicBezTo>
                  <a:lnTo>
                    <a:pt x="1142995" y="0"/>
                  </a:lnTo>
                  <a:cubicBezTo>
                    <a:pt x="1269250" y="0"/>
                    <a:pt x="1371600" y="102351"/>
                    <a:pt x="1371601" y="228605"/>
                  </a:cubicBezTo>
                  <a:lnTo>
                    <a:pt x="1371601" y="1142995"/>
                  </a:lnTo>
                  <a:cubicBezTo>
                    <a:pt x="1371600" y="1269250"/>
                    <a:pt x="1269250" y="1371600"/>
                    <a:pt x="1142995" y="1371601"/>
                  </a:cubicBezTo>
                  <a:lnTo>
                    <a:pt x="228605" y="1371600"/>
                  </a:lnTo>
                  <a:cubicBezTo>
                    <a:pt x="212823" y="1371599"/>
                    <a:pt x="197416" y="1370001"/>
                    <a:pt x="182533" y="1366956"/>
                  </a:cubicBezTo>
                  <a:lnTo>
                    <a:pt x="160847" y="1360224"/>
                  </a:lnTo>
                  <a:lnTo>
                    <a:pt x="707768" y="812406"/>
                  </a:lnTo>
                  <a:lnTo>
                    <a:pt x="782073" y="886588"/>
                  </a:lnTo>
                  <a:lnTo>
                    <a:pt x="781829" y="589614"/>
                  </a:lnTo>
                  <a:lnTo>
                    <a:pt x="484854" y="589857"/>
                  </a:lnTo>
                  <a:lnTo>
                    <a:pt x="559160" y="664040"/>
                  </a:lnTo>
                  <a:lnTo>
                    <a:pt x="11843" y="1212254"/>
                  </a:lnTo>
                  <a:lnTo>
                    <a:pt x="4645" y="1189067"/>
                  </a:lnTo>
                  <a:cubicBezTo>
                    <a:pt x="1599" y="1174185"/>
                    <a:pt x="0" y="1158777"/>
                    <a:pt x="0" y="1142995"/>
                  </a:cubicBezTo>
                  <a:lnTo>
                    <a:pt x="0" y="228604"/>
                  </a:lnTo>
                  <a:cubicBezTo>
                    <a:pt x="0" y="165477"/>
                    <a:pt x="25588" y="108326"/>
                    <a:pt x="66957" y="6695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4" name="ïṩliḓe">
              <a:extLst>
                <a:ext uri="{FF2B5EF4-FFF2-40B4-BE49-F238E27FC236}">
                  <a16:creationId xmlns:a16="http://schemas.microsoft.com/office/drawing/2014/main" id="{854047D7-E663-4E37-A443-F71B816D69BA}"/>
                </a:ext>
              </a:extLst>
            </p:cNvPr>
            <p:cNvSpPr txBox="1"/>
            <p:nvPr/>
          </p:nvSpPr>
          <p:spPr>
            <a:xfrm>
              <a:off x="4345737" y="2635780"/>
              <a:ext cx="585417" cy="523220"/>
            </a:xfrm>
            <a:prstGeom prst="rect">
              <a:avLst/>
            </a:prstGeom>
            <a:noFill/>
          </p:spPr>
          <p:txBody>
            <a:bodyPr wrap="none">
              <a:normAutofit/>
            </a:bodyPr>
            <a:lstStyle/>
            <a:p>
              <a:r>
                <a:rPr lang="en-US" sz="2800" b="1">
                  <a:solidFill>
                    <a:schemeClr val="bg1"/>
                  </a:solidFill>
                </a:rPr>
                <a:t>02</a:t>
              </a:r>
            </a:p>
          </p:txBody>
        </p:sp>
      </p:grpSp>
      <p:grpSp>
        <p:nvGrpSpPr>
          <p:cNvPr id="45" name="isḻïḓê">
            <a:extLst>
              <a:ext uri="{FF2B5EF4-FFF2-40B4-BE49-F238E27FC236}">
                <a16:creationId xmlns:a16="http://schemas.microsoft.com/office/drawing/2014/main" id="{7378DBB2-A3B8-4B5B-93BC-961C4130A8C7}"/>
              </a:ext>
            </a:extLst>
          </p:cNvPr>
          <p:cNvGrpSpPr/>
          <p:nvPr/>
        </p:nvGrpSpPr>
        <p:grpSpPr>
          <a:xfrm>
            <a:off x="6375027" y="2310417"/>
            <a:ext cx="1554825" cy="1545057"/>
            <a:chOff x="5316066" y="2132864"/>
            <a:chExt cx="1554825" cy="1545057"/>
          </a:xfrm>
        </p:grpSpPr>
        <p:sp>
          <p:nvSpPr>
            <p:cNvPr id="46" name="îṧľïḋè">
              <a:extLst>
                <a:ext uri="{FF2B5EF4-FFF2-40B4-BE49-F238E27FC236}">
                  <a16:creationId xmlns:a16="http://schemas.microsoft.com/office/drawing/2014/main" id="{F8BC27E5-411E-4CE8-83AF-5027799B860D}"/>
                </a:ext>
              </a:extLst>
            </p:cNvPr>
            <p:cNvSpPr/>
            <p:nvPr/>
          </p:nvSpPr>
          <p:spPr>
            <a:xfrm rot="2702816">
              <a:off x="5316066" y="2132864"/>
              <a:ext cx="1545057" cy="1545057"/>
            </a:xfrm>
            <a:prstGeom prst="round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7" name="ïSļïḍê">
              <a:extLst>
                <a:ext uri="{FF2B5EF4-FFF2-40B4-BE49-F238E27FC236}">
                  <a16:creationId xmlns:a16="http://schemas.microsoft.com/office/drawing/2014/main" id="{D06FDC95-A094-4154-992C-8F87AFEC191F}"/>
                </a:ext>
              </a:extLst>
            </p:cNvPr>
            <p:cNvSpPr/>
            <p:nvPr/>
          </p:nvSpPr>
          <p:spPr>
            <a:xfrm rot="2702816">
              <a:off x="5402795" y="2219599"/>
              <a:ext cx="1371601" cy="1371601"/>
            </a:xfrm>
            <a:custGeom>
              <a:avLst/>
              <a:gdLst>
                <a:gd name="connsiteX0" fmla="*/ 66957 w 1371601"/>
                <a:gd name="connsiteY0" fmla="*/ 66957 h 1371601"/>
                <a:gd name="connsiteX1" fmla="*/ 228605 w 1371601"/>
                <a:gd name="connsiteY1" fmla="*/ 0 h 1371601"/>
                <a:gd name="connsiteX2" fmla="*/ 1142995 w 1371601"/>
                <a:gd name="connsiteY2" fmla="*/ 0 h 1371601"/>
                <a:gd name="connsiteX3" fmla="*/ 1371601 w 1371601"/>
                <a:gd name="connsiteY3" fmla="*/ 228605 h 1371601"/>
                <a:gd name="connsiteX4" fmla="*/ 1371601 w 1371601"/>
                <a:gd name="connsiteY4" fmla="*/ 1142995 h 1371601"/>
                <a:gd name="connsiteX5" fmla="*/ 1142995 w 1371601"/>
                <a:gd name="connsiteY5" fmla="*/ 1371601 h 1371601"/>
                <a:gd name="connsiteX6" fmla="*/ 228605 w 1371601"/>
                <a:gd name="connsiteY6" fmla="*/ 1371600 h 1371601"/>
                <a:gd name="connsiteX7" fmla="*/ 182533 w 1371601"/>
                <a:gd name="connsiteY7" fmla="*/ 1366956 h 1371601"/>
                <a:gd name="connsiteX8" fmla="*/ 160847 w 1371601"/>
                <a:gd name="connsiteY8" fmla="*/ 1360224 h 1371601"/>
                <a:gd name="connsiteX9" fmla="*/ 707768 w 1371601"/>
                <a:gd name="connsiteY9" fmla="*/ 812406 h 1371601"/>
                <a:gd name="connsiteX10" fmla="*/ 782073 w 1371601"/>
                <a:gd name="connsiteY10" fmla="*/ 886588 h 1371601"/>
                <a:gd name="connsiteX11" fmla="*/ 781829 w 1371601"/>
                <a:gd name="connsiteY11" fmla="*/ 589614 h 1371601"/>
                <a:gd name="connsiteX12" fmla="*/ 484854 w 1371601"/>
                <a:gd name="connsiteY12" fmla="*/ 589857 h 1371601"/>
                <a:gd name="connsiteX13" fmla="*/ 559160 w 1371601"/>
                <a:gd name="connsiteY13" fmla="*/ 664040 h 1371601"/>
                <a:gd name="connsiteX14" fmla="*/ 11843 w 1371601"/>
                <a:gd name="connsiteY14" fmla="*/ 1212254 h 1371601"/>
                <a:gd name="connsiteX15" fmla="*/ 4645 w 1371601"/>
                <a:gd name="connsiteY15" fmla="*/ 1189067 h 1371601"/>
                <a:gd name="connsiteX16" fmla="*/ 0 w 1371601"/>
                <a:gd name="connsiteY16" fmla="*/ 1142995 h 1371601"/>
                <a:gd name="connsiteX17" fmla="*/ 0 w 1371601"/>
                <a:gd name="connsiteY17" fmla="*/ 228604 h 1371601"/>
                <a:gd name="connsiteX18" fmla="*/ 66957 w 1371601"/>
                <a:gd name="connsiteY18" fmla="*/ 66957 h 1371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71601" h="1371601">
                  <a:moveTo>
                    <a:pt x="66957" y="66957"/>
                  </a:moveTo>
                  <a:cubicBezTo>
                    <a:pt x="108326" y="25588"/>
                    <a:pt x="165477" y="0"/>
                    <a:pt x="228605" y="0"/>
                  </a:cubicBezTo>
                  <a:lnTo>
                    <a:pt x="1142995" y="0"/>
                  </a:lnTo>
                  <a:cubicBezTo>
                    <a:pt x="1269250" y="0"/>
                    <a:pt x="1371600" y="102351"/>
                    <a:pt x="1371601" y="228605"/>
                  </a:cubicBezTo>
                  <a:lnTo>
                    <a:pt x="1371601" y="1142995"/>
                  </a:lnTo>
                  <a:cubicBezTo>
                    <a:pt x="1371600" y="1269250"/>
                    <a:pt x="1269250" y="1371600"/>
                    <a:pt x="1142995" y="1371601"/>
                  </a:cubicBezTo>
                  <a:lnTo>
                    <a:pt x="228605" y="1371600"/>
                  </a:lnTo>
                  <a:cubicBezTo>
                    <a:pt x="212823" y="1371599"/>
                    <a:pt x="197416" y="1370001"/>
                    <a:pt x="182533" y="1366956"/>
                  </a:cubicBezTo>
                  <a:lnTo>
                    <a:pt x="160847" y="1360224"/>
                  </a:lnTo>
                  <a:lnTo>
                    <a:pt x="707768" y="812406"/>
                  </a:lnTo>
                  <a:lnTo>
                    <a:pt x="782073" y="886588"/>
                  </a:lnTo>
                  <a:lnTo>
                    <a:pt x="781829" y="589614"/>
                  </a:lnTo>
                  <a:lnTo>
                    <a:pt x="484854" y="589857"/>
                  </a:lnTo>
                  <a:lnTo>
                    <a:pt x="559160" y="664040"/>
                  </a:lnTo>
                  <a:lnTo>
                    <a:pt x="11843" y="1212254"/>
                  </a:lnTo>
                  <a:lnTo>
                    <a:pt x="4645" y="1189067"/>
                  </a:lnTo>
                  <a:cubicBezTo>
                    <a:pt x="1599" y="1174185"/>
                    <a:pt x="0" y="1158777"/>
                    <a:pt x="0" y="1142995"/>
                  </a:cubicBezTo>
                  <a:lnTo>
                    <a:pt x="0" y="228604"/>
                  </a:lnTo>
                  <a:cubicBezTo>
                    <a:pt x="0" y="165477"/>
                    <a:pt x="25588" y="108326"/>
                    <a:pt x="66957" y="6695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8" name="iŝḻîḓê">
              <a:extLst>
                <a:ext uri="{FF2B5EF4-FFF2-40B4-BE49-F238E27FC236}">
                  <a16:creationId xmlns:a16="http://schemas.microsoft.com/office/drawing/2014/main" id="{95541C45-92B8-4E05-B42B-1B71C29CE7AB}"/>
                </a:ext>
              </a:extLst>
            </p:cNvPr>
            <p:cNvSpPr txBox="1"/>
            <p:nvPr/>
          </p:nvSpPr>
          <p:spPr>
            <a:xfrm>
              <a:off x="6285474" y="2635779"/>
              <a:ext cx="585417" cy="523220"/>
            </a:xfrm>
            <a:prstGeom prst="rect">
              <a:avLst/>
            </a:prstGeom>
            <a:noFill/>
          </p:spPr>
          <p:txBody>
            <a:bodyPr wrap="none">
              <a:normAutofit/>
            </a:bodyPr>
            <a:lstStyle/>
            <a:p>
              <a:r>
                <a:rPr lang="en-US" sz="2800" b="1">
                  <a:solidFill>
                    <a:schemeClr val="bg1"/>
                  </a:solidFill>
                </a:rPr>
                <a:t>03</a:t>
              </a:r>
            </a:p>
          </p:txBody>
        </p:sp>
      </p:grpSp>
      <p:grpSp>
        <p:nvGrpSpPr>
          <p:cNvPr id="49" name="îş1idê">
            <a:extLst>
              <a:ext uri="{FF2B5EF4-FFF2-40B4-BE49-F238E27FC236}">
                <a16:creationId xmlns:a16="http://schemas.microsoft.com/office/drawing/2014/main" id="{AAAC3072-CE0D-40C1-A19F-47C6655DDD7B}"/>
              </a:ext>
            </a:extLst>
          </p:cNvPr>
          <p:cNvGrpSpPr/>
          <p:nvPr/>
        </p:nvGrpSpPr>
        <p:grpSpPr>
          <a:xfrm>
            <a:off x="8501088" y="2310411"/>
            <a:ext cx="1554827" cy="1545057"/>
            <a:chOff x="7255801" y="2132861"/>
            <a:chExt cx="1554827" cy="1545057"/>
          </a:xfrm>
        </p:grpSpPr>
        <p:sp>
          <p:nvSpPr>
            <p:cNvPr id="50" name="ïsḷïḑe">
              <a:extLst>
                <a:ext uri="{FF2B5EF4-FFF2-40B4-BE49-F238E27FC236}">
                  <a16:creationId xmlns:a16="http://schemas.microsoft.com/office/drawing/2014/main" id="{B83B831D-FB47-4FE8-B93B-146F3B076569}"/>
                </a:ext>
              </a:extLst>
            </p:cNvPr>
            <p:cNvSpPr/>
            <p:nvPr/>
          </p:nvSpPr>
          <p:spPr>
            <a:xfrm rot="2702816">
              <a:off x="7255801" y="2132861"/>
              <a:ext cx="1545057" cy="1545057"/>
            </a:xfrm>
            <a:prstGeom prst="round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1" name="îṥḻiḋê">
              <a:extLst>
                <a:ext uri="{FF2B5EF4-FFF2-40B4-BE49-F238E27FC236}">
                  <a16:creationId xmlns:a16="http://schemas.microsoft.com/office/drawing/2014/main" id="{75528B64-CBBB-4423-94E4-F0ADE0A2097F}"/>
                </a:ext>
              </a:extLst>
            </p:cNvPr>
            <p:cNvSpPr/>
            <p:nvPr/>
          </p:nvSpPr>
          <p:spPr>
            <a:xfrm rot="2702816">
              <a:off x="7342532" y="2219596"/>
              <a:ext cx="1371601" cy="1371601"/>
            </a:xfrm>
            <a:custGeom>
              <a:avLst/>
              <a:gdLst>
                <a:gd name="connsiteX0" fmla="*/ 66957 w 1371601"/>
                <a:gd name="connsiteY0" fmla="*/ 66957 h 1371601"/>
                <a:gd name="connsiteX1" fmla="*/ 228605 w 1371601"/>
                <a:gd name="connsiteY1" fmla="*/ 0 h 1371601"/>
                <a:gd name="connsiteX2" fmla="*/ 1142995 w 1371601"/>
                <a:gd name="connsiteY2" fmla="*/ 0 h 1371601"/>
                <a:gd name="connsiteX3" fmla="*/ 1371601 w 1371601"/>
                <a:gd name="connsiteY3" fmla="*/ 228605 h 1371601"/>
                <a:gd name="connsiteX4" fmla="*/ 1371601 w 1371601"/>
                <a:gd name="connsiteY4" fmla="*/ 1142995 h 1371601"/>
                <a:gd name="connsiteX5" fmla="*/ 1142995 w 1371601"/>
                <a:gd name="connsiteY5" fmla="*/ 1371601 h 1371601"/>
                <a:gd name="connsiteX6" fmla="*/ 228605 w 1371601"/>
                <a:gd name="connsiteY6" fmla="*/ 1371600 h 1371601"/>
                <a:gd name="connsiteX7" fmla="*/ 182533 w 1371601"/>
                <a:gd name="connsiteY7" fmla="*/ 1366956 h 1371601"/>
                <a:gd name="connsiteX8" fmla="*/ 160847 w 1371601"/>
                <a:gd name="connsiteY8" fmla="*/ 1360224 h 1371601"/>
                <a:gd name="connsiteX9" fmla="*/ 707768 w 1371601"/>
                <a:gd name="connsiteY9" fmla="*/ 812406 h 1371601"/>
                <a:gd name="connsiteX10" fmla="*/ 782073 w 1371601"/>
                <a:gd name="connsiteY10" fmla="*/ 886588 h 1371601"/>
                <a:gd name="connsiteX11" fmla="*/ 781829 w 1371601"/>
                <a:gd name="connsiteY11" fmla="*/ 589614 h 1371601"/>
                <a:gd name="connsiteX12" fmla="*/ 484854 w 1371601"/>
                <a:gd name="connsiteY12" fmla="*/ 589857 h 1371601"/>
                <a:gd name="connsiteX13" fmla="*/ 559160 w 1371601"/>
                <a:gd name="connsiteY13" fmla="*/ 664040 h 1371601"/>
                <a:gd name="connsiteX14" fmla="*/ 11843 w 1371601"/>
                <a:gd name="connsiteY14" fmla="*/ 1212254 h 1371601"/>
                <a:gd name="connsiteX15" fmla="*/ 4645 w 1371601"/>
                <a:gd name="connsiteY15" fmla="*/ 1189067 h 1371601"/>
                <a:gd name="connsiteX16" fmla="*/ 0 w 1371601"/>
                <a:gd name="connsiteY16" fmla="*/ 1142995 h 1371601"/>
                <a:gd name="connsiteX17" fmla="*/ 0 w 1371601"/>
                <a:gd name="connsiteY17" fmla="*/ 228604 h 1371601"/>
                <a:gd name="connsiteX18" fmla="*/ 66957 w 1371601"/>
                <a:gd name="connsiteY18" fmla="*/ 66957 h 1371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71601" h="1371601">
                  <a:moveTo>
                    <a:pt x="66957" y="66957"/>
                  </a:moveTo>
                  <a:cubicBezTo>
                    <a:pt x="108326" y="25588"/>
                    <a:pt x="165477" y="0"/>
                    <a:pt x="228605" y="0"/>
                  </a:cubicBezTo>
                  <a:lnTo>
                    <a:pt x="1142995" y="0"/>
                  </a:lnTo>
                  <a:cubicBezTo>
                    <a:pt x="1269250" y="0"/>
                    <a:pt x="1371600" y="102351"/>
                    <a:pt x="1371601" y="228605"/>
                  </a:cubicBezTo>
                  <a:lnTo>
                    <a:pt x="1371601" y="1142995"/>
                  </a:lnTo>
                  <a:cubicBezTo>
                    <a:pt x="1371600" y="1269250"/>
                    <a:pt x="1269250" y="1371600"/>
                    <a:pt x="1142995" y="1371601"/>
                  </a:cubicBezTo>
                  <a:lnTo>
                    <a:pt x="228605" y="1371600"/>
                  </a:lnTo>
                  <a:cubicBezTo>
                    <a:pt x="212823" y="1371599"/>
                    <a:pt x="197416" y="1370001"/>
                    <a:pt x="182533" y="1366956"/>
                  </a:cubicBezTo>
                  <a:lnTo>
                    <a:pt x="160847" y="1360224"/>
                  </a:lnTo>
                  <a:lnTo>
                    <a:pt x="707768" y="812406"/>
                  </a:lnTo>
                  <a:lnTo>
                    <a:pt x="782073" y="886588"/>
                  </a:lnTo>
                  <a:lnTo>
                    <a:pt x="781829" y="589614"/>
                  </a:lnTo>
                  <a:lnTo>
                    <a:pt x="484854" y="589857"/>
                  </a:lnTo>
                  <a:lnTo>
                    <a:pt x="559160" y="664040"/>
                  </a:lnTo>
                  <a:lnTo>
                    <a:pt x="11843" y="1212254"/>
                  </a:lnTo>
                  <a:lnTo>
                    <a:pt x="4645" y="1189067"/>
                  </a:lnTo>
                  <a:cubicBezTo>
                    <a:pt x="1599" y="1174185"/>
                    <a:pt x="0" y="1158777"/>
                    <a:pt x="0" y="1142995"/>
                  </a:cubicBezTo>
                  <a:lnTo>
                    <a:pt x="0" y="228604"/>
                  </a:lnTo>
                  <a:cubicBezTo>
                    <a:pt x="0" y="165477"/>
                    <a:pt x="25588" y="108326"/>
                    <a:pt x="66957" y="6695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2" name="iṡḻíḍê">
              <a:extLst>
                <a:ext uri="{FF2B5EF4-FFF2-40B4-BE49-F238E27FC236}">
                  <a16:creationId xmlns:a16="http://schemas.microsoft.com/office/drawing/2014/main" id="{8E7EB3C5-2496-47F6-9DFD-5BE750DDC791}"/>
                </a:ext>
              </a:extLst>
            </p:cNvPr>
            <p:cNvSpPr txBox="1"/>
            <p:nvPr/>
          </p:nvSpPr>
          <p:spPr>
            <a:xfrm>
              <a:off x="8225211" y="2635776"/>
              <a:ext cx="585417" cy="523220"/>
            </a:xfrm>
            <a:prstGeom prst="rect">
              <a:avLst/>
            </a:prstGeom>
            <a:noFill/>
          </p:spPr>
          <p:txBody>
            <a:bodyPr wrap="none">
              <a:normAutofit/>
            </a:bodyPr>
            <a:lstStyle/>
            <a:p>
              <a:r>
                <a:rPr lang="en-US" sz="2800" b="1">
                  <a:solidFill>
                    <a:schemeClr val="bg1"/>
                  </a:solidFill>
                </a:rPr>
                <a:t>04</a:t>
              </a:r>
            </a:p>
          </p:txBody>
        </p:sp>
      </p:grpSp>
      <p:sp>
        <p:nvSpPr>
          <p:cNvPr id="54" name="îŝḷïḓe">
            <a:extLst>
              <a:ext uri="{FF2B5EF4-FFF2-40B4-BE49-F238E27FC236}">
                <a16:creationId xmlns:a16="http://schemas.microsoft.com/office/drawing/2014/main" id="{9F9F7451-D4BA-4BDC-A11E-601D6290FD21}"/>
              </a:ext>
            </a:extLst>
          </p:cNvPr>
          <p:cNvSpPr txBox="1"/>
          <p:nvPr/>
        </p:nvSpPr>
        <p:spPr bwMode="auto">
          <a:xfrm>
            <a:off x="1572218" y="4407830"/>
            <a:ext cx="1898253" cy="3875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b" anchorCtr="0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spcBef>
                <a:spcPct val="0"/>
              </a:spcBef>
            </a:pPr>
            <a:r>
              <a:rPr lang="en-US" altLang="zh-CN" b="1" dirty="0"/>
              <a:t>Vertical Architecture</a:t>
            </a:r>
            <a:endParaRPr lang="en-US" altLang="zh-CN" sz="1800" b="1" dirty="0"/>
          </a:p>
        </p:txBody>
      </p:sp>
      <p:sp>
        <p:nvSpPr>
          <p:cNvPr id="56" name="iSļïďe">
            <a:extLst>
              <a:ext uri="{FF2B5EF4-FFF2-40B4-BE49-F238E27FC236}">
                <a16:creationId xmlns:a16="http://schemas.microsoft.com/office/drawing/2014/main" id="{30866DEE-A603-4FA5-8D6C-5B2418F53781}"/>
              </a:ext>
            </a:extLst>
          </p:cNvPr>
          <p:cNvSpPr txBox="1"/>
          <p:nvPr/>
        </p:nvSpPr>
        <p:spPr bwMode="auto">
          <a:xfrm>
            <a:off x="4139362" y="4410399"/>
            <a:ext cx="1898253" cy="3875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b" anchorCtr="0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spcBef>
                <a:spcPct val="0"/>
              </a:spcBef>
            </a:pPr>
            <a:r>
              <a:rPr lang="en-US" altLang="zh-CN" b="1" dirty="0"/>
              <a:t>RPC</a:t>
            </a:r>
            <a:endParaRPr lang="en-US" altLang="zh-CN" sz="1800" b="1" dirty="0"/>
          </a:p>
        </p:txBody>
      </p:sp>
      <p:sp>
        <p:nvSpPr>
          <p:cNvPr id="58" name="iš1ídé">
            <a:extLst>
              <a:ext uri="{FF2B5EF4-FFF2-40B4-BE49-F238E27FC236}">
                <a16:creationId xmlns:a16="http://schemas.microsoft.com/office/drawing/2014/main" id="{12A76396-8D81-4E10-8256-809C46B0E777}"/>
              </a:ext>
            </a:extLst>
          </p:cNvPr>
          <p:cNvSpPr txBox="1"/>
          <p:nvPr/>
        </p:nvSpPr>
        <p:spPr bwMode="auto">
          <a:xfrm>
            <a:off x="6203318" y="4403207"/>
            <a:ext cx="1898253" cy="3875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b" anchorCtr="0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 b="1" dirty="0"/>
              <a:t>SOA</a:t>
            </a:r>
          </a:p>
        </p:txBody>
      </p:sp>
      <p:sp>
        <p:nvSpPr>
          <p:cNvPr id="60" name="isḷïḓê">
            <a:extLst>
              <a:ext uri="{FF2B5EF4-FFF2-40B4-BE49-F238E27FC236}">
                <a16:creationId xmlns:a16="http://schemas.microsoft.com/office/drawing/2014/main" id="{71810E5C-0CC3-4F36-BE4D-1AE2CFCA9AE0}"/>
              </a:ext>
            </a:extLst>
          </p:cNvPr>
          <p:cNvSpPr txBox="1"/>
          <p:nvPr/>
        </p:nvSpPr>
        <p:spPr bwMode="auto">
          <a:xfrm>
            <a:off x="8345235" y="4403207"/>
            <a:ext cx="1898253" cy="3875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b" anchorCtr="0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spcBef>
                <a:spcPct val="0"/>
              </a:spcBef>
            </a:pPr>
            <a:r>
              <a:rPr lang="en-US" altLang="zh-CN" b="1" dirty="0"/>
              <a:t>Microservice</a:t>
            </a:r>
          </a:p>
        </p:txBody>
      </p:sp>
      <p:cxnSp>
        <p:nvCxnSpPr>
          <p:cNvPr id="61" name="直接连接符 60">
            <a:extLst>
              <a:ext uri="{FF2B5EF4-FFF2-40B4-BE49-F238E27FC236}">
                <a16:creationId xmlns:a16="http://schemas.microsoft.com/office/drawing/2014/main" id="{419E30EA-1FDF-49B5-A5E8-7538FD51D53F}"/>
              </a:ext>
            </a:extLst>
          </p:cNvPr>
          <p:cNvCxnSpPr/>
          <p:nvPr/>
        </p:nvCxnSpPr>
        <p:spPr>
          <a:xfrm>
            <a:off x="3967933" y="4383883"/>
            <a:ext cx="0" cy="868346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连接符 61">
            <a:extLst>
              <a:ext uri="{FF2B5EF4-FFF2-40B4-BE49-F238E27FC236}">
                <a16:creationId xmlns:a16="http://schemas.microsoft.com/office/drawing/2014/main" id="{ED3E9323-2F81-4BCA-8EA7-159FB8CC335A}"/>
              </a:ext>
            </a:extLst>
          </p:cNvPr>
          <p:cNvCxnSpPr/>
          <p:nvPr/>
        </p:nvCxnSpPr>
        <p:spPr>
          <a:xfrm>
            <a:off x="6184621" y="4416553"/>
            <a:ext cx="0" cy="868346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8020608E-38AC-4BFC-A5F2-646C96361F2F}"/>
              </a:ext>
            </a:extLst>
          </p:cNvPr>
          <p:cNvCxnSpPr/>
          <p:nvPr/>
        </p:nvCxnSpPr>
        <p:spPr>
          <a:xfrm>
            <a:off x="8120268" y="4416553"/>
            <a:ext cx="0" cy="868346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8CF9430B-D964-4A54-92CE-0829F0CD9A53}"/>
              </a:ext>
            </a:extLst>
          </p:cNvPr>
          <p:cNvCxnSpPr/>
          <p:nvPr/>
        </p:nvCxnSpPr>
        <p:spPr>
          <a:xfrm>
            <a:off x="1571347" y="5539666"/>
            <a:ext cx="8784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文本框 68">
            <a:extLst>
              <a:ext uri="{FF2B5EF4-FFF2-40B4-BE49-F238E27FC236}">
                <a16:creationId xmlns:a16="http://schemas.microsoft.com/office/drawing/2014/main" id="{CC005FA0-7683-4527-A4C9-1A38A102D9C1}"/>
              </a:ext>
            </a:extLst>
          </p:cNvPr>
          <p:cNvSpPr txBox="1"/>
          <p:nvPr/>
        </p:nvSpPr>
        <p:spPr>
          <a:xfrm>
            <a:off x="3306209" y="5609768"/>
            <a:ext cx="5314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accent2">
                    <a:lumMod val="75000"/>
                  </a:schemeClr>
                </a:solidFill>
              </a:rPr>
              <a:t>Increase in business volume and application scale</a:t>
            </a:r>
            <a:endParaRPr lang="zh-CN" alt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7337214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3457428" y="3079349"/>
            <a:ext cx="5419185" cy="895350"/>
          </a:xfrm>
        </p:spPr>
        <p:txBody>
          <a:bodyPr>
            <a:normAutofit/>
          </a:bodyPr>
          <a:lstStyle/>
          <a:p>
            <a:r>
              <a:rPr lang="en-US" altLang="zh-CN" dirty="0"/>
              <a:t>Spring Cloud 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4F69230-F3A6-4586-9371-A858F4763E9F}"/>
              </a:ext>
            </a:extLst>
          </p:cNvPr>
          <p:cNvSpPr txBox="1"/>
          <p:nvPr/>
        </p:nvSpPr>
        <p:spPr>
          <a:xfrm>
            <a:off x="5584242" y="1968499"/>
            <a:ext cx="1023516" cy="889909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pc="100" dirty="0">
                <a:solidFill>
                  <a:schemeClr val="accent1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/02</a:t>
            </a:r>
            <a:endParaRPr lang="zh-CN" altLang="en-US" spc="100" dirty="0">
              <a:solidFill>
                <a:schemeClr val="accent1"/>
              </a:solidFill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B1B16E8-8409-4C65-8598-7BAC5180F1B4}"/>
              </a:ext>
            </a:extLst>
          </p:cNvPr>
          <p:cNvSpPr/>
          <p:nvPr/>
        </p:nvSpPr>
        <p:spPr>
          <a:xfrm>
            <a:off x="4882053" y="4241322"/>
            <a:ext cx="25699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/>
              <a:t>Hystrix</a:t>
            </a:r>
            <a:r>
              <a:rPr lang="en-US" altLang="zh-CN" dirty="0"/>
              <a:t> &amp; </a:t>
            </a:r>
            <a:r>
              <a:rPr lang="en-US" altLang="zh-CN" dirty="0" err="1"/>
              <a:t>Zuul</a:t>
            </a:r>
            <a:r>
              <a:rPr lang="en-US" altLang="zh-CN" dirty="0"/>
              <a:t> &amp; Config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1A5BA1-37F2-42D8-BB98-AD9D3C06406B}"/>
              </a:ext>
            </a:extLst>
          </p:cNvPr>
          <p:cNvSpPr/>
          <p:nvPr/>
        </p:nvSpPr>
        <p:spPr>
          <a:xfrm>
            <a:off x="3929838" y="3806586"/>
            <a:ext cx="455376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Eureka &amp; </a:t>
            </a:r>
            <a:r>
              <a:rPr lang="en-US" dirty="0"/>
              <a:t>Ribbon &amp; Feign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739998201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A4EDF1-F8AE-4AB7-B338-7D756DB67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Eureka</a:t>
            </a:r>
            <a:endParaRPr lang="zh-CN" altLang="en-US" dirty="0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2BC9954E-B25B-4B3D-B152-FD5ADA0CF591}"/>
              </a:ext>
            </a:extLst>
          </p:cNvPr>
          <p:cNvSpPr/>
          <p:nvPr/>
        </p:nvSpPr>
        <p:spPr>
          <a:xfrm>
            <a:off x="669923" y="1346265"/>
            <a:ext cx="1098645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Eureka is a </a:t>
            </a:r>
            <a:r>
              <a:rPr lang="en-US" altLang="zh-CN" dirty="0">
                <a:solidFill>
                  <a:schemeClr val="accent1"/>
                </a:solidFill>
              </a:rPr>
              <a:t>REST</a:t>
            </a:r>
            <a:r>
              <a:rPr lang="en-US" altLang="zh-CN" dirty="0"/>
              <a:t> (Representational State Transfer) based service that is primarily used in the AWS cloud for </a:t>
            </a:r>
            <a:r>
              <a:rPr lang="en-US" altLang="zh-CN" dirty="0">
                <a:solidFill>
                  <a:schemeClr val="accent1"/>
                </a:solidFill>
              </a:rPr>
              <a:t>locating services </a:t>
            </a:r>
            <a:r>
              <a:rPr lang="en-US" altLang="zh-CN" dirty="0"/>
              <a:t>for the purpose of</a:t>
            </a:r>
            <a:r>
              <a:rPr lang="en-US" altLang="zh-CN" dirty="0">
                <a:solidFill>
                  <a:schemeClr val="accent1"/>
                </a:solidFill>
              </a:rPr>
              <a:t> load balancing</a:t>
            </a:r>
            <a:r>
              <a:rPr lang="en-US" altLang="zh-CN" dirty="0"/>
              <a:t> and </a:t>
            </a:r>
            <a:r>
              <a:rPr lang="en-US" altLang="zh-CN" dirty="0">
                <a:solidFill>
                  <a:schemeClr val="accent1"/>
                </a:solidFill>
              </a:rPr>
              <a:t>failover</a:t>
            </a:r>
            <a:r>
              <a:rPr lang="en-US" altLang="zh-CN" dirty="0"/>
              <a:t> of middle-tier servers.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90A62965-730A-4788-89DF-5082687240E3}"/>
              </a:ext>
            </a:extLst>
          </p:cNvPr>
          <p:cNvSpPr/>
          <p:nvPr/>
        </p:nvSpPr>
        <p:spPr>
          <a:xfrm>
            <a:off x="669923" y="2310161"/>
            <a:ext cx="42242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It used as a </a:t>
            </a: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</a:rPr>
              <a:t>registry</a:t>
            </a:r>
            <a:r>
              <a:rPr lang="en-US" altLang="zh-CN" dirty="0"/>
              <a:t> in the Spring Cloud</a:t>
            </a:r>
            <a:endParaRPr lang="zh-CN" altLang="en-US" dirty="0"/>
          </a:p>
        </p:txBody>
      </p:sp>
      <p:pic>
        <p:nvPicPr>
          <p:cNvPr id="43" name="图片 42">
            <a:extLst>
              <a:ext uri="{FF2B5EF4-FFF2-40B4-BE49-F238E27FC236}">
                <a16:creationId xmlns:a16="http://schemas.microsoft.com/office/drawing/2014/main" id="{B0F25D05-666E-4BCC-B1E4-E213E6737E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1101" y="2603088"/>
            <a:ext cx="7435279" cy="4062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790918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A4EDF1-F8AE-4AB7-B338-7D756DB67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Eureka Self-protection Mode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DEB1F1D-8261-4445-A6B8-3CC88D00B7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337" y="1841182"/>
            <a:ext cx="10144125" cy="828675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CAF96898-51F8-4F1A-B415-6E0A84DC8BC6}"/>
              </a:ext>
            </a:extLst>
          </p:cNvPr>
          <p:cNvSpPr txBox="1"/>
          <p:nvPr/>
        </p:nvSpPr>
        <p:spPr>
          <a:xfrm>
            <a:off x="669924" y="3220729"/>
            <a:ext cx="14847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Solution</a:t>
            </a:r>
            <a:endParaRPr lang="zh-CN" altLang="en-US" sz="28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70C63B9-44E9-449F-B8DD-3264DC6A8467}"/>
              </a:ext>
            </a:extLst>
          </p:cNvPr>
          <p:cNvSpPr txBox="1"/>
          <p:nvPr/>
        </p:nvSpPr>
        <p:spPr>
          <a:xfrm>
            <a:off x="669924" y="4003478"/>
            <a:ext cx="675132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b="1" dirty="0"/>
              <a:t>Waiting for Eureka Server to automatically recover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b="1" dirty="0"/>
              <a:t>Restart Eureka Server --- </a:t>
            </a:r>
            <a:r>
              <a:rPr lang="en-US" altLang="zh-CN" b="1" dirty="0">
                <a:solidFill>
                  <a:schemeClr val="accent2">
                    <a:lumMod val="75000"/>
                  </a:schemeClr>
                </a:solidFill>
              </a:rPr>
              <a:t>prod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b="1" dirty="0"/>
              <a:t>Manually turn off Eureka's self-protection mode --- </a:t>
            </a:r>
            <a:r>
              <a:rPr lang="en-US" altLang="zh-CN" b="1" dirty="0">
                <a:solidFill>
                  <a:schemeClr val="accent2">
                    <a:lumMod val="75000"/>
                  </a:schemeClr>
                </a:solidFill>
              </a:rPr>
              <a:t>dev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endParaRPr lang="en-US" altLang="zh-CN" b="1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endParaRPr lang="zh-CN" altLang="en-US" b="1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6F52B4C4-D6D6-4C7F-9F6F-9A1BACC4D7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2130" y="5064060"/>
            <a:ext cx="7248525" cy="135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113483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A4EDF1-F8AE-4AB7-B338-7D756DB67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Eureka  VS  Zookeeper</a:t>
            </a:r>
            <a:endParaRPr lang="zh-CN" altLang="en-US" dirty="0"/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C3A81D24-10D5-4259-82A9-911F2BE616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627" y="4519196"/>
            <a:ext cx="3028950" cy="1619250"/>
          </a:xfrm>
          <a:prstGeom prst="rect">
            <a:avLst/>
          </a:prstGeom>
        </p:spPr>
      </p:pic>
      <p:pic>
        <p:nvPicPr>
          <p:cNvPr id="3076" name="Picture 4" descr="æ¥çæºå¾å">
            <a:extLst>
              <a:ext uri="{FF2B5EF4-FFF2-40B4-BE49-F238E27FC236}">
                <a16:creationId xmlns:a16="http://schemas.microsoft.com/office/drawing/2014/main" id="{532683A1-CB1C-4D29-B18A-A88E2362BE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9819" y="4787936"/>
            <a:ext cx="3028950" cy="1081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æ¥çæºå¾å">
            <a:extLst>
              <a:ext uri="{FF2B5EF4-FFF2-40B4-BE49-F238E27FC236}">
                <a16:creationId xmlns:a16="http://schemas.microsoft.com/office/drawing/2014/main" id="{A36B1546-CD89-466E-8E9E-A9191A024C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4606" y="1527193"/>
            <a:ext cx="2857500" cy="2762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9F5E41C7-BC76-4006-8D9A-C17944668A62}"/>
              </a:ext>
            </a:extLst>
          </p:cNvPr>
          <p:cNvCxnSpPr>
            <a:cxnSpLocks/>
            <a:stCxn id="19" idx="0"/>
          </p:cNvCxnSpPr>
          <p:nvPr/>
        </p:nvCxnSpPr>
        <p:spPr>
          <a:xfrm flipV="1">
            <a:off x="2457102" y="3284738"/>
            <a:ext cx="2603170" cy="12344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D76CB99B-7835-45BE-BD92-C44FEDFC9F6F}"/>
              </a:ext>
            </a:extLst>
          </p:cNvPr>
          <p:cNvCxnSpPr>
            <a:stCxn id="3076" idx="0"/>
          </p:cNvCxnSpPr>
          <p:nvPr/>
        </p:nvCxnSpPr>
        <p:spPr>
          <a:xfrm flipH="1" flipV="1">
            <a:off x="6960094" y="3284737"/>
            <a:ext cx="2684200" cy="1503199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4687342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089158-E2C3-42D6-A444-3BF35B073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Ribbon &amp; Feign</a:t>
            </a:r>
            <a:endParaRPr lang="zh-CN" altLang="en-US" dirty="0"/>
          </a:p>
        </p:txBody>
      </p:sp>
      <p:grpSp>
        <p:nvGrpSpPr>
          <p:cNvPr id="5" name="4e38c431-b461-4561-a0b4-4b3deede44a0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2A7C1811-8C9F-4136-B6C1-B529BC35B886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0" y="1134000"/>
            <a:ext cx="12192000" cy="3700456"/>
            <a:chOff x="0" y="1134000"/>
            <a:chExt cx="12192000" cy="3700456"/>
          </a:xfrm>
        </p:grpSpPr>
        <p:sp>
          <p:nvSpPr>
            <p:cNvPr id="6" name="i$ľíḍê">
              <a:extLst>
                <a:ext uri="{FF2B5EF4-FFF2-40B4-BE49-F238E27FC236}">
                  <a16:creationId xmlns:a16="http://schemas.microsoft.com/office/drawing/2014/main" id="{AB2D04FE-D4EF-4D9A-9CEE-106EE900062D}"/>
                </a:ext>
              </a:extLst>
            </p:cNvPr>
            <p:cNvSpPr/>
            <p:nvPr/>
          </p:nvSpPr>
          <p:spPr bwMode="auto">
            <a:xfrm>
              <a:off x="0" y="1134000"/>
              <a:ext cx="12192000" cy="1750451"/>
            </a:xfrm>
            <a:prstGeom prst="rect">
              <a:avLst/>
            </a:prstGeom>
            <a:blipFill>
              <a:blip r:embed="rId4"/>
              <a:stretch>
                <a:fillRect t="-146951" b="-144834"/>
              </a:stretch>
            </a:blipFill>
            <a:ln w="9525">
              <a:noFill/>
              <a:round/>
              <a:headEnd/>
              <a:tailEnd/>
            </a:ln>
            <a:effectLst/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" name="iṣlidê">
              <a:extLst>
                <a:ext uri="{FF2B5EF4-FFF2-40B4-BE49-F238E27FC236}">
                  <a16:creationId xmlns:a16="http://schemas.microsoft.com/office/drawing/2014/main" id="{29BED6EA-F6B2-4C70-A937-1AFD98E063F4}"/>
                </a:ext>
              </a:extLst>
            </p:cNvPr>
            <p:cNvSpPr/>
            <p:nvPr/>
          </p:nvSpPr>
          <p:spPr bwMode="auto">
            <a:xfrm>
              <a:off x="3479015" y="2361614"/>
              <a:ext cx="5371286" cy="2294112"/>
            </a:xfrm>
            <a:custGeom>
              <a:avLst/>
              <a:gdLst>
                <a:gd name="connsiteX0" fmla="*/ 0 w 5371286"/>
                <a:gd name="connsiteY0" fmla="*/ 0 h 2294112"/>
                <a:gd name="connsiteX1" fmla="*/ 709594 w 5371286"/>
                <a:gd name="connsiteY1" fmla="*/ 0 h 2294112"/>
                <a:gd name="connsiteX2" fmla="*/ 754060 w 5371286"/>
                <a:gd name="connsiteY2" fmla="*/ 172933 h 2294112"/>
                <a:gd name="connsiteX3" fmla="*/ 2685643 w 5371286"/>
                <a:gd name="connsiteY3" fmla="*/ 1594012 h 2294112"/>
                <a:gd name="connsiteX4" fmla="*/ 4617227 w 5371286"/>
                <a:gd name="connsiteY4" fmla="*/ 172933 h 2294112"/>
                <a:gd name="connsiteX5" fmla="*/ 4661693 w 5371286"/>
                <a:gd name="connsiteY5" fmla="*/ 0 h 2294112"/>
                <a:gd name="connsiteX6" fmla="*/ 5371286 w 5371286"/>
                <a:gd name="connsiteY6" fmla="*/ 0 h 2294112"/>
                <a:gd name="connsiteX7" fmla="*/ 5352941 w 5371286"/>
                <a:gd name="connsiteY7" fmla="*/ 120201 h 2294112"/>
                <a:gd name="connsiteX8" fmla="*/ 2685643 w 5371286"/>
                <a:gd name="connsiteY8" fmla="*/ 2294112 h 2294112"/>
                <a:gd name="connsiteX9" fmla="*/ 18345 w 5371286"/>
                <a:gd name="connsiteY9" fmla="*/ 120201 h 2294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71286" h="2294112">
                  <a:moveTo>
                    <a:pt x="0" y="0"/>
                  </a:moveTo>
                  <a:lnTo>
                    <a:pt x="709594" y="0"/>
                  </a:lnTo>
                  <a:lnTo>
                    <a:pt x="754060" y="172933"/>
                  </a:lnTo>
                  <a:cubicBezTo>
                    <a:pt x="1010133" y="996234"/>
                    <a:pt x="1778079" y="1594012"/>
                    <a:pt x="2685643" y="1594012"/>
                  </a:cubicBezTo>
                  <a:cubicBezTo>
                    <a:pt x="3593208" y="1594012"/>
                    <a:pt x="4361154" y="996234"/>
                    <a:pt x="4617227" y="172933"/>
                  </a:cubicBezTo>
                  <a:lnTo>
                    <a:pt x="4661693" y="0"/>
                  </a:lnTo>
                  <a:lnTo>
                    <a:pt x="5371286" y="0"/>
                  </a:lnTo>
                  <a:lnTo>
                    <a:pt x="5352941" y="120201"/>
                  </a:lnTo>
                  <a:cubicBezTo>
                    <a:pt x="5099068" y="1360850"/>
                    <a:pt x="4001343" y="2294112"/>
                    <a:pt x="2685643" y="2294112"/>
                  </a:cubicBezTo>
                  <a:cubicBezTo>
                    <a:pt x="1369943" y="2294112"/>
                    <a:pt x="272218" y="1360850"/>
                    <a:pt x="18345" y="120201"/>
                  </a:cubicBezTo>
                  <a:close/>
                </a:path>
              </a:pathLst>
            </a:custGeom>
            <a:solidFill>
              <a:schemeClr val="tx1">
                <a:lumMod val="20000"/>
                <a:lumOff val="80000"/>
              </a:schemeClr>
            </a:solidFill>
            <a:ln w="9525">
              <a:noFill/>
              <a:round/>
              <a:headEnd/>
              <a:tailEnd/>
            </a:ln>
            <a:effectLst/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" name="ísľíḍè">
              <a:extLst>
                <a:ext uri="{FF2B5EF4-FFF2-40B4-BE49-F238E27FC236}">
                  <a16:creationId xmlns:a16="http://schemas.microsoft.com/office/drawing/2014/main" id="{46D60E64-02F8-43E9-9AFE-D96924479778}"/>
                </a:ext>
              </a:extLst>
            </p:cNvPr>
            <p:cNvSpPr/>
            <p:nvPr/>
          </p:nvSpPr>
          <p:spPr>
            <a:xfrm>
              <a:off x="5519936" y="3682328"/>
              <a:ext cx="1152128" cy="1152128"/>
            </a:xfrm>
            <a:prstGeom prst="ellipse">
              <a:avLst/>
            </a:prstGeom>
            <a:solidFill>
              <a:schemeClr val="accent1"/>
            </a:solidFill>
            <a:ln w="57150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" name="îṣlïḍe">
              <a:extLst>
                <a:ext uri="{FF2B5EF4-FFF2-40B4-BE49-F238E27FC236}">
                  <a16:creationId xmlns:a16="http://schemas.microsoft.com/office/drawing/2014/main" id="{E1F4850F-FB48-4ED3-A1F2-6F2A9894550C}"/>
                </a:ext>
              </a:extLst>
            </p:cNvPr>
            <p:cNvSpPr/>
            <p:nvPr/>
          </p:nvSpPr>
          <p:spPr>
            <a:xfrm>
              <a:off x="5856402" y="4029885"/>
              <a:ext cx="479201" cy="457010"/>
            </a:xfrm>
            <a:custGeom>
              <a:avLst/>
              <a:gdLst>
                <a:gd name="connsiteX0" fmla="*/ 315778 w 607639"/>
                <a:gd name="connsiteY0" fmla="*/ 173080 h 579502"/>
                <a:gd name="connsiteX1" fmla="*/ 315778 w 607639"/>
                <a:gd name="connsiteY1" fmla="*/ 266058 h 579502"/>
                <a:gd name="connsiteX2" fmla="*/ 303493 w 607639"/>
                <a:gd name="connsiteY2" fmla="*/ 278325 h 579502"/>
                <a:gd name="connsiteX3" fmla="*/ 210375 w 607639"/>
                <a:gd name="connsiteY3" fmla="*/ 278325 h 579502"/>
                <a:gd name="connsiteX4" fmla="*/ 303493 w 607639"/>
                <a:gd name="connsiteY4" fmla="*/ 359925 h 579502"/>
                <a:gd name="connsiteX5" fmla="*/ 397500 w 607639"/>
                <a:gd name="connsiteY5" fmla="*/ 266058 h 579502"/>
                <a:gd name="connsiteX6" fmla="*/ 315778 w 607639"/>
                <a:gd name="connsiteY6" fmla="*/ 173080 h 579502"/>
                <a:gd name="connsiteX7" fmla="*/ 249814 w 607639"/>
                <a:gd name="connsiteY7" fmla="*/ 160816 h 579502"/>
                <a:gd name="connsiteX8" fmla="*/ 198110 w 607639"/>
                <a:gd name="connsiteY8" fmla="*/ 212449 h 579502"/>
                <a:gd name="connsiteX9" fmla="*/ 249814 w 607639"/>
                <a:gd name="connsiteY9" fmla="*/ 212449 h 579502"/>
                <a:gd name="connsiteX10" fmla="*/ 303493 w 607639"/>
                <a:gd name="connsiteY10" fmla="*/ 147835 h 579502"/>
                <a:gd name="connsiteX11" fmla="*/ 421981 w 607639"/>
                <a:gd name="connsiteY11" fmla="*/ 266058 h 579502"/>
                <a:gd name="connsiteX12" fmla="*/ 303493 w 607639"/>
                <a:gd name="connsiteY12" fmla="*/ 384370 h 579502"/>
                <a:gd name="connsiteX13" fmla="*/ 185093 w 607639"/>
                <a:gd name="connsiteY13" fmla="*/ 266058 h 579502"/>
                <a:gd name="connsiteX14" fmla="*/ 197289 w 607639"/>
                <a:gd name="connsiteY14" fmla="*/ 253880 h 579502"/>
                <a:gd name="connsiteX15" fmla="*/ 291297 w 607639"/>
                <a:gd name="connsiteY15" fmla="*/ 253880 h 579502"/>
                <a:gd name="connsiteX16" fmla="*/ 291297 w 607639"/>
                <a:gd name="connsiteY16" fmla="*/ 160013 h 579502"/>
                <a:gd name="connsiteX17" fmla="*/ 303493 w 607639"/>
                <a:gd name="connsiteY17" fmla="*/ 147835 h 579502"/>
                <a:gd name="connsiteX18" fmla="*/ 262095 w 607639"/>
                <a:gd name="connsiteY18" fmla="*/ 135133 h 579502"/>
                <a:gd name="connsiteX19" fmla="*/ 274287 w 607639"/>
                <a:gd name="connsiteY19" fmla="*/ 147397 h 579502"/>
                <a:gd name="connsiteX20" fmla="*/ 274287 w 607639"/>
                <a:gd name="connsiteY20" fmla="*/ 224713 h 579502"/>
                <a:gd name="connsiteX21" fmla="*/ 262095 w 607639"/>
                <a:gd name="connsiteY21" fmla="*/ 236888 h 579502"/>
                <a:gd name="connsiteX22" fmla="*/ 184672 w 607639"/>
                <a:gd name="connsiteY22" fmla="*/ 236888 h 579502"/>
                <a:gd name="connsiteX23" fmla="*/ 172391 w 607639"/>
                <a:gd name="connsiteY23" fmla="*/ 224713 h 579502"/>
                <a:gd name="connsiteX24" fmla="*/ 262095 w 607639"/>
                <a:gd name="connsiteY24" fmla="*/ 135133 h 579502"/>
                <a:gd name="connsiteX25" fmla="*/ 58120 w 607639"/>
                <a:gd name="connsiteY25" fmla="*/ 108514 h 579502"/>
                <a:gd name="connsiteX26" fmla="*/ 58120 w 607639"/>
                <a:gd name="connsiteY26" fmla="*/ 413970 h 579502"/>
                <a:gd name="connsiteX27" fmla="*/ 549430 w 607639"/>
                <a:gd name="connsiteY27" fmla="*/ 413970 h 579502"/>
                <a:gd name="connsiteX28" fmla="*/ 549430 w 607639"/>
                <a:gd name="connsiteY28" fmla="*/ 108514 h 579502"/>
                <a:gd name="connsiteX29" fmla="*/ 27236 w 607639"/>
                <a:gd name="connsiteY29" fmla="*/ 56079 h 579502"/>
                <a:gd name="connsiteX30" fmla="*/ 27236 w 607639"/>
                <a:gd name="connsiteY30" fmla="*/ 81319 h 579502"/>
                <a:gd name="connsiteX31" fmla="*/ 580403 w 607639"/>
                <a:gd name="connsiteY31" fmla="*/ 81319 h 579502"/>
                <a:gd name="connsiteX32" fmla="*/ 580403 w 607639"/>
                <a:gd name="connsiteY32" fmla="*/ 56079 h 579502"/>
                <a:gd name="connsiteX33" fmla="*/ 303775 w 607639"/>
                <a:gd name="connsiteY33" fmla="*/ 0 h 579502"/>
                <a:gd name="connsiteX34" fmla="*/ 317393 w 607639"/>
                <a:gd name="connsiteY34" fmla="*/ 13597 h 579502"/>
                <a:gd name="connsiteX35" fmla="*/ 317393 w 607639"/>
                <a:gd name="connsiteY35" fmla="*/ 28884 h 579502"/>
                <a:gd name="connsiteX36" fmla="*/ 580403 w 607639"/>
                <a:gd name="connsiteY36" fmla="*/ 28884 h 579502"/>
                <a:gd name="connsiteX37" fmla="*/ 607639 w 607639"/>
                <a:gd name="connsiteY37" fmla="*/ 56079 h 579502"/>
                <a:gd name="connsiteX38" fmla="*/ 607639 w 607639"/>
                <a:gd name="connsiteY38" fmla="*/ 81319 h 579502"/>
                <a:gd name="connsiteX39" fmla="*/ 580403 w 607639"/>
                <a:gd name="connsiteY39" fmla="*/ 108514 h 579502"/>
                <a:gd name="connsiteX40" fmla="*/ 576665 w 607639"/>
                <a:gd name="connsiteY40" fmla="*/ 108514 h 579502"/>
                <a:gd name="connsiteX41" fmla="*/ 576665 w 607639"/>
                <a:gd name="connsiteY41" fmla="*/ 413970 h 579502"/>
                <a:gd name="connsiteX42" fmla="*/ 549430 w 607639"/>
                <a:gd name="connsiteY42" fmla="*/ 441165 h 579502"/>
                <a:gd name="connsiteX43" fmla="*/ 317393 w 607639"/>
                <a:gd name="connsiteY43" fmla="*/ 441165 h 579502"/>
                <a:gd name="connsiteX44" fmla="*/ 317393 w 607639"/>
                <a:gd name="connsiteY44" fmla="*/ 481069 h 579502"/>
                <a:gd name="connsiteX45" fmla="*/ 418236 w 607639"/>
                <a:gd name="connsiteY45" fmla="*/ 554923 h 579502"/>
                <a:gd name="connsiteX46" fmla="*/ 421173 w 607639"/>
                <a:gd name="connsiteY46" fmla="*/ 573942 h 579502"/>
                <a:gd name="connsiteX47" fmla="*/ 410225 w 607639"/>
                <a:gd name="connsiteY47" fmla="*/ 579452 h 579502"/>
                <a:gd name="connsiteX48" fmla="*/ 402215 w 607639"/>
                <a:gd name="connsiteY48" fmla="*/ 576874 h 579502"/>
                <a:gd name="connsiteX49" fmla="*/ 317393 w 607639"/>
                <a:gd name="connsiteY49" fmla="*/ 514752 h 579502"/>
                <a:gd name="connsiteX50" fmla="*/ 317393 w 607639"/>
                <a:gd name="connsiteY50" fmla="*/ 565854 h 579502"/>
                <a:gd name="connsiteX51" fmla="*/ 303775 w 607639"/>
                <a:gd name="connsiteY51" fmla="*/ 579452 h 579502"/>
                <a:gd name="connsiteX52" fmla="*/ 290157 w 607639"/>
                <a:gd name="connsiteY52" fmla="*/ 565854 h 579502"/>
                <a:gd name="connsiteX53" fmla="*/ 290157 w 607639"/>
                <a:gd name="connsiteY53" fmla="*/ 514752 h 579502"/>
                <a:gd name="connsiteX54" fmla="*/ 205424 w 607639"/>
                <a:gd name="connsiteY54" fmla="*/ 576874 h 579502"/>
                <a:gd name="connsiteX55" fmla="*/ 186377 w 607639"/>
                <a:gd name="connsiteY55" fmla="*/ 573942 h 579502"/>
                <a:gd name="connsiteX56" fmla="*/ 189314 w 607639"/>
                <a:gd name="connsiteY56" fmla="*/ 554923 h 579502"/>
                <a:gd name="connsiteX57" fmla="*/ 290157 w 607639"/>
                <a:gd name="connsiteY57" fmla="*/ 481069 h 579502"/>
                <a:gd name="connsiteX58" fmla="*/ 290157 w 607639"/>
                <a:gd name="connsiteY58" fmla="*/ 441165 h 579502"/>
                <a:gd name="connsiteX59" fmla="*/ 58120 w 607639"/>
                <a:gd name="connsiteY59" fmla="*/ 441165 h 579502"/>
                <a:gd name="connsiteX60" fmla="*/ 30885 w 607639"/>
                <a:gd name="connsiteY60" fmla="*/ 413970 h 579502"/>
                <a:gd name="connsiteX61" fmla="*/ 30885 w 607639"/>
                <a:gd name="connsiteY61" fmla="*/ 108514 h 579502"/>
                <a:gd name="connsiteX62" fmla="*/ 27236 w 607639"/>
                <a:gd name="connsiteY62" fmla="*/ 108514 h 579502"/>
                <a:gd name="connsiteX63" fmla="*/ 0 w 607639"/>
                <a:gd name="connsiteY63" fmla="*/ 81319 h 579502"/>
                <a:gd name="connsiteX64" fmla="*/ 0 w 607639"/>
                <a:gd name="connsiteY64" fmla="*/ 56079 h 579502"/>
                <a:gd name="connsiteX65" fmla="*/ 27236 w 607639"/>
                <a:gd name="connsiteY65" fmla="*/ 28884 h 579502"/>
                <a:gd name="connsiteX66" fmla="*/ 290157 w 607639"/>
                <a:gd name="connsiteY66" fmla="*/ 28884 h 579502"/>
                <a:gd name="connsiteX67" fmla="*/ 290157 w 607639"/>
                <a:gd name="connsiteY67" fmla="*/ 13597 h 579502"/>
                <a:gd name="connsiteX68" fmla="*/ 303775 w 607639"/>
                <a:gd name="connsiteY68" fmla="*/ 0 h 579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</a:cxnLst>
              <a:rect l="l" t="t" r="r" b="b"/>
              <a:pathLst>
                <a:path w="607639" h="579502">
                  <a:moveTo>
                    <a:pt x="315778" y="173080"/>
                  </a:moveTo>
                  <a:lnTo>
                    <a:pt x="315778" y="266058"/>
                  </a:lnTo>
                  <a:cubicBezTo>
                    <a:pt x="315778" y="272814"/>
                    <a:pt x="310258" y="278325"/>
                    <a:pt x="303493" y="278325"/>
                  </a:cubicBezTo>
                  <a:lnTo>
                    <a:pt x="210375" y="278325"/>
                  </a:lnTo>
                  <a:cubicBezTo>
                    <a:pt x="216429" y="324281"/>
                    <a:pt x="255866" y="359925"/>
                    <a:pt x="303493" y="359925"/>
                  </a:cubicBezTo>
                  <a:cubicBezTo>
                    <a:pt x="355303" y="359925"/>
                    <a:pt x="397500" y="317792"/>
                    <a:pt x="397500" y="266058"/>
                  </a:cubicBezTo>
                  <a:cubicBezTo>
                    <a:pt x="397500" y="218502"/>
                    <a:pt x="361802" y="179124"/>
                    <a:pt x="315778" y="173080"/>
                  </a:cubicBezTo>
                  <a:close/>
                  <a:moveTo>
                    <a:pt x="249814" y="160816"/>
                  </a:moveTo>
                  <a:cubicBezTo>
                    <a:pt x="223740" y="165793"/>
                    <a:pt x="203093" y="186410"/>
                    <a:pt x="198110" y="212449"/>
                  </a:cubicBezTo>
                  <a:lnTo>
                    <a:pt x="249814" y="212449"/>
                  </a:lnTo>
                  <a:close/>
                  <a:moveTo>
                    <a:pt x="303493" y="147835"/>
                  </a:moveTo>
                  <a:cubicBezTo>
                    <a:pt x="368835" y="147835"/>
                    <a:pt x="421981" y="200902"/>
                    <a:pt x="421981" y="266058"/>
                  </a:cubicBezTo>
                  <a:cubicBezTo>
                    <a:pt x="421981" y="331303"/>
                    <a:pt x="368835" y="384370"/>
                    <a:pt x="303493" y="384370"/>
                  </a:cubicBezTo>
                  <a:cubicBezTo>
                    <a:pt x="238239" y="384370"/>
                    <a:pt x="185093" y="331303"/>
                    <a:pt x="185093" y="266058"/>
                  </a:cubicBezTo>
                  <a:cubicBezTo>
                    <a:pt x="185093" y="259303"/>
                    <a:pt x="190523" y="253880"/>
                    <a:pt x="197289" y="253880"/>
                  </a:cubicBezTo>
                  <a:lnTo>
                    <a:pt x="291297" y="253880"/>
                  </a:lnTo>
                  <a:lnTo>
                    <a:pt x="291297" y="160013"/>
                  </a:lnTo>
                  <a:cubicBezTo>
                    <a:pt x="291297" y="153257"/>
                    <a:pt x="296727" y="147835"/>
                    <a:pt x="303493" y="147835"/>
                  </a:cubicBezTo>
                  <a:close/>
                  <a:moveTo>
                    <a:pt x="262095" y="135133"/>
                  </a:moveTo>
                  <a:cubicBezTo>
                    <a:pt x="268859" y="135133"/>
                    <a:pt x="274287" y="140643"/>
                    <a:pt x="274287" y="147397"/>
                  </a:cubicBezTo>
                  <a:lnTo>
                    <a:pt x="274287" y="224713"/>
                  </a:lnTo>
                  <a:cubicBezTo>
                    <a:pt x="274287" y="231467"/>
                    <a:pt x="268859" y="236888"/>
                    <a:pt x="262095" y="236888"/>
                  </a:cubicBezTo>
                  <a:lnTo>
                    <a:pt x="184672" y="236888"/>
                  </a:lnTo>
                  <a:cubicBezTo>
                    <a:pt x="177909" y="236888"/>
                    <a:pt x="172391" y="231467"/>
                    <a:pt x="172391" y="224713"/>
                  </a:cubicBezTo>
                  <a:cubicBezTo>
                    <a:pt x="172391" y="175302"/>
                    <a:pt x="212616" y="135133"/>
                    <a:pt x="262095" y="135133"/>
                  </a:cubicBezTo>
                  <a:close/>
                  <a:moveTo>
                    <a:pt x="58120" y="108514"/>
                  </a:moveTo>
                  <a:lnTo>
                    <a:pt x="58120" y="413970"/>
                  </a:lnTo>
                  <a:lnTo>
                    <a:pt x="549430" y="413970"/>
                  </a:lnTo>
                  <a:lnTo>
                    <a:pt x="549430" y="108514"/>
                  </a:lnTo>
                  <a:close/>
                  <a:moveTo>
                    <a:pt x="27236" y="56079"/>
                  </a:moveTo>
                  <a:lnTo>
                    <a:pt x="27236" y="81319"/>
                  </a:lnTo>
                  <a:lnTo>
                    <a:pt x="580403" y="81319"/>
                  </a:lnTo>
                  <a:lnTo>
                    <a:pt x="580403" y="56079"/>
                  </a:lnTo>
                  <a:close/>
                  <a:moveTo>
                    <a:pt x="303775" y="0"/>
                  </a:moveTo>
                  <a:cubicBezTo>
                    <a:pt x="311341" y="0"/>
                    <a:pt x="317393" y="6132"/>
                    <a:pt x="317393" y="13597"/>
                  </a:cubicBezTo>
                  <a:lnTo>
                    <a:pt x="317393" y="28884"/>
                  </a:lnTo>
                  <a:lnTo>
                    <a:pt x="580403" y="28884"/>
                  </a:lnTo>
                  <a:cubicBezTo>
                    <a:pt x="595356" y="28884"/>
                    <a:pt x="607639" y="41148"/>
                    <a:pt x="607639" y="56079"/>
                  </a:cubicBezTo>
                  <a:lnTo>
                    <a:pt x="607639" y="81319"/>
                  </a:lnTo>
                  <a:cubicBezTo>
                    <a:pt x="607639" y="96338"/>
                    <a:pt x="595356" y="108514"/>
                    <a:pt x="580403" y="108514"/>
                  </a:cubicBezTo>
                  <a:lnTo>
                    <a:pt x="576665" y="108514"/>
                  </a:lnTo>
                  <a:lnTo>
                    <a:pt x="576665" y="413970"/>
                  </a:lnTo>
                  <a:cubicBezTo>
                    <a:pt x="576665" y="428990"/>
                    <a:pt x="564472" y="441165"/>
                    <a:pt x="549430" y="441165"/>
                  </a:cubicBezTo>
                  <a:lnTo>
                    <a:pt x="317393" y="441165"/>
                  </a:lnTo>
                  <a:lnTo>
                    <a:pt x="317393" y="481069"/>
                  </a:lnTo>
                  <a:lnTo>
                    <a:pt x="418236" y="554923"/>
                  </a:lnTo>
                  <a:cubicBezTo>
                    <a:pt x="424377" y="559366"/>
                    <a:pt x="425623" y="567898"/>
                    <a:pt x="421173" y="573942"/>
                  </a:cubicBezTo>
                  <a:cubicBezTo>
                    <a:pt x="418503" y="577585"/>
                    <a:pt x="414409" y="579452"/>
                    <a:pt x="410225" y="579452"/>
                  </a:cubicBezTo>
                  <a:cubicBezTo>
                    <a:pt x="407466" y="579452"/>
                    <a:pt x="404618" y="578652"/>
                    <a:pt x="402215" y="576874"/>
                  </a:cubicBezTo>
                  <a:lnTo>
                    <a:pt x="317393" y="514752"/>
                  </a:lnTo>
                  <a:lnTo>
                    <a:pt x="317393" y="565854"/>
                  </a:lnTo>
                  <a:cubicBezTo>
                    <a:pt x="317393" y="573408"/>
                    <a:pt x="311341" y="579452"/>
                    <a:pt x="303775" y="579452"/>
                  </a:cubicBezTo>
                  <a:cubicBezTo>
                    <a:pt x="296299" y="579452"/>
                    <a:pt x="290157" y="573408"/>
                    <a:pt x="290157" y="565854"/>
                  </a:cubicBezTo>
                  <a:lnTo>
                    <a:pt x="290157" y="514752"/>
                  </a:lnTo>
                  <a:lnTo>
                    <a:pt x="205424" y="576874"/>
                  </a:lnTo>
                  <a:cubicBezTo>
                    <a:pt x="199372" y="581318"/>
                    <a:pt x="190827" y="579985"/>
                    <a:pt x="186377" y="573942"/>
                  </a:cubicBezTo>
                  <a:cubicBezTo>
                    <a:pt x="181927" y="567898"/>
                    <a:pt x="183262" y="559366"/>
                    <a:pt x="189314" y="554923"/>
                  </a:cubicBezTo>
                  <a:lnTo>
                    <a:pt x="290157" y="481069"/>
                  </a:lnTo>
                  <a:lnTo>
                    <a:pt x="290157" y="441165"/>
                  </a:lnTo>
                  <a:lnTo>
                    <a:pt x="58120" y="441165"/>
                  </a:lnTo>
                  <a:cubicBezTo>
                    <a:pt x="43167" y="441165"/>
                    <a:pt x="30885" y="428990"/>
                    <a:pt x="30885" y="413970"/>
                  </a:cubicBezTo>
                  <a:lnTo>
                    <a:pt x="30885" y="108514"/>
                  </a:lnTo>
                  <a:lnTo>
                    <a:pt x="27236" y="108514"/>
                  </a:lnTo>
                  <a:cubicBezTo>
                    <a:pt x="12194" y="108514"/>
                    <a:pt x="0" y="96338"/>
                    <a:pt x="0" y="81319"/>
                  </a:cubicBezTo>
                  <a:lnTo>
                    <a:pt x="0" y="56079"/>
                  </a:lnTo>
                  <a:cubicBezTo>
                    <a:pt x="0" y="41148"/>
                    <a:pt x="12194" y="28884"/>
                    <a:pt x="27236" y="28884"/>
                  </a:cubicBezTo>
                  <a:lnTo>
                    <a:pt x="290157" y="28884"/>
                  </a:lnTo>
                  <a:lnTo>
                    <a:pt x="290157" y="13597"/>
                  </a:lnTo>
                  <a:cubicBezTo>
                    <a:pt x="290157" y="6132"/>
                    <a:pt x="296299" y="0"/>
                    <a:pt x="30377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" name="í$ļîḋé">
              <a:extLst>
                <a:ext uri="{FF2B5EF4-FFF2-40B4-BE49-F238E27FC236}">
                  <a16:creationId xmlns:a16="http://schemas.microsoft.com/office/drawing/2014/main" id="{46D60E64-02F8-43E9-9AFE-D96924479778}"/>
                </a:ext>
              </a:extLst>
            </p:cNvPr>
            <p:cNvSpPr/>
            <p:nvPr/>
          </p:nvSpPr>
          <p:spPr>
            <a:xfrm>
              <a:off x="3210689" y="2102502"/>
              <a:ext cx="1152128" cy="1152128"/>
            </a:xfrm>
            <a:prstGeom prst="ellipse">
              <a:avLst/>
            </a:prstGeom>
            <a:solidFill>
              <a:schemeClr val="tx2"/>
            </a:solidFill>
            <a:ln w="57150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" name="i$lïde">
              <a:extLst>
                <a:ext uri="{FF2B5EF4-FFF2-40B4-BE49-F238E27FC236}">
                  <a16:creationId xmlns:a16="http://schemas.microsoft.com/office/drawing/2014/main" id="{E1F4850F-FB48-4ED3-A1F2-6F2A9894550C}"/>
                </a:ext>
              </a:extLst>
            </p:cNvPr>
            <p:cNvSpPr/>
            <p:nvPr/>
          </p:nvSpPr>
          <p:spPr>
            <a:xfrm>
              <a:off x="3547155" y="2450059"/>
              <a:ext cx="479201" cy="457010"/>
            </a:xfrm>
            <a:custGeom>
              <a:avLst/>
              <a:gdLst>
                <a:gd name="connsiteX0" fmla="*/ 315778 w 607639"/>
                <a:gd name="connsiteY0" fmla="*/ 173080 h 579502"/>
                <a:gd name="connsiteX1" fmla="*/ 315778 w 607639"/>
                <a:gd name="connsiteY1" fmla="*/ 266058 h 579502"/>
                <a:gd name="connsiteX2" fmla="*/ 303493 w 607639"/>
                <a:gd name="connsiteY2" fmla="*/ 278325 h 579502"/>
                <a:gd name="connsiteX3" fmla="*/ 210375 w 607639"/>
                <a:gd name="connsiteY3" fmla="*/ 278325 h 579502"/>
                <a:gd name="connsiteX4" fmla="*/ 303493 w 607639"/>
                <a:gd name="connsiteY4" fmla="*/ 359925 h 579502"/>
                <a:gd name="connsiteX5" fmla="*/ 397500 w 607639"/>
                <a:gd name="connsiteY5" fmla="*/ 266058 h 579502"/>
                <a:gd name="connsiteX6" fmla="*/ 315778 w 607639"/>
                <a:gd name="connsiteY6" fmla="*/ 173080 h 579502"/>
                <a:gd name="connsiteX7" fmla="*/ 249814 w 607639"/>
                <a:gd name="connsiteY7" fmla="*/ 160816 h 579502"/>
                <a:gd name="connsiteX8" fmla="*/ 198110 w 607639"/>
                <a:gd name="connsiteY8" fmla="*/ 212449 h 579502"/>
                <a:gd name="connsiteX9" fmla="*/ 249814 w 607639"/>
                <a:gd name="connsiteY9" fmla="*/ 212449 h 579502"/>
                <a:gd name="connsiteX10" fmla="*/ 303493 w 607639"/>
                <a:gd name="connsiteY10" fmla="*/ 147835 h 579502"/>
                <a:gd name="connsiteX11" fmla="*/ 421981 w 607639"/>
                <a:gd name="connsiteY11" fmla="*/ 266058 h 579502"/>
                <a:gd name="connsiteX12" fmla="*/ 303493 w 607639"/>
                <a:gd name="connsiteY12" fmla="*/ 384370 h 579502"/>
                <a:gd name="connsiteX13" fmla="*/ 185093 w 607639"/>
                <a:gd name="connsiteY13" fmla="*/ 266058 h 579502"/>
                <a:gd name="connsiteX14" fmla="*/ 197289 w 607639"/>
                <a:gd name="connsiteY14" fmla="*/ 253880 h 579502"/>
                <a:gd name="connsiteX15" fmla="*/ 291297 w 607639"/>
                <a:gd name="connsiteY15" fmla="*/ 253880 h 579502"/>
                <a:gd name="connsiteX16" fmla="*/ 291297 w 607639"/>
                <a:gd name="connsiteY16" fmla="*/ 160013 h 579502"/>
                <a:gd name="connsiteX17" fmla="*/ 303493 w 607639"/>
                <a:gd name="connsiteY17" fmla="*/ 147835 h 579502"/>
                <a:gd name="connsiteX18" fmla="*/ 262095 w 607639"/>
                <a:gd name="connsiteY18" fmla="*/ 135133 h 579502"/>
                <a:gd name="connsiteX19" fmla="*/ 274287 w 607639"/>
                <a:gd name="connsiteY19" fmla="*/ 147397 h 579502"/>
                <a:gd name="connsiteX20" fmla="*/ 274287 w 607639"/>
                <a:gd name="connsiteY20" fmla="*/ 224713 h 579502"/>
                <a:gd name="connsiteX21" fmla="*/ 262095 w 607639"/>
                <a:gd name="connsiteY21" fmla="*/ 236888 h 579502"/>
                <a:gd name="connsiteX22" fmla="*/ 184672 w 607639"/>
                <a:gd name="connsiteY22" fmla="*/ 236888 h 579502"/>
                <a:gd name="connsiteX23" fmla="*/ 172391 w 607639"/>
                <a:gd name="connsiteY23" fmla="*/ 224713 h 579502"/>
                <a:gd name="connsiteX24" fmla="*/ 262095 w 607639"/>
                <a:gd name="connsiteY24" fmla="*/ 135133 h 579502"/>
                <a:gd name="connsiteX25" fmla="*/ 58120 w 607639"/>
                <a:gd name="connsiteY25" fmla="*/ 108514 h 579502"/>
                <a:gd name="connsiteX26" fmla="*/ 58120 w 607639"/>
                <a:gd name="connsiteY26" fmla="*/ 413970 h 579502"/>
                <a:gd name="connsiteX27" fmla="*/ 549430 w 607639"/>
                <a:gd name="connsiteY27" fmla="*/ 413970 h 579502"/>
                <a:gd name="connsiteX28" fmla="*/ 549430 w 607639"/>
                <a:gd name="connsiteY28" fmla="*/ 108514 h 579502"/>
                <a:gd name="connsiteX29" fmla="*/ 27236 w 607639"/>
                <a:gd name="connsiteY29" fmla="*/ 56079 h 579502"/>
                <a:gd name="connsiteX30" fmla="*/ 27236 w 607639"/>
                <a:gd name="connsiteY30" fmla="*/ 81319 h 579502"/>
                <a:gd name="connsiteX31" fmla="*/ 580403 w 607639"/>
                <a:gd name="connsiteY31" fmla="*/ 81319 h 579502"/>
                <a:gd name="connsiteX32" fmla="*/ 580403 w 607639"/>
                <a:gd name="connsiteY32" fmla="*/ 56079 h 579502"/>
                <a:gd name="connsiteX33" fmla="*/ 303775 w 607639"/>
                <a:gd name="connsiteY33" fmla="*/ 0 h 579502"/>
                <a:gd name="connsiteX34" fmla="*/ 317393 w 607639"/>
                <a:gd name="connsiteY34" fmla="*/ 13597 h 579502"/>
                <a:gd name="connsiteX35" fmla="*/ 317393 w 607639"/>
                <a:gd name="connsiteY35" fmla="*/ 28884 h 579502"/>
                <a:gd name="connsiteX36" fmla="*/ 580403 w 607639"/>
                <a:gd name="connsiteY36" fmla="*/ 28884 h 579502"/>
                <a:gd name="connsiteX37" fmla="*/ 607639 w 607639"/>
                <a:gd name="connsiteY37" fmla="*/ 56079 h 579502"/>
                <a:gd name="connsiteX38" fmla="*/ 607639 w 607639"/>
                <a:gd name="connsiteY38" fmla="*/ 81319 h 579502"/>
                <a:gd name="connsiteX39" fmla="*/ 580403 w 607639"/>
                <a:gd name="connsiteY39" fmla="*/ 108514 h 579502"/>
                <a:gd name="connsiteX40" fmla="*/ 576665 w 607639"/>
                <a:gd name="connsiteY40" fmla="*/ 108514 h 579502"/>
                <a:gd name="connsiteX41" fmla="*/ 576665 w 607639"/>
                <a:gd name="connsiteY41" fmla="*/ 413970 h 579502"/>
                <a:gd name="connsiteX42" fmla="*/ 549430 w 607639"/>
                <a:gd name="connsiteY42" fmla="*/ 441165 h 579502"/>
                <a:gd name="connsiteX43" fmla="*/ 317393 w 607639"/>
                <a:gd name="connsiteY43" fmla="*/ 441165 h 579502"/>
                <a:gd name="connsiteX44" fmla="*/ 317393 w 607639"/>
                <a:gd name="connsiteY44" fmla="*/ 481069 h 579502"/>
                <a:gd name="connsiteX45" fmla="*/ 418236 w 607639"/>
                <a:gd name="connsiteY45" fmla="*/ 554923 h 579502"/>
                <a:gd name="connsiteX46" fmla="*/ 421173 w 607639"/>
                <a:gd name="connsiteY46" fmla="*/ 573942 h 579502"/>
                <a:gd name="connsiteX47" fmla="*/ 410225 w 607639"/>
                <a:gd name="connsiteY47" fmla="*/ 579452 h 579502"/>
                <a:gd name="connsiteX48" fmla="*/ 402215 w 607639"/>
                <a:gd name="connsiteY48" fmla="*/ 576874 h 579502"/>
                <a:gd name="connsiteX49" fmla="*/ 317393 w 607639"/>
                <a:gd name="connsiteY49" fmla="*/ 514752 h 579502"/>
                <a:gd name="connsiteX50" fmla="*/ 317393 w 607639"/>
                <a:gd name="connsiteY50" fmla="*/ 565854 h 579502"/>
                <a:gd name="connsiteX51" fmla="*/ 303775 w 607639"/>
                <a:gd name="connsiteY51" fmla="*/ 579452 h 579502"/>
                <a:gd name="connsiteX52" fmla="*/ 290157 w 607639"/>
                <a:gd name="connsiteY52" fmla="*/ 565854 h 579502"/>
                <a:gd name="connsiteX53" fmla="*/ 290157 w 607639"/>
                <a:gd name="connsiteY53" fmla="*/ 514752 h 579502"/>
                <a:gd name="connsiteX54" fmla="*/ 205424 w 607639"/>
                <a:gd name="connsiteY54" fmla="*/ 576874 h 579502"/>
                <a:gd name="connsiteX55" fmla="*/ 186377 w 607639"/>
                <a:gd name="connsiteY55" fmla="*/ 573942 h 579502"/>
                <a:gd name="connsiteX56" fmla="*/ 189314 w 607639"/>
                <a:gd name="connsiteY56" fmla="*/ 554923 h 579502"/>
                <a:gd name="connsiteX57" fmla="*/ 290157 w 607639"/>
                <a:gd name="connsiteY57" fmla="*/ 481069 h 579502"/>
                <a:gd name="connsiteX58" fmla="*/ 290157 w 607639"/>
                <a:gd name="connsiteY58" fmla="*/ 441165 h 579502"/>
                <a:gd name="connsiteX59" fmla="*/ 58120 w 607639"/>
                <a:gd name="connsiteY59" fmla="*/ 441165 h 579502"/>
                <a:gd name="connsiteX60" fmla="*/ 30885 w 607639"/>
                <a:gd name="connsiteY60" fmla="*/ 413970 h 579502"/>
                <a:gd name="connsiteX61" fmla="*/ 30885 w 607639"/>
                <a:gd name="connsiteY61" fmla="*/ 108514 h 579502"/>
                <a:gd name="connsiteX62" fmla="*/ 27236 w 607639"/>
                <a:gd name="connsiteY62" fmla="*/ 108514 h 579502"/>
                <a:gd name="connsiteX63" fmla="*/ 0 w 607639"/>
                <a:gd name="connsiteY63" fmla="*/ 81319 h 579502"/>
                <a:gd name="connsiteX64" fmla="*/ 0 w 607639"/>
                <a:gd name="connsiteY64" fmla="*/ 56079 h 579502"/>
                <a:gd name="connsiteX65" fmla="*/ 27236 w 607639"/>
                <a:gd name="connsiteY65" fmla="*/ 28884 h 579502"/>
                <a:gd name="connsiteX66" fmla="*/ 290157 w 607639"/>
                <a:gd name="connsiteY66" fmla="*/ 28884 h 579502"/>
                <a:gd name="connsiteX67" fmla="*/ 290157 w 607639"/>
                <a:gd name="connsiteY67" fmla="*/ 13597 h 579502"/>
                <a:gd name="connsiteX68" fmla="*/ 303775 w 607639"/>
                <a:gd name="connsiteY68" fmla="*/ 0 h 579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</a:cxnLst>
              <a:rect l="l" t="t" r="r" b="b"/>
              <a:pathLst>
                <a:path w="607639" h="579502">
                  <a:moveTo>
                    <a:pt x="315778" y="173080"/>
                  </a:moveTo>
                  <a:lnTo>
                    <a:pt x="315778" y="266058"/>
                  </a:lnTo>
                  <a:cubicBezTo>
                    <a:pt x="315778" y="272814"/>
                    <a:pt x="310258" y="278325"/>
                    <a:pt x="303493" y="278325"/>
                  </a:cubicBezTo>
                  <a:lnTo>
                    <a:pt x="210375" y="278325"/>
                  </a:lnTo>
                  <a:cubicBezTo>
                    <a:pt x="216429" y="324281"/>
                    <a:pt x="255866" y="359925"/>
                    <a:pt x="303493" y="359925"/>
                  </a:cubicBezTo>
                  <a:cubicBezTo>
                    <a:pt x="355303" y="359925"/>
                    <a:pt x="397500" y="317792"/>
                    <a:pt x="397500" y="266058"/>
                  </a:cubicBezTo>
                  <a:cubicBezTo>
                    <a:pt x="397500" y="218502"/>
                    <a:pt x="361802" y="179124"/>
                    <a:pt x="315778" y="173080"/>
                  </a:cubicBezTo>
                  <a:close/>
                  <a:moveTo>
                    <a:pt x="249814" y="160816"/>
                  </a:moveTo>
                  <a:cubicBezTo>
                    <a:pt x="223740" y="165793"/>
                    <a:pt x="203093" y="186410"/>
                    <a:pt x="198110" y="212449"/>
                  </a:cubicBezTo>
                  <a:lnTo>
                    <a:pt x="249814" y="212449"/>
                  </a:lnTo>
                  <a:close/>
                  <a:moveTo>
                    <a:pt x="303493" y="147835"/>
                  </a:moveTo>
                  <a:cubicBezTo>
                    <a:pt x="368835" y="147835"/>
                    <a:pt x="421981" y="200902"/>
                    <a:pt x="421981" y="266058"/>
                  </a:cubicBezTo>
                  <a:cubicBezTo>
                    <a:pt x="421981" y="331303"/>
                    <a:pt x="368835" y="384370"/>
                    <a:pt x="303493" y="384370"/>
                  </a:cubicBezTo>
                  <a:cubicBezTo>
                    <a:pt x="238239" y="384370"/>
                    <a:pt x="185093" y="331303"/>
                    <a:pt x="185093" y="266058"/>
                  </a:cubicBezTo>
                  <a:cubicBezTo>
                    <a:pt x="185093" y="259303"/>
                    <a:pt x="190523" y="253880"/>
                    <a:pt x="197289" y="253880"/>
                  </a:cubicBezTo>
                  <a:lnTo>
                    <a:pt x="291297" y="253880"/>
                  </a:lnTo>
                  <a:lnTo>
                    <a:pt x="291297" y="160013"/>
                  </a:lnTo>
                  <a:cubicBezTo>
                    <a:pt x="291297" y="153257"/>
                    <a:pt x="296727" y="147835"/>
                    <a:pt x="303493" y="147835"/>
                  </a:cubicBezTo>
                  <a:close/>
                  <a:moveTo>
                    <a:pt x="262095" y="135133"/>
                  </a:moveTo>
                  <a:cubicBezTo>
                    <a:pt x="268859" y="135133"/>
                    <a:pt x="274287" y="140643"/>
                    <a:pt x="274287" y="147397"/>
                  </a:cubicBezTo>
                  <a:lnTo>
                    <a:pt x="274287" y="224713"/>
                  </a:lnTo>
                  <a:cubicBezTo>
                    <a:pt x="274287" y="231467"/>
                    <a:pt x="268859" y="236888"/>
                    <a:pt x="262095" y="236888"/>
                  </a:cubicBezTo>
                  <a:lnTo>
                    <a:pt x="184672" y="236888"/>
                  </a:lnTo>
                  <a:cubicBezTo>
                    <a:pt x="177909" y="236888"/>
                    <a:pt x="172391" y="231467"/>
                    <a:pt x="172391" y="224713"/>
                  </a:cubicBezTo>
                  <a:cubicBezTo>
                    <a:pt x="172391" y="175302"/>
                    <a:pt x="212616" y="135133"/>
                    <a:pt x="262095" y="135133"/>
                  </a:cubicBezTo>
                  <a:close/>
                  <a:moveTo>
                    <a:pt x="58120" y="108514"/>
                  </a:moveTo>
                  <a:lnTo>
                    <a:pt x="58120" y="413970"/>
                  </a:lnTo>
                  <a:lnTo>
                    <a:pt x="549430" y="413970"/>
                  </a:lnTo>
                  <a:lnTo>
                    <a:pt x="549430" y="108514"/>
                  </a:lnTo>
                  <a:close/>
                  <a:moveTo>
                    <a:pt x="27236" y="56079"/>
                  </a:moveTo>
                  <a:lnTo>
                    <a:pt x="27236" y="81319"/>
                  </a:lnTo>
                  <a:lnTo>
                    <a:pt x="580403" y="81319"/>
                  </a:lnTo>
                  <a:lnTo>
                    <a:pt x="580403" y="56079"/>
                  </a:lnTo>
                  <a:close/>
                  <a:moveTo>
                    <a:pt x="303775" y="0"/>
                  </a:moveTo>
                  <a:cubicBezTo>
                    <a:pt x="311341" y="0"/>
                    <a:pt x="317393" y="6132"/>
                    <a:pt x="317393" y="13597"/>
                  </a:cubicBezTo>
                  <a:lnTo>
                    <a:pt x="317393" y="28884"/>
                  </a:lnTo>
                  <a:lnTo>
                    <a:pt x="580403" y="28884"/>
                  </a:lnTo>
                  <a:cubicBezTo>
                    <a:pt x="595356" y="28884"/>
                    <a:pt x="607639" y="41148"/>
                    <a:pt x="607639" y="56079"/>
                  </a:cubicBezTo>
                  <a:lnTo>
                    <a:pt x="607639" y="81319"/>
                  </a:lnTo>
                  <a:cubicBezTo>
                    <a:pt x="607639" y="96338"/>
                    <a:pt x="595356" y="108514"/>
                    <a:pt x="580403" y="108514"/>
                  </a:cubicBezTo>
                  <a:lnTo>
                    <a:pt x="576665" y="108514"/>
                  </a:lnTo>
                  <a:lnTo>
                    <a:pt x="576665" y="413970"/>
                  </a:lnTo>
                  <a:cubicBezTo>
                    <a:pt x="576665" y="428990"/>
                    <a:pt x="564472" y="441165"/>
                    <a:pt x="549430" y="441165"/>
                  </a:cubicBezTo>
                  <a:lnTo>
                    <a:pt x="317393" y="441165"/>
                  </a:lnTo>
                  <a:lnTo>
                    <a:pt x="317393" y="481069"/>
                  </a:lnTo>
                  <a:lnTo>
                    <a:pt x="418236" y="554923"/>
                  </a:lnTo>
                  <a:cubicBezTo>
                    <a:pt x="424377" y="559366"/>
                    <a:pt x="425623" y="567898"/>
                    <a:pt x="421173" y="573942"/>
                  </a:cubicBezTo>
                  <a:cubicBezTo>
                    <a:pt x="418503" y="577585"/>
                    <a:pt x="414409" y="579452"/>
                    <a:pt x="410225" y="579452"/>
                  </a:cubicBezTo>
                  <a:cubicBezTo>
                    <a:pt x="407466" y="579452"/>
                    <a:pt x="404618" y="578652"/>
                    <a:pt x="402215" y="576874"/>
                  </a:cubicBezTo>
                  <a:lnTo>
                    <a:pt x="317393" y="514752"/>
                  </a:lnTo>
                  <a:lnTo>
                    <a:pt x="317393" y="565854"/>
                  </a:lnTo>
                  <a:cubicBezTo>
                    <a:pt x="317393" y="573408"/>
                    <a:pt x="311341" y="579452"/>
                    <a:pt x="303775" y="579452"/>
                  </a:cubicBezTo>
                  <a:cubicBezTo>
                    <a:pt x="296299" y="579452"/>
                    <a:pt x="290157" y="573408"/>
                    <a:pt x="290157" y="565854"/>
                  </a:cubicBezTo>
                  <a:lnTo>
                    <a:pt x="290157" y="514752"/>
                  </a:lnTo>
                  <a:lnTo>
                    <a:pt x="205424" y="576874"/>
                  </a:lnTo>
                  <a:cubicBezTo>
                    <a:pt x="199372" y="581318"/>
                    <a:pt x="190827" y="579985"/>
                    <a:pt x="186377" y="573942"/>
                  </a:cubicBezTo>
                  <a:cubicBezTo>
                    <a:pt x="181927" y="567898"/>
                    <a:pt x="183262" y="559366"/>
                    <a:pt x="189314" y="554923"/>
                  </a:cubicBezTo>
                  <a:lnTo>
                    <a:pt x="290157" y="481069"/>
                  </a:lnTo>
                  <a:lnTo>
                    <a:pt x="290157" y="441165"/>
                  </a:lnTo>
                  <a:lnTo>
                    <a:pt x="58120" y="441165"/>
                  </a:lnTo>
                  <a:cubicBezTo>
                    <a:pt x="43167" y="441165"/>
                    <a:pt x="30885" y="428990"/>
                    <a:pt x="30885" y="413970"/>
                  </a:cubicBezTo>
                  <a:lnTo>
                    <a:pt x="30885" y="108514"/>
                  </a:lnTo>
                  <a:lnTo>
                    <a:pt x="27236" y="108514"/>
                  </a:lnTo>
                  <a:cubicBezTo>
                    <a:pt x="12194" y="108514"/>
                    <a:pt x="0" y="96338"/>
                    <a:pt x="0" y="81319"/>
                  </a:cubicBezTo>
                  <a:lnTo>
                    <a:pt x="0" y="56079"/>
                  </a:lnTo>
                  <a:cubicBezTo>
                    <a:pt x="0" y="41148"/>
                    <a:pt x="12194" y="28884"/>
                    <a:pt x="27236" y="28884"/>
                  </a:cubicBezTo>
                  <a:lnTo>
                    <a:pt x="290157" y="28884"/>
                  </a:lnTo>
                  <a:lnTo>
                    <a:pt x="290157" y="13597"/>
                  </a:lnTo>
                  <a:cubicBezTo>
                    <a:pt x="290157" y="6132"/>
                    <a:pt x="296299" y="0"/>
                    <a:pt x="30377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" name="îṡļîḍè">
              <a:extLst>
                <a:ext uri="{FF2B5EF4-FFF2-40B4-BE49-F238E27FC236}">
                  <a16:creationId xmlns:a16="http://schemas.microsoft.com/office/drawing/2014/main" id="{46D60E64-02F8-43E9-9AFE-D96924479778}"/>
                </a:ext>
              </a:extLst>
            </p:cNvPr>
            <p:cNvSpPr/>
            <p:nvPr/>
          </p:nvSpPr>
          <p:spPr>
            <a:xfrm>
              <a:off x="7829184" y="2102502"/>
              <a:ext cx="1152128" cy="1152128"/>
            </a:xfrm>
            <a:prstGeom prst="ellipse">
              <a:avLst/>
            </a:prstGeom>
            <a:solidFill>
              <a:schemeClr val="tx2"/>
            </a:solidFill>
            <a:ln w="57150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3" name="ísḻíde">
              <a:extLst>
                <a:ext uri="{FF2B5EF4-FFF2-40B4-BE49-F238E27FC236}">
                  <a16:creationId xmlns:a16="http://schemas.microsoft.com/office/drawing/2014/main" id="{E1F4850F-FB48-4ED3-A1F2-6F2A9894550C}"/>
                </a:ext>
              </a:extLst>
            </p:cNvPr>
            <p:cNvSpPr/>
            <p:nvPr/>
          </p:nvSpPr>
          <p:spPr>
            <a:xfrm>
              <a:off x="8165650" y="2450059"/>
              <a:ext cx="479201" cy="457010"/>
            </a:xfrm>
            <a:custGeom>
              <a:avLst/>
              <a:gdLst>
                <a:gd name="connsiteX0" fmla="*/ 315778 w 607639"/>
                <a:gd name="connsiteY0" fmla="*/ 173080 h 579502"/>
                <a:gd name="connsiteX1" fmla="*/ 315778 w 607639"/>
                <a:gd name="connsiteY1" fmla="*/ 266058 h 579502"/>
                <a:gd name="connsiteX2" fmla="*/ 303493 w 607639"/>
                <a:gd name="connsiteY2" fmla="*/ 278325 h 579502"/>
                <a:gd name="connsiteX3" fmla="*/ 210375 w 607639"/>
                <a:gd name="connsiteY3" fmla="*/ 278325 h 579502"/>
                <a:gd name="connsiteX4" fmla="*/ 303493 w 607639"/>
                <a:gd name="connsiteY4" fmla="*/ 359925 h 579502"/>
                <a:gd name="connsiteX5" fmla="*/ 397500 w 607639"/>
                <a:gd name="connsiteY5" fmla="*/ 266058 h 579502"/>
                <a:gd name="connsiteX6" fmla="*/ 315778 w 607639"/>
                <a:gd name="connsiteY6" fmla="*/ 173080 h 579502"/>
                <a:gd name="connsiteX7" fmla="*/ 249814 w 607639"/>
                <a:gd name="connsiteY7" fmla="*/ 160816 h 579502"/>
                <a:gd name="connsiteX8" fmla="*/ 198110 w 607639"/>
                <a:gd name="connsiteY8" fmla="*/ 212449 h 579502"/>
                <a:gd name="connsiteX9" fmla="*/ 249814 w 607639"/>
                <a:gd name="connsiteY9" fmla="*/ 212449 h 579502"/>
                <a:gd name="connsiteX10" fmla="*/ 303493 w 607639"/>
                <a:gd name="connsiteY10" fmla="*/ 147835 h 579502"/>
                <a:gd name="connsiteX11" fmla="*/ 421981 w 607639"/>
                <a:gd name="connsiteY11" fmla="*/ 266058 h 579502"/>
                <a:gd name="connsiteX12" fmla="*/ 303493 w 607639"/>
                <a:gd name="connsiteY12" fmla="*/ 384370 h 579502"/>
                <a:gd name="connsiteX13" fmla="*/ 185093 w 607639"/>
                <a:gd name="connsiteY13" fmla="*/ 266058 h 579502"/>
                <a:gd name="connsiteX14" fmla="*/ 197289 w 607639"/>
                <a:gd name="connsiteY14" fmla="*/ 253880 h 579502"/>
                <a:gd name="connsiteX15" fmla="*/ 291297 w 607639"/>
                <a:gd name="connsiteY15" fmla="*/ 253880 h 579502"/>
                <a:gd name="connsiteX16" fmla="*/ 291297 w 607639"/>
                <a:gd name="connsiteY16" fmla="*/ 160013 h 579502"/>
                <a:gd name="connsiteX17" fmla="*/ 303493 w 607639"/>
                <a:gd name="connsiteY17" fmla="*/ 147835 h 579502"/>
                <a:gd name="connsiteX18" fmla="*/ 262095 w 607639"/>
                <a:gd name="connsiteY18" fmla="*/ 135133 h 579502"/>
                <a:gd name="connsiteX19" fmla="*/ 274287 w 607639"/>
                <a:gd name="connsiteY19" fmla="*/ 147397 h 579502"/>
                <a:gd name="connsiteX20" fmla="*/ 274287 w 607639"/>
                <a:gd name="connsiteY20" fmla="*/ 224713 h 579502"/>
                <a:gd name="connsiteX21" fmla="*/ 262095 w 607639"/>
                <a:gd name="connsiteY21" fmla="*/ 236888 h 579502"/>
                <a:gd name="connsiteX22" fmla="*/ 184672 w 607639"/>
                <a:gd name="connsiteY22" fmla="*/ 236888 h 579502"/>
                <a:gd name="connsiteX23" fmla="*/ 172391 w 607639"/>
                <a:gd name="connsiteY23" fmla="*/ 224713 h 579502"/>
                <a:gd name="connsiteX24" fmla="*/ 262095 w 607639"/>
                <a:gd name="connsiteY24" fmla="*/ 135133 h 579502"/>
                <a:gd name="connsiteX25" fmla="*/ 58120 w 607639"/>
                <a:gd name="connsiteY25" fmla="*/ 108514 h 579502"/>
                <a:gd name="connsiteX26" fmla="*/ 58120 w 607639"/>
                <a:gd name="connsiteY26" fmla="*/ 413970 h 579502"/>
                <a:gd name="connsiteX27" fmla="*/ 549430 w 607639"/>
                <a:gd name="connsiteY27" fmla="*/ 413970 h 579502"/>
                <a:gd name="connsiteX28" fmla="*/ 549430 w 607639"/>
                <a:gd name="connsiteY28" fmla="*/ 108514 h 579502"/>
                <a:gd name="connsiteX29" fmla="*/ 27236 w 607639"/>
                <a:gd name="connsiteY29" fmla="*/ 56079 h 579502"/>
                <a:gd name="connsiteX30" fmla="*/ 27236 w 607639"/>
                <a:gd name="connsiteY30" fmla="*/ 81319 h 579502"/>
                <a:gd name="connsiteX31" fmla="*/ 580403 w 607639"/>
                <a:gd name="connsiteY31" fmla="*/ 81319 h 579502"/>
                <a:gd name="connsiteX32" fmla="*/ 580403 w 607639"/>
                <a:gd name="connsiteY32" fmla="*/ 56079 h 579502"/>
                <a:gd name="connsiteX33" fmla="*/ 303775 w 607639"/>
                <a:gd name="connsiteY33" fmla="*/ 0 h 579502"/>
                <a:gd name="connsiteX34" fmla="*/ 317393 w 607639"/>
                <a:gd name="connsiteY34" fmla="*/ 13597 h 579502"/>
                <a:gd name="connsiteX35" fmla="*/ 317393 w 607639"/>
                <a:gd name="connsiteY35" fmla="*/ 28884 h 579502"/>
                <a:gd name="connsiteX36" fmla="*/ 580403 w 607639"/>
                <a:gd name="connsiteY36" fmla="*/ 28884 h 579502"/>
                <a:gd name="connsiteX37" fmla="*/ 607639 w 607639"/>
                <a:gd name="connsiteY37" fmla="*/ 56079 h 579502"/>
                <a:gd name="connsiteX38" fmla="*/ 607639 w 607639"/>
                <a:gd name="connsiteY38" fmla="*/ 81319 h 579502"/>
                <a:gd name="connsiteX39" fmla="*/ 580403 w 607639"/>
                <a:gd name="connsiteY39" fmla="*/ 108514 h 579502"/>
                <a:gd name="connsiteX40" fmla="*/ 576665 w 607639"/>
                <a:gd name="connsiteY40" fmla="*/ 108514 h 579502"/>
                <a:gd name="connsiteX41" fmla="*/ 576665 w 607639"/>
                <a:gd name="connsiteY41" fmla="*/ 413970 h 579502"/>
                <a:gd name="connsiteX42" fmla="*/ 549430 w 607639"/>
                <a:gd name="connsiteY42" fmla="*/ 441165 h 579502"/>
                <a:gd name="connsiteX43" fmla="*/ 317393 w 607639"/>
                <a:gd name="connsiteY43" fmla="*/ 441165 h 579502"/>
                <a:gd name="connsiteX44" fmla="*/ 317393 w 607639"/>
                <a:gd name="connsiteY44" fmla="*/ 481069 h 579502"/>
                <a:gd name="connsiteX45" fmla="*/ 418236 w 607639"/>
                <a:gd name="connsiteY45" fmla="*/ 554923 h 579502"/>
                <a:gd name="connsiteX46" fmla="*/ 421173 w 607639"/>
                <a:gd name="connsiteY46" fmla="*/ 573942 h 579502"/>
                <a:gd name="connsiteX47" fmla="*/ 410225 w 607639"/>
                <a:gd name="connsiteY47" fmla="*/ 579452 h 579502"/>
                <a:gd name="connsiteX48" fmla="*/ 402215 w 607639"/>
                <a:gd name="connsiteY48" fmla="*/ 576874 h 579502"/>
                <a:gd name="connsiteX49" fmla="*/ 317393 w 607639"/>
                <a:gd name="connsiteY49" fmla="*/ 514752 h 579502"/>
                <a:gd name="connsiteX50" fmla="*/ 317393 w 607639"/>
                <a:gd name="connsiteY50" fmla="*/ 565854 h 579502"/>
                <a:gd name="connsiteX51" fmla="*/ 303775 w 607639"/>
                <a:gd name="connsiteY51" fmla="*/ 579452 h 579502"/>
                <a:gd name="connsiteX52" fmla="*/ 290157 w 607639"/>
                <a:gd name="connsiteY52" fmla="*/ 565854 h 579502"/>
                <a:gd name="connsiteX53" fmla="*/ 290157 w 607639"/>
                <a:gd name="connsiteY53" fmla="*/ 514752 h 579502"/>
                <a:gd name="connsiteX54" fmla="*/ 205424 w 607639"/>
                <a:gd name="connsiteY54" fmla="*/ 576874 h 579502"/>
                <a:gd name="connsiteX55" fmla="*/ 186377 w 607639"/>
                <a:gd name="connsiteY55" fmla="*/ 573942 h 579502"/>
                <a:gd name="connsiteX56" fmla="*/ 189314 w 607639"/>
                <a:gd name="connsiteY56" fmla="*/ 554923 h 579502"/>
                <a:gd name="connsiteX57" fmla="*/ 290157 w 607639"/>
                <a:gd name="connsiteY57" fmla="*/ 481069 h 579502"/>
                <a:gd name="connsiteX58" fmla="*/ 290157 w 607639"/>
                <a:gd name="connsiteY58" fmla="*/ 441165 h 579502"/>
                <a:gd name="connsiteX59" fmla="*/ 58120 w 607639"/>
                <a:gd name="connsiteY59" fmla="*/ 441165 h 579502"/>
                <a:gd name="connsiteX60" fmla="*/ 30885 w 607639"/>
                <a:gd name="connsiteY60" fmla="*/ 413970 h 579502"/>
                <a:gd name="connsiteX61" fmla="*/ 30885 w 607639"/>
                <a:gd name="connsiteY61" fmla="*/ 108514 h 579502"/>
                <a:gd name="connsiteX62" fmla="*/ 27236 w 607639"/>
                <a:gd name="connsiteY62" fmla="*/ 108514 h 579502"/>
                <a:gd name="connsiteX63" fmla="*/ 0 w 607639"/>
                <a:gd name="connsiteY63" fmla="*/ 81319 h 579502"/>
                <a:gd name="connsiteX64" fmla="*/ 0 w 607639"/>
                <a:gd name="connsiteY64" fmla="*/ 56079 h 579502"/>
                <a:gd name="connsiteX65" fmla="*/ 27236 w 607639"/>
                <a:gd name="connsiteY65" fmla="*/ 28884 h 579502"/>
                <a:gd name="connsiteX66" fmla="*/ 290157 w 607639"/>
                <a:gd name="connsiteY66" fmla="*/ 28884 h 579502"/>
                <a:gd name="connsiteX67" fmla="*/ 290157 w 607639"/>
                <a:gd name="connsiteY67" fmla="*/ 13597 h 579502"/>
                <a:gd name="connsiteX68" fmla="*/ 303775 w 607639"/>
                <a:gd name="connsiteY68" fmla="*/ 0 h 579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</a:cxnLst>
              <a:rect l="l" t="t" r="r" b="b"/>
              <a:pathLst>
                <a:path w="607639" h="579502">
                  <a:moveTo>
                    <a:pt x="315778" y="173080"/>
                  </a:moveTo>
                  <a:lnTo>
                    <a:pt x="315778" y="266058"/>
                  </a:lnTo>
                  <a:cubicBezTo>
                    <a:pt x="315778" y="272814"/>
                    <a:pt x="310258" y="278325"/>
                    <a:pt x="303493" y="278325"/>
                  </a:cubicBezTo>
                  <a:lnTo>
                    <a:pt x="210375" y="278325"/>
                  </a:lnTo>
                  <a:cubicBezTo>
                    <a:pt x="216429" y="324281"/>
                    <a:pt x="255866" y="359925"/>
                    <a:pt x="303493" y="359925"/>
                  </a:cubicBezTo>
                  <a:cubicBezTo>
                    <a:pt x="355303" y="359925"/>
                    <a:pt x="397500" y="317792"/>
                    <a:pt x="397500" y="266058"/>
                  </a:cubicBezTo>
                  <a:cubicBezTo>
                    <a:pt x="397500" y="218502"/>
                    <a:pt x="361802" y="179124"/>
                    <a:pt x="315778" y="173080"/>
                  </a:cubicBezTo>
                  <a:close/>
                  <a:moveTo>
                    <a:pt x="249814" y="160816"/>
                  </a:moveTo>
                  <a:cubicBezTo>
                    <a:pt x="223740" y="165793"/>
                    <a:pt x="203093" y="186410"/>
                    <a:pt x="198110" y="212449"/>
                  </a:cubicBezTo>
                  <a:lnTo>
                    <a:pt x="249814" y="212449"/>
                  </a:lnTo>
                  <a:close/>
                  <a:moveTo>
                    <a:pt x="303493" y="147835"/>
                  </a:moveTo>
                  <a:cubicBezTo>
                    <a:pt x="368835" y="147835"/>
                    <a:pt x="421981" y="200902"/>
                    <a:pt x="421981" y="266058"/>
                  </a:cubicBezTo>
                  <a:cubicBezTo>
                    <a:pt x="421981" y="331303"/>
                    <a:pt x="368835" y="384370"/>
                    <a:pt x="303493" y="384370"/>
                  </a:cubicBezTo>
                  <a:cubicBezTo>
                    <a:pt x="238239" y="384370"/>
                    <a:pt x="185093" y="331303"/>
                    <a:pt x="185093" y="266058"/>
                  </a:cubicBezTo>
                  <a:cubicBezTo>
                    <a:pt x="185093" y="259303"/>
                    <a:pt x="190523" y="253880"/>
                    <a:pt x="197289" y="253880"/>
                  </a:cubicBezTo>
                  <a:lnTo>
                    <a:pt x="291297" y="253880"/>
                  </a:lnTo>
                  <a:lnTo>
                    <a:pt x="291297" y="160013"/>
                  </a:lnTo>
                  <a:cubicBezTo>
                    <a:pt x="291297" y="153257"/>
                    <a:pt x="296727" y="147835"/>
                    <a:pt x="303493" y="147835"/>
                  </a:cubicBezTo>
                  <a:close/>
                  <a:moveTo>
                    <a:pt x="262095" y="135133"/>
                  </a:moveTo>
                  <a:cubicBezTo>
                    <a:pt x="268859" y="135133"/>
                    <a:pt x="274287" y="140643"/>
                    <a:pt x="274287" y="147397"/>
                  </a:cubicBezTo>
                  <a:lnTo>
                    <a:pt x="274287" y="224713"/>
                  </a:lnTo>
                  <a:cubicBezTo>
                    <a:pt x="274287" y="231467"/>
                    <a:pt x="268859" y="236888"/>
                    <a:pt x="262095" y="236888"/>
                  </a:cubicBezTo>
                  <a:lnTo>
                    <a:pt x="184672" y="236888"/>
                  </a:lnTo>
                  <a:cubicBezTo>
                    <a:pt x="177909" y="236888"/>
                    <a:pt x="172391" y="231467"/>
                    <a:pt x="172391" y="224713"/>
                  </a:cubicBezTo>
                  <a:cubicBezTo>
                    <a:pt x="172391" y="175302"/>
                    <a:pt x="212616" y="135133"/>
                    <a:pt x="262095" y="135133"/>
                  </a:cubicBezTo>
                  <a:close/>
                  <a:moveTo>
                    <a:pt x="58120" y="108514"/>
                  </a:moveTo>
                  <a:lnTo>
                    <a:pt x="58120" y="413970"/>
                  </a:lnTo>
                  <a:lnTo>
                    <a:pt x="549430" y="413970"/>
                  </a:lnTo>
                  <a:lnTo>
                    <a:pt x="549430" y="108514"/>
                  </a:lnTo>
                  <a:close/>
                  <a:moveTo>
                    <a:pt x="27236" y="56079"/>
                  </a:moveTo>
                  <a:lnTo>
                    <a:pt x="27236" y="81319"/>
                  </a:lnTo>
                  <a:lnTo>
                    <a:pt x="580403" y="81319"/>
                  </a:lnTo>
                  <a:lnTo>
                    <a:pt x="580403" y="56079"/>
                  </a:lnTo>
                  <a:close/>
                  <a:moveTo>
                    <a:pt x="303775" y="0"/>
                  </a:moveTo>
                  <a:cubicBezTo>
                    <a:pt x="311341" y="0"/>
                    <a:pt x="317393" y="6132"/>
                    <a:pt x="317393" y="13597"/>
                  </a:cubicBezTo>
                  <a:lnTo>
                    <a:pt x="317393" y="28884"/>
                  </a:lnTo>
                  <a:lnTo>
                    <a:pt x="580403" y="28884"/>
                  </a:lnTo>
                  <a:cubicBezTo>
                    <a:pt x="595356" y="28884"/>
                    <a:pt x="607639" y="41148"/>
                    <a:pt x="607639" y="56079"/>
                  </a:cubicBezTo>
                  <a:lnTo>
                    <a:pt x="607639" y="81319"/>
                  </a:lnTo>
                  <a:cubicBezTo>
                    <a:pt x="607639" y="96338"/>
                    <a:pt x="595356" y="108514"/>
                    <a:pt x="580403" y="108514"/>
                  </a:cubicBezTo>
                  <a:lnTo>
                    <a:pt x="576665" y="108514"/>
                  </a:lnTo>
                  <a:lnTo>
                    <a:pt x="576665" y="413970"/>
                  </a:lnTo>
                  <a:cubicBezTo>
                    <a:pt x="576665" y="428990"/>
                    <a:pt x="564472" y="441165"/>
                    <a:pt x="549430" y="441165"/>
                  </a:cubicBezTo>
                  <a:lnTo>
                    <a:pt x="317393" y="441165"/>
                  </a:lnTo>
                  <a:lnTo>
                    <a:pt x="317393" y="481069"/>
                  </a:lnTo>
                  <a:lnTo>
                    <a:pt x="418236" y="554923"/>
                  </a:lnTo>
                  <a:cubicBezTo>
                    <a:pt x="424377" y="559366"/>
                    <a:pt x="425623" y="567898"/>
                    <a:pt x="421173" y="573942"/>
                  </a:cubicBezTo>
                  <a:cubicBezTo>
                    <a:pt x="418503" y="577585"/>
                    <a:pt x="414409" y="579452"/>
                    <a:pt x="410225" y="579452"/>
                  </a:cubicBezTo>
                  <a:cubicBezTo>
                    <a:pt x="407466" y="579452"/>
                    <a:pt x="404618" y="578652"/>
                    <a:pt x="402215" y="576874"/>
                  </a:cubicBezTo>
                  <a:lnTo>
                    <a:pt x="317393" y="514752"/>
                  </a:lnTo>
                  <a:lnTo>
                    <a:pt x="317393" y="565854"/>
                  </a:lnTo>
                  <a:cubicBezTo>
                    <a:pt x="317393" y="573408"/>
                    <a:pt x="311341" y="579452"/>
                    <a:pt x="303775" y="579452"/>
                  </a:cubicBezTo>
                  <a:cubicBezTo>
                    <a:pt x="296299" y="579452"/>
                    <a:pt x="290157" y="573408"/>
                    <a:pt x="290157" y="565854"/>
                  </a:cubicBezTo>
                  <a:lnTo>
                    <a:pt x="290157" y="514752"/>
                  </a:lnTo>
                  <a:lnTo>
                    <a:pt x="205424" y="576874"/>
                  </a:lnTo>
                  <a:cubicBezTo>
                    <a:pt x="199372" y="581318"/>
                    <a:pt x="190827" y="579985"/>
                    <a:pt x="186377" y="573942"/>
                  </a:cubicBezTo>
                  <a:cubicBezTo>
                    <a:pt x="181927" y="567898"/>
                    <a:pt x="183262" y="559366"/>
                    <a:pt x="189314" y="554923"/>
                  </a:cubicBezTo>
                  <a:lnTo>
                    <a:pt x="290157" y="481069"/>
                  </a:lnTo>
                  <a:lnTo>
                    <a:pt x="290157" y="441165"/>
                  </a:lnTo>
                  <a:lnTo>
                    <a:pt x="58120" y="441165"/>
                  </a:lnTo>
                  <a:cubicBezTo>
                    <a:pt x="43167" y="441165"/>
                    <a:pt x="30885" y="428990"/>
                    <a:pt x="30885" y="413970"/>
                  </a:cubicBezTo>
                  <a:lnTo>
                    <a:pt x="30885" y="108514"/>
                  </a:lnTo>
                  <a:lnTo>
                    <a:pt x="27236" y="108514"/>
                  </a:lnTo>
                  <a:cubicBezTo>
                    <a:pt x="12194" y="108514"/>
                    <a:pt x="0" y="96338"/>
                    <a:pt x="0" y="81319"/>
                  </a:cubicBezTo>
                  <a:lnTo>
                    <a:pt x="0" y="56079"/>
                  </a:lnTo>
                  <a:cubicBezTo>
                    <a:pt x="0" y="41148"/>
                    <a:pt x="12194" y="28884"/>
                    <a:pt x="27236" y="28884"/>
                  </a:cubicBezTo>
                  <a:lnTo>
                    <a:pt x="290157" y="28884"/>
                  </a:lnTo>
                  <a:lnTo>
                    <a:pt x="290157" y="13597"/>
                  </a:lnTo>
                  <a:cubicBezTo>
                    <a:pt x="290157" y="6132"/>
                    <a:pt x="296299" y="0"/>
                    <a:pt x="30377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23" name="矩形 22">
            <a:extLst>
              <a:ext uri="{FF2B5EF4-FFF2-40B4-BE49-F238E27FC236}">
                <a16:creationId xmlns:a16="http://schemas.microsoft.com/office/drawing/2014/main" id="{5A3FEF71-E14F-4623-88A8-82D8DB7E45E6}"/>
              </a:ext>
            </a:extLst>
          </p:cNvPr>
          <p:cNvSpPr/>
          <p:nvPr/>
        </p:nvSpPr>
        <p:spPr>
          <a:xfrm>
            <a:off x="666895" y="3748230"/>
            <a:ext cx="288025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</a:rPr>
              <a:t>Spring Cloud Ribbon </a:t>
            </a:r>
            <a:r>
              <a:rPr lang="en-US" altLang="zh-CN" dirty="0">
                <a:solidFill>
                  <a:srgbClr val="333333"/>
                </a:solidFill>
                <a:latin typeface="Arial" panose="020B0604020202020204" pitchFamily="34" charset="0"/>
              </a:rPr>
              <a:t>is a set of client and load balancing tools based on Netflix Ribbon</a:t>
            </a:r>
            <a:endParaRPr lang="zh-CN" altLang="en-US"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4383A67-6A81-4D4D-9E1C-D18870A61CCD}"/>
              </a:ext>
            </a:extLst>
          </p:cNvPr>
          <p:cNvSpPr/>
          <p:nvPr/>
        </p:nvSpPr>
        <p:spPr>
          <a:xfrm>
            <a:off x="8712986" y="3748230"/>
            <a:ext cx="280750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</a:rPr>
              <a:t>Spring Cloud </a:t>
            </a:r>
            <a:r>
              <a:rPr lang="en-US" altLang="zh-CN" dirty="0">
                <a:solidFill>
                  <a:schemeClr val="accent1"/>
                </a:solidFill>
              </a:rPr>
              <a:t>Feign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333333"/>
                </a:solidFill>
                <a:latin typeface="Arial" panose="020B0604020202020204" pitchFamily="34" charset="0"/>
              </a:rPr>
              <a:t>is a declarative Web Service client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36136525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8AD124-D38B-4D76-87C4-9D2DD0A51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Ribbon &amp; Feign Compared</a:t>
            </a:r>
            <a:endParaRPr lang="zh-CN" altLang="en-US" dirty="0"/>
          </a:p>
        </p:txBody>
      </p: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D3995E2F-80C4-430D-9DB8-D44CC984DC02}"/>
              </a:ext>
            </a:extLst>
          </p:cNvPr>
          <p:cNvGrpSpPr/>
          <p:nvPr/>
        </p:nvGrpSpPr>
        <p:grpSpPr>
          <a:xfrm>
            <a:off x="7047864" y="1457962"/>
            <a:ext cx="5053965" cy="4399515"/>
            <a:chOff x="7047864" y="1457962"/>
            <a:chExt cx="5053965" cy="4399515"/>
          </a:xfrm>
        </p:grpSpPr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C8372840-1F73-4A0C-9D1A-92D5F5AD56F2}"/>
                </a:ext>
              </a:extLst>
            </p:cNvPr>
            <p:cNvSpPr txBox="1"/>
            <p:nvPr/>
          </p:nvSpPr>
          <p:spPr>
            <a:xfrm>
              <a:off x="7131684" y="1457962"/>
              <a:ext cx="10502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en-US" altLang="zh-CN" dirty="0"/>
                <a:t>Feign</a:t>
              </a:r>
            </a:p>
          </p:txBody>
        </p:sp>
        <p:grpSp>
          <p:nvGrpSpPr>
            <p:cNvPr id="52" name="组合 51">
              <a:extLst>
                <a:ext uri="{FF2B5EF4-FFF2-40B4-BE49-F238E27FC236}">
                  <a16:creationId xmlns:a16="http://schemas.microsoft.com/office/drawing/2014/main" id="{E6BFBD0D-E4E4-442E-9C9B-E4FCF715FD05}"/>
                </a:ext>
              </a:extLst>
            </p:cNvPr>
            <p:cNvGrpSpPr/>
            <p:nvPr/>
          </p:nvGrpSpPr>
          <p:grpSpPr>
            <a:xfrm>
              <a:off x="7047864" y="2115246"/>
              <a:ext cx="5053965" cy="3742231"/>
              <a:chOff x="7027544" y="2115246"/>
              <a:chExt cx="5053965" cy="3742231"/>
            </a:xfrm>
          </p:grpSpPr>
          <p:pic>
            <p:nvPicPr>
              <p:cNvPr id="47" name="图片 46">
                <a:extLst>
                  <a:ext uri="{FF2B5EF4-FFF2-40B4-BE49-F238E27FC236}">
                    <a16:creationId xmlns:a16="http://schemas.microsoft.com/office/drawing/2014/main" id="{C8EDD6B0-646D-4C6D-B0A7-07878FFAD31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206050" y="2115246"/>
                <a:ext cx="4669790" cy="1739259"/>
              </a:xfrm>
              <a:prstGeom prst="rect">
                <a:avLst/>
              </a:prstGeom>
            </p:spPr>
          </p:pic>
          <p:pic>
            <p:nvPicPr>
              <p:cNvPr id="51" name="图片 50">
                <a:extLst>
                  <a:ext uri="{FF2B5EF4-FFF2-40B4-BE49-F238E27FC236}">
                    <a16:creationId xmlns:a16="http://schemas.microsoft.com/office/drawing/2014/main" id="{135DF182-F19A-4455-AFFD-C4942B36726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027544" y="4203937"/>
                <a:ext cx="5053965" cy="1653540"/>
              </a:xfrm>
              <a:prstGeom prst="rect">
                <a:avLst/>
              </a:prstGeom>
            </p:spPr>
          </p:pic>
        </p:grpSp>
      </p:grpSp>
      <p:sp>
        <p:nvSpPr>
          <p:cNvPr id="56" name="箭头: 右 55">
            <a:extLst>
              <a:ext uri="{FF2B5EF4-FFF2-40B4-BE49-F238E27FC236}">
                <a16:creationId xmlns:a16="http://schemas.microsoft.com/office/drawing/2014/main" id="{756005A2-8B88-46DC-969E-D7219669380A}"/>
              </a:ext>
            </a:extLst>
          </p:cNvPr>
          <p:cNvSpPr/>
          <p:nvPr/>
        </p:nvSpPr>
        <p:spPr>
          <a:xfrm>
            <a:off x="6309360" y="3532565"/>
            <a:ext cx="609600" cy="43688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AB58330-5487-4BE2-95FF-DB748411BD54}"/>
              </a:ext>
            </a:extLst>
          </p:cNvPr>
          <p:cNvGrpSpPr/>
          <p:nvPr/>
        </p:nvGrpSpPr>
        <p:grpSpPr>
          <a:xfrm>
            <a:off x="657586" y="1457962"/>
            <a:ext cx="5344364" cy="4930871"/>
            <a:chOff x="657586" y="1457962"/>
            <a:chExt cx="5344364" cy="4930871"/>
          </a:xfrm>
        </p:grpSpPr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F400E638-037A-4E5B-8D1E-DF18E17FEC97}"/>
                </a:ext>
              </a:extLst>
            </p:cNvPr>
            <p:cNvSpPr txBox="1"/>
            <p:nvPr/>
          </p:nvSpPr>
          <p:spPr>
            <a:xfrm>
              <a:off x="657586" y="1457962"/>
              <a:ext cx="12041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en-US" altLang="zh-CN" dirty="0"/>
                <a:t>Ribbon</a:t>
              </a:r>
            </a:p>
          </p:txBody>
        </p:sp>
        <p:pic>
          <p:nvPicPr>
            <p:cNvPr id="46" name="图片 45">
              <a:extLst>
                <a:ext uri="{FF2B5EF4-FFF2-40B4-BE49-F238E27FC236}">
                  <a16:creationId xmlns:a16="http://schemas.microsoft.com/office/drawing/2014/main" id="{6FE53094-92E3-41E3-BE0E-7894A1058FC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57586" y="3117314"/>
              <a:ext cx="5344364" cy="3271519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0D91F1D9-58EB-47CF-8F1A-203C1EC60BD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69924" y="1962716"/>
              <a:ext cx="4333875" cy="10191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0190699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8AD124-D38B-4D76-87C4-9D2DD0A51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Hystrix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D319954-2463-4CE5-A57E-90D871FC1A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205" y="1447223"/>
            <a:ext cx="4365348" cy="3849558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55AF87B9-054E-49CD-8C45-D17FFF8D9C8C}"/>
              </a:ext>
            </a:extLst>
          </p:cNvPr>
          <p:cNvSpPr/>
          <p:nvPr/>
        </p:nvSpPr>
        <p:spPr>
          <a:xfrm>
            <a:off x="669924" y="1455290"/>
            <a:ext cx="262103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/>
              <a:t>Avalanche effect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7D7A2AF-E7A4-46B2-9841-043A7C23E534}"/>
              </a:ext>
            </a:extLst>
          </p:cNvPr>
          <p:cNvSpPr/>
          <p:nvPr/>
        </p:nvSpPr>
        <p:spPr>
          <a:xfrm>
            <a:off x="669924" y="2079440"/>
            <a:ext cx="4081669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The service avalanche effect is a process in which the </a:t>
            </a:r>
            <a:r>
              <a:rPr lang="zh-CN" altLang="en-US" dirty="0">
                <a:solidFill>
                  <a:srgbClr val="00B050"/>
                </a:solidFill>
              </a:rPr>
              <a:t>"service consumer</a:t>
            </a:r>
            <a:r>
              <a:rPr lang="zh-CN" altLang="en-US" dirty="0"/>
              <a:t>" is unavailable due to the unavailability of the "</a:t>
            </a:r>
            <a:r>
              <a:rPr lang="zh-CN" altLang="en-US" dirty="0">
                <a:solidFill>
                  <a:srgbClr val="00B050"/>
                </a:solidFill>
              </a:rPr>
              <a:t>service provider</a:t>
            </a:r>
            <a:r>
              <a:rPr lang="zh-CN" altLang="en-US" dirty="0"/>
              <a:t>" and will be gradually unavailable.</a:t>
            </a:r>
          </a:p>
        </p:txBody>
      </p:sp>
    </p:spTree>
    <p:extLst>
      <p:ext uri="{BB962C8B-B14F-4D97-AF65-F5344CB8AC3E}">
        <p14:creationId xmlns:p14="http://schemas.microsoft.com/office/powerpoint/2010/main" val="3286706504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8AD124-D38B-4D76-87C4-9D2DD0A51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Hystrix</a:t>
            </a:r>
            <a:endParaRPr lang="zh-CN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4921EEF-A3F7-4584-91C2-C19544D31E60}"/>
              </a:ext>
            </a:extLst>
          </p:cNvPr>
          <p:cNvSpPr/>
          <p:nvPr/>
        </p:nvSpPr>
        <p:spPr>
          <a:xfrm>
            <a:off x="669923" y="1527127"/>
            <a:ext cx="85668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Hystrix</a:t>
            </a:r>
            <a:r>
              <a:rPr lang="zh-CN" altLang="en-US" dirty="0"/>
              <a:t> is a tool library that implements </a:t>
            </a:r>
            <a:r>
              <a:rPr lang="zh-CN" altLang="en-US" dirty="0">
                <a:solidFill>
                  <a:srgbClr val="00B050"/>
                </a:solidFill>
              </a:rPr>
              <a:t>timeout mechanisms</a:t>
            </a:r>
            <a:r>
              <a:rPr lang="zh-CN" altLang="en-US" dirty="0"/>
              <a:t> and </a:t>
            </a:r>
            <a:r>
              <a:rPr lang="zh-CN" altLang="en-US" dirty="0">
                <a:solidFill>
                  <a:srgbClr val="00B050"/>
                </a:solidFill>
              </a:rPr>
              <a:t>breaker modes</a:t>
            </a:r>
            <a:r>
              <a:rPr lang="zh-CN" altLang="en-US" dirty="0"/>
              <a:t>.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AFD3CC9-7136-4CD2-B760-1AB9517741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6764" y="1327969"/>
            <a:ext cx="2591640" cy="846798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2FF7D848-9652-446A-8ED4-27CA2102D5D5}"/>
              </a:ext>
            </a:extLst>
          </p:cNvPr>
          <p:cNvSpPr/>
          <p:nvPr/>
        </p:nvSpPr>
        <p:spPr>
          <a:xfrm>
            <a:off x="669923" y="2174767"/>
            <a:ext cx="768672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How to be </a:t>
            </a:r>
            <a:r>
              <a:rPr lang="en-US" altLang="zh-CN" sz="5400" b="0" cap="none" spc="0" dirty="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fault tolerant</a:t>
            </a:r>
            <a:r>
              <a:rPr lang="en-US" altLang="zh-CN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?</a:t>
            </a:r>
            <a:endParaRPr lang="zh-CN" alt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0593388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8AD124-D38B-4D76-87C4-9D2DD0A51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Implement latency and fault tolerance</a:t>
            </a:r>
            <a:endParaRPr lang="zh-CN" altLang="en-US" dirty="0"/>
          </a:p>
        </p:txBody>
      </p: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8924386C-D9E0-40EB-BC70-0A5C40012110}"/>
              </a:ext>
            </a:extLst>
          </p:cNvPr>
          <p:cNvGrpSpPr/>
          <p:nvPr/>
        </p:nvGrpSpPr>
        <p:grpSpPr>
          <a:xfrm>
            <a:off x="1435198" y="2094741"/>
            <a:ext cx="9320014" cy="3638067"/>
            <a:chOff x="669925" y="2505558"/>
            <a:chExt cx="9320014" cy="3638067"/>
          </a:xfrm>
        </p:grpSpPr>
        <p:sp>
          <p:nvSpPr>
            <p:cNvPr id="9" name="ïśľîdé">
              <a:extLst>
                <a:ext uri="{FF2B5EF4-FFF2-40B4-BE49-F238E27FC236}">
                  <a16:creationId xmlns:a16="http://schemas.microsoft.com/office/drawing/2014/main" id="{C920D7DB-FD2C-4FEC-91FF-32E692D7FDD6}"/>
                </a:ext>
              </a:extLst>
            </p:cNvPr>
            <p:cNvSpPr/>
            <p:nvPr/>
          </p:nvSpPr>
          <p:spPr>
            <a:xfrm>
              <a:off x="3093414" y="2505558"/>
              <a:ext cx="2107934" cy="199562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en-US" sz="900"/>
            </a:p>
          </p:txBody>
        </p:sp>
        <p:sp>
          <p:nvSpPr>
            <p:cNvPr id="26" name="íṧlîḋé">
              <a:extLst>
                <a:ext uri="{FF2B5EF4-FFF2-40B4-BE49-F238E27FC236}">
                  <a16:creationId xmlns:a16="http://schemas.microsoft.com/office/drawing/2014/main" id="{EBE75EDE-CD28-4959-A515-50422F9896C8}"/>
                </a:ext>
              </a:extLst>
            </p:cNvPr>
            <p:cNvSpPr txBox="1"/>
            <p:nvPr/>
          </p:nvSpPr>
          <p:spPr bwMode="auto">
            <a:xfrm>
              <a:off x="3093414" y="5028246"/>
              <a:ext cx="2107934" cy="3875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b" anchorCtr="0">
              <a:no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zh-CN" sz="2000" b="1" dirty="0"/>
                <a:t>Resource Isolation</a:t>
              </a:r>
            </a:p>
          </p:txBody>
        </p:sp>
        <p:sp>
          <p:nvSpPr>
            <p:cNvPr id="24" name="ïśľîḓê">
              <a:extLst>
                <a:ext uri="{FF2B5EF4-FFF2-40B4-BE49-F238E27FC236}">
                  <a16:creationId xmlns:a16="http://schemas.microsoft.com/office/drawing/2014/main" id="{F4DDD6C4-FB54-4105-AFF0-97EF6EF3F796}"/>
                </a:ext>
              </a:extLst>
            </p:cNvPr>
            <p:cNvSpPr txBox="1"/>
            <p:nvPr/>
          </p:nvSpPr>
          <p:spPr bwMode="auto">
            <a:xfrm>
              <a:off x="5516903" y="4782103"/>
              <a:ext cx="2107934" cy="3875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b" anchorCtr="0">
              <a:no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zh-CN" sz="2000" b="1" dirty="0"/>
                <a:t>Fallback</a:t>
              </a:r>
            </a:p>
          </p:txBody>
        </p:sp>
        <p:sp>
          <p:nvSpPr>
            <p:cNvPr id="13" name="iṡḷíḋê">
              <a:extLst>
                <a:ext uri="{FF2B5EF4-FFF2-40B4-BE49-F238E27FC236}">
                  <a16:creationId xmlns:a16="http://schemas.microsoft.com/office/drawing/2014/main" id="{965B35F5-9144-448F-83AA-C5C594576BF7}"/>
                </a:ext>
              </a:extLst>
            </p:cNvPr>
            <p:cNvSpPr/>
            <p:nvPr/>
          </p:nvSpPr>
          <p:spPr>
            <a:xfrm>
              <a:off x="5516903" y="2505558"/>
              <a:ext cx="2107934" cy="1995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en-US" sz="900" dirty="0"/>
            </a:p>
          </p:txBody>
        </p: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06DF61DC-F631-4233-9483-11B410085858}"/>
                </a:ext>
              </a:extLst>
            </p:cNvPr>
            <p:cNvCxnSpPr>
              <a:cxnSpLocks/>
            </p:cNvCxnSpPr>
            <p:nvPr/>
          </p:nvCxnSpPr>
          <p:spPr>
            <a:xfrm>
              <a:off x="5259734" y="4782103"/>
              <a:ext cx="0" cy="1361522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îšlíḑé">
              <a:extLst>
                <a:ext uri="{FF2B5EF4-FFF2-40B4-BE49-F238E27FC236}">
                  <a16:creationId xmlns:a16="http://schemas.microsoft.com/office/drawing/2014/main" id="{C43364E6-7CC3-4583-BF25-FDC66223104B}"/>
                </a:ext>
              </a:extLst>
            </p:cNvPr>
            <p:cNvSpPr/>
            <p:nvPr/>
          </p:nvSpPr>
          <p:spPr>
            <a:xfrm>
              <a:off x="669925" y="2505558"/>
              <a:ext cx="2107934" cy="1995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en-US" sz="900"/>
            </a:p>
          </p:txBody>
        </p:sp>
        <p:sp>
          <p:nvSpPr>
            <p:cNvPr id="22" name="íṩḻidè">
              <a:extLst>
                <a:ext uri="{FF2B5EF4-FFF2-40B4-BE49-F238E27FC236}">
                  <a16:creationId xmlns:a16="http://schemas.microsoft.com/office/drawing/2014/main" id="{28BCAEDE-C447-4C91-8650-CF519D905F7A}"/>
                </a:ext>
              </a:extLst>
            </p:cNvPr>
            <p:cNvSpPr txBox="1"/>
            <p:nvPr/>
          </p:nvSpPr>
          <p:spPr bwMode="auto">
            <a:xfrm>
              <a:off x="669925" y="4782103"/>
              <a:ext cx="2107934" cy="3875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b" anchorCtr="0">
              <a:normAutofit lnSpcReduction="10000"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zh-CN" sz="2000" b="1" dirty="0"/>
                <a:t>Trip</a:t>
              </a:r>
            </a:p>
          </p:txBody>
        </p: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FE8613EC-F3F0-4C82-B148-8E681F83E628}"/>
                </a:ext>
              </a:extLst>
            </p:cNvPr>
            <p:cNvCxnSpPr>
              <a:cxnSpLocks/>
            </p:cNvCxnSpPr>
            <p:nvPr/>
          </p:nvCxnSpPr>
          <p:spPr>
            <a:xfrm>
              <a:off x="3035028" y="4782103"/>
              <a:ext cx="0" cy="1361522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ïşļíḓe">
              <a:extLst>
                <a:ext uri="{FF2B5EF4-FFF2-40B4-BE49-F238E27FC236}">
                  <a16:creationId xmlns:a16="http://schemas.microsoft.com/office/drawing/2014/main" id="{A0164B15-30A5-4645-A8AA-50B7DCFA0A99}"/>
                </a:ext>
              </a:extLst>
            </p:cNvPr>
            <p:cNvSpPr/>
            <p:nvPr/>
          </p:nvSpPr>
          <p:spPr bwMode="auto">
            <a:xfrm>
              <a:off x="3869906" y="3226417"/>
              <a:ext cx="554950" cy="553910"/>
            </a:xfrm>
            <a:custGeom>
              <a:avLst/>
              <a:gdLst>
                <a:gd name="connsiteX0" fmla="*/ 290910 w 605702"/>
                <a:gd name="connsiteY0" fmla="*/ 156336 h 604568"/>
                <a:gd name="connsiteX1" fmla="*/ 335849 w 605702"/>
                <a:gd name="connsiteY1" fmla="*/ 164992 h 604568"/>
                <a:gd name="connsiteX2" fmla="*/ 288310 w 605702"/>
                <a:gd name="connsiteY2" fmla="*/ 212456 h 604568"/>
                <a:gd name="connsiteX3" fmla="*/ 203632 w 605702"/>
                <a:gd name="connsiteY3" fmla="*/ 244717 h 604568"/>
                <a:gd name="connsiteX4" fmla="*/ 203632 w 605702"/>
                <a:gd name="connsiteY4" fmla="*/ 401388 h 604568"/>
                <a:gd name="connsiteX5" fmla="*/ 360547 w 605702"/>
                <a:gd name="connsiteY5" fmla="*/ 401388 h 604568"/>
                <a:gd name="connsiteX6" fmla="*/ 392859 w 605702"/>
                <a:gd name="connsiteY6" fmla="*/ 316749 h 604568"/>
                <a:gd name="connsiteX7" fmla="*/ 440397 w 605702"/>
                <a:gd name="connsiteY7" fmla="*/ 269284 h 604568"/>
                <a:gd name="connsiteX8" fmla="*/ 400287 w 605702"/>
                <a:gd name="connsiteY8" fmla="*/ 441065 h 604568"/>
                <a:gd name="connsiteX9" fmla="*/ 163892 w 605702"/>
                <a:gd name="connsiteY9" fmla="*/ 441065 h 604568"/>
                <a:gd name="connsiteX10" fmla="*/ 163892 w 605702"/>
                <a:gd name="connsiteY10" fmla="*/ 205040 h 604568"/>
                <a:gd name="connsiteX11" fmla="*/ 290910 w 605702"/>
                <a:gd name="connsiteY11" fmla="*/ 156336 h 604568"/>
                <a:gd name="connsiteX12" fmla="*/ 246542 w 605702"/>
                <a:gd name="connsiteY12" fmla="*/ 43775 h 604568"/>
                <a:gd name="connsiteX13" fmla="*/ 422196 w 605702"/>
                <a:gd name="connsiteY13" fmla="*/ 78723 h 604568"/>
                <a:gd name="connsiteX14" fmla="*/ 376794 w 605702"/>
                <a:gd name="connsiteY14" fmla="*/ 124054 h 604568"/>
                <a:gd name="connsiteX15" fmla="*/ 126109 w 605702"/>
                <a:gd name="connsiteY15" fmla="*/ 167345 h 604568"/>
                <a:gd name="connsiteX16" fmla="*/ 126109 w 605702"/>
                <a:gd name="connsiteY16" fmla="*/ 478820 h 604568"/>
                <a:gd name="connsiteX17" fmla="*/ 438073 w 605702"/>
                <a:gd name="connsiteY17" fmla="*/ 478820 h 604568"/>
                <a:gd name="connsiteX18" fmla="*/ 481432 w 605702"/>
                <a:gd name="connsiteY18" fmla="*/ 228527 h 604568"/>
                <a:gd name="connsiteX19" fmla="*/ 526741 w 605702"/>
                <a:gd name="connsiteY19" fmla="*/ 183011 h 604568"/>
                <a:gd name="connsiteX20" fmla="*/ 481432 w 605702"/>
                <a:gd name="connsiteY20" fmla="*/ 522111 h 604568"/>
                <a:gd name="connsiteX21" fmla="*/ 82657 w 605702"/>
                <a:gd name="connsiteY21" fmla="*/ 522111 h 604568"/>
                <a:gd name="connsiteX22" fmla="*/ 82657 w 605702"/>
                <a:gd name="connsiteY22" fmla="*/ 123961 h 604568"/>
                <a:gd name="connsiteX23" fmla="*/ 246542 w 605702"/>
                <a:gd name="connsiteY23" fmla="*/ 43775 h 604568"/>
                <a:gd name="connsiteX24" fmla="*/ 536061 w 605702"/>
                <a:gd name="connsiteY24" fmla="*/ 0 h 604568"/>
                <a:gd name="connsiteX25" fmla="*/ 544232 w 605702"/>
                <a:gd name="connsiteY25" fmla="*/ 61368 h 604568"/>
                <a:gd name="connsiteX26" fmla="*/ 605702 w 605702"/>
                <a:gd name="connsiteY26" fmla="*/ 69526 h 604568"/>
                <a:gd name="connsiteX27" fmla="*/ 524361 w 605702"/>
                <a:gd name="connsiteY27" fmla="*/ 150732 h 604568"/>
                <a:gd name="connsiteX28" fmla="*/ 498361 w 605702"/>
                <a:gd name="connsiteY28" fmla="*/ 147302 h 604568"/>
                <a:gd name="connsiteX29" fmla="*/ 337721 w 605702"/>
                <a:gd name="connsiteY29" fmla="*/ 307767 h 604568"/>
                <a:gd name="connsiteX30" fmla="*/ 339764 w 605702"/>
                <a:gd name="connsiteY30" fmla="*/ 323063 h 604568"/>
                <a:gd name="connsiteX31" fmla="*/ 282101 w 605702"/>
                <a:gd name="connsiteY31" fmla="*/ 380630 h 604568"/>
                <a:gd name="connsiteX32" fmla="*/ 224437 w 605702"/>
                <a:gd name="connsiteY32" fmla="*/ 323063 h 604568"/>
                <a:gd name="connsiteX33" fmla="*/ 282101 w 605702"/>
                <a:gd name="connsiteY33" fmla="*/ 265495 h 604568"/>
                <a:gd name="connsiteX34" fmla="*/ 297422 w 605702"/>
                <a:gd name="connsiteY34" fmla="*/ 267535 h 604568"/>
                <a:gd name="connsiteX35" fmla="*/ 458155 w 605702"/>
                <a:gd name="connsiteY35" fmla="*/ 107162 h 604568"/>
                <a:gd name="connsiteX36" fmla="*/ 454719 w 605702"/>
                <a:gd name="connsiteY36" fmla="*/ 81206 h 604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605702" h="604568">
                  <a:moveTo>
                    <a:pt x="290910" y="156336"/>
                  </a:moveTo>
                  <a:cubicBezTo>
                    <a:pt x="306137" y="157147"/>
                    <a:pt x="321272" y="160032"/>
                    <a:pt x="335849" y="164992"/>
                  </a:cubicBezTo>
                  <a:lnTo>
                    <a:pt x="288310" y="212456"/>
                  </a:lnTo>
                  <a:cubicBezTo>
                    <a:pt x="257856" y="210695"/>
                    <a:pt x="226844" y="221449"/>
                    <a:pt x="203632" y="244717"/>
                  </a:cubicBezTo>
                  <a:cubicBezTo>
                    <a:pt x="160271" y="287918"/>
                    <a:pt x="160271" y="358187"/>
                    <a:pt x="203632" y="401388"/>
                  </a:cubicBezTo>
                  <a:cubicBezTo>
                    <a:pt x="246900" y="444680"/>
                    <a:pt x="317279" y="444680"/>
                    <a:pt x="360547" y="401388"/>
                  </a:cubicBezTo>
                  <a:cubicBezTo>
                    <a:pt x="383852" y="378211"/>
                    <a:pt x="394623" y="347156"/>
                    <a:pt x="392859" y="316749"/>
                  </a:cubicBezTo>
                  <a:lnTo>
                    <a:pt x="440397" y="269284"/>
                  </a:lnTo>
                  <a:cubicBezTo>
                    <a:pt x="460267" y="327595"/>
                    <a:pt x="446897" y="394620"/>
                    <a:pt x="400287" y="441065"/>
                  </a:cubicBezTo>
                  <a:cubicBezTo>
                    <a:pt x="335106" y="506236"/>
                    <a:pt x="229073" y="506236"/>
                    <a:pt x="163892" y="441065"/>
                  </a:cubicBezTo>
                  <a:cubicBezTo>
                    <a:pt x="98619" y="375987"/>
                    <a:pt x="98619" y="270118"/>
                    <a:pt x="163892" y="205040"/>
                  </a:cubicBezTo>
                  <a:cubicBezTo>
                    <a:pt x="198711" y="170137"/>
                    <a:pt x="245228" y="153902"/>
                    <a:pt x="290910" y="156336"/>
                  </a:cubicBezTo>
                  <a:close/>
                  <a:moveTo>
                    <a:pt x="246542" y="43775"/>
                  </a:moveTo>
                  <a:cubicBezTo>
                    <a:pt x="306463" y="36243"/>
                    <a:pt x="368345" y="47900"/>
                    <a:pt x="422196" y="78723"/>
                  </a:cubicBezTo>
                  <a:lnTo>
                    <a:pt x="376794" y="124054"/>
                  </a:lnTo>
                  <a:cubicBezTo>
                    <a:pt x="294811" y="85305"/>
                    <a:pt x="193980" y="99581"/>
                    <a:pt x="126109" y="167345"/>
                  </a:cubicBezTo>
                  <a:cubicBezTo>
                    <a:pt x="39948" y="253371"/>
                    <a:pt x="39948" y="392793"/>
                    <a:pt x="126109" y="478820"/>
                  </a:cubicBezTo>
                  <a:cubicBezTo>
                    <a:pt x="212271" y="564846"/>
                    <a:pt x="351912" y="564846"/>
                    <a:pt x="438073" y="478820"/>
                  </a:cubicBezTo>
                  <a:cubicBezTo>
                    <a:pt x="505944" y="411055"/>
                    <a:pt x="520428" y="310382"/>
                    <a:pt x="481432" y="228527"/>
                  </a:cubicBezTo>
                  <a:lnTo>
                    <a:pt x="526741" y="183011"/>
                  </a:lnTo>
                  <a:cubicBezTo>
                    <a:pt x="588484" y="290544"/>
                    <a:pt x="573350" y="430244"/>
                    <a:pt x="481432" y="522111"/>
                  </a:cubicBezTo>
                  <a:cubicBezTo>
                    <a:pt x="371316" y="632054"/>
                    <a:pt x="192866" y="632054"/>
                    <a:pt x="82657" y="522111"/>
                  </a:cubicBezTo>
                  <a:cubicBezTo>
                    <a:pt x="-27552" y="412168"/>
                    <a:pt x="-27552" y="233997"/>
                    <a:pt x="82657" y="123961"/>
                  </a:cubicBezTo>
                  <a:cubicBezTo>
                    <a:pt x="128662" y="78028"/>
                    <a:pt x="186622" y="51307"/>
                    <a:pt x="246542" y="43775"/>
                  </a:cubicBezTo>
                  <a:close/>
                  <a:moveTo>
                    <a:pt x="536061" y="0"/>
                  </a:moveTo>
                  <a:lnTo>
                    <a:pt x="544232" y="61368"/>
                  </a:lnTo>
                  <a:lnTo>
                    <a:pt x="605702" y="69526"/>
                  </a:lnTo>
                  <a:lnTo>
                    <a:pt x="524361" y="150732"/>
                  </a:lnTo>
                  <a:lnTo>
                    <a:pt x="498361" y="147302"/>
                  </a:lnTo>
                  <a:lnTo>
                    <a:pt x="337721" y="307767"/>
                  </a:lnTo>
                  <a:cubicBezTo>
                    <a:pt x="339021" y="312588"/>
                    <a:pt x="339764" y="317779"/>
                    <a:pt x="339764" y="323063"/>
                  </a:cubicBezTo>
                  <a:cubicBezTo>
                    <a:pt x="339764" y="354859"/>
                    <a:pt x="313950" y="380630"/>
                    <a:pt x="282101" y="380630"/>
                  </a:cubicBezTo>
                  <a:cubicBezTo>
                    <a:pt x="250251" y="380630"/>
                    <a:pt x="224437" y="354859"/>
                    <a:pt x="224437" y="323063"/>
                  </a:cubicBezTo>
                  <a:cubicBezTo>
                    <a:pt x="224437" y="291266"/>
                    <a:pt x="250251" y="265495"/>
                    <a:pt x="282101" y="265495"/>
                  </a:cubicBezTo>
                  <a:cubicBezTo>
                    <a:pt x="287393" y="265495"/>
                    <a:pt x="292500" y="266237"/>
                    <a:pt x="297422" y="267535"/>
                  </a:cubicBezTo>
                  <a:lnTo>
                    <a:pt x="458155" y="107162"/>
                  </a:lnTo>
                  <a:lnTo>
                    <a:pt x="454719" y="8120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square" lIns="91440" tIns="45720" rIns="91440" bIns="45720">
              <a:normAutofit/>
            </a:bodyPr>
            <a:lstStyle/>
            <a:p>
              <a:endParaRPr lang="zh-CN" altLang="en-US"/>
            </a:p>
          </p:txBody>
        </p:sp>
        <p:sp>
          <p:nvSpPr>
            <p:cNvPr id="31" name="ïśľîḓê">
              <a:extLst>
                <a:ext uri="{FF2B5EF4-FFF2-40B4-BE49-F238E27FC236}">
                  <a16:creationId xmlns:a16="http://schemas.microsoft.com/office/drawing/2014/main" id="{C6516D55-DE30-4D63-9607-4E9569BD2E07}"/>
                </a:ext>
              </a:extLst>
            </p:cNvPr>
            <p:cNvSpPr txBox="1"/>
            <p:nvPr/>
          </p:nvSpPr>
          <p:spPr bwMode="auto">
            <a:xfrm>
              <a:off x="7882005" y="4782103"/>
              <a:ext cx="2107934" cy="3875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b" anchorCtr="0">
              <a:normAutofit lnSpcReduction="10000"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zh-CN" sz="2000" b="1" dirty="0"/>
                <a:t>Self-healing</a:t>
              </a:r>
            </a:p>
          </p:txBody>
        </p:sp>
        <p:sp>
          <p:nvSpPr>
            <p:cNvPr id="32" name="iṡḷíḋê">
              <a:extLst>
                <a:ext uri="{FF2B5EF4-FFF2-40B4-BE49-F238E27FC236}">
                  <a16:creationId xmlns:a16="http://schemas.microsoft.com/office/drawing/2014/main" id="{3E116B7D-D80C-4D2D-BFE0-C258B80AEAD7}"/>
                </a:ext>
              </a:extLst>
            </p:cNvPr>
            <p:cNvSpPr/>
            <p:nvPr/>
          </p:nvSpPr>
          <p:spPr>
            <a:xfrm>
              <a:off x="7882005" y="2505558"/>
              <a:ext cx="2107934" cy="1995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en-US" sz="900" dirty="0"/>
            </a:p>
          </p:txBody>
        </p:sp>
        <p:sp>
          <p:nvSpPr>
            <p:cNvPr id="33" name="ïSľïḍé">
              <a:extLst>
                <a:ext uri="{FF2B5EF4-FFF2-40B4-BE49-F238E27FC236}">
                  <a16:creationId xmlns:a16="http://schemas.microsoft.com/office/drawing/2014/main" id="{539D1CD1-9862-4865-9B4D-83847AC4D016}"/>
                </a:ext>
              </a:extLst>
            </p:cNvPr>
            <p:cNvSpPr/>
            <p:nvPr/>
          </p:nvSpPr>
          <p:spPr bwMode="auto">
            <a:xfrm>
              <a:off x="8616491" y="3196120"/>
              <a:ext cx="638962" cy="614504"/>
            </a:xfrm>
            <a:custGeom>
              <a:avLst/>
              <a:gdLst>
                <a:gd name="connsiteX0" fmla="*/ 61288 w 609549"/>
                <a:gd name="connsiteY0" fmla="*/ 383285 h 586216"/>
                <a:gd name="connsiteX1" fmla="*/ 71162 w 609549"/>
                <a:gd name="connsiteY1" fmla="*/ 387101 h 586216"/>
                <a:gd name="connsiteX2" fmla="*/ 120018 w 609549"/>
                <a:gd name="connsiteY2" fmla="*/ 435892 h 586216"/>
                <a:gd name="connsiteX3" fmla="*/ 120018 w 609549"/>
                <a:gd name="connsiteY3" fmla="*/ 454200 h 586216"/>
                <a:gd name="connsiteX4" fmla="*/ 56639 w 609549"/>
                <a:gd name="connsiteY4" fmla="*/ 517543 h 586216"/>
                <a:gd name="connsiteX5" fmla="*/ 35592 w 609549"/>
                <a:gd name="connsiteY5" fmla="*/ 513644 h 586216"/>
                <a:gd name="connsiteX6" fmla="*/ 51877 w 609549"/>
                <a:gd name="connsiteY6" fmla="*/ 388099 h 586216"/>
                <a:gd name="connsiteX7" fmla="*/ 61288 w 609549"/>
                <a:gd name="connsiteY7" fmla="*/ 383285 h 586216"/>
                <a:gd name="connsiteX8" fmla="*/ 235245 w 609549"/>
                <a:gd name="connsiteY8" fmla="*/ 302810 h 586216"/>
                <a:gd name="connsiteX9" fmla="*/ 306042 w 609549"/>
                <a:gd name="connsiteY9" fmla="*/ 373466 h 586216"/>
                <a:gd name="connsiteX10" fmla="*/ 258717 w 609549"/>
                <a:gd name="connsiteY10" fmla="*/ 420680 h 586216"/>
                <a:gd name="connsiteX11" fmla="*/ 230246 w 609549"/>
                <a:gd name="connsiteY11" fmla="*/ 550152 h 586216"/>
                <a:gd name="connsiteX12" fmla="*/ 92223 w 609549"/>
                <a:gd name="connsiteY12" fmla="*/ 575305 h 586216"/>
                <a:gd name="connsiteX13" fmla="*/ 88748 w 609549"/>
                <a:gd name="connsiteY13" fmla="*/ 556143 h 586216"/>
                <a:gd name="connsiteX14" fmla="*/ 165115 w 609549"/>
                <a:gd name="connsiteY14" fmla="*/ 479877 h 586216"/>
                <a:gd name="connsiteX15" fmla="*/ 165115 w 609549"/>
                <a:gd name="connsiteY15" fmla="*/ 446308 h 586216"/>
                <a:gd name="connsiteX16" fmla="*/ 88700 w 609549"/>
                <a:gd name="connsiteY16" fmla="*/ 369995 h 586216"/>
                <a:gd name="connsiteX17" fmla="*/ 92128 w 609549"/>
                <a:gd name="connsiteY17" fmla="*/ 350976 h 586216"/>
                <a:gd name="connsiteX18" fmla="*/ 189111 w 609549"/>
                <a:gd name="connsiteY18" fmla="*/ 348884 h 586216"/>
                <a:gd name="connsiteX19" fmla="*/ 257958 w 609549"/>
                <a:gd name="connsiteY19" fmla="*/ 161679 h 586216"/>
                <a:gd name="connsiteX20" fmla="*/ 317251 w 609549"/>
                <a:gd name="connsiteY20" fmla="*/ 220879 h 586216"/>
                <a:gd name="connsiteX21" fmla="*/ 388070 w 609549"/>
                <a:gd name="connsiteY21" fmla="*/ 291586 h 586216"/>
                <a:gd name="connsiteX22" fmla="*/ 604906 w 609549"/>
                <a:gd name="connsiteY22" fmla="*/ 508130 h 586216"/>
                <a:gd name="connsiteX23" fmla="*/ 604906 w 609549"/>
                <a:gd name="connsiteY23" fmla="*/ 530526 h 586216"/>
                <a:gd name="connsiteX24" fmla="*/ 556567 w 609549"/>
                <a:gd name="connsiteY24" fmla="*/ 578789 h 586216"/>
                <a:gd name="connsiteX25" fmla="*/ 545327 w 609549"/>
                <a:gd name="connsiteY25" fmla="*/ 583449 h 586216"/>
                <a:gd name="connsiteX26" fmla="*/ 534135 w 609549"/>
                <a:gd name="connsiteY26" fmla="*/ 578789 h 586216"/>
                <a:gd name="connsiteX27" fmla="*/ 317251 w 609549"/>
                <a:gd name="connsiteY27" fmla="*/ 362293 h 586216"/>
                <a:gd name="connsiteX28" fmla="*/ 246481 w 609549"/>
                <a:gd name="connsiteY28" fmla="*/ 291586 h 586216"/>
                <a:gd name="connsiteX29" fmla="*/ 187140 w 609549"/>
                <a:gd name="connsiteY29" fmla="*/ 232339 h 586216"/>
                <a:gd name="connsiteX30" fmla="*/ 58606 w 609549"/>
                <a:gd name="connsiteY30" fmla="*/ 160814 h 586216"/>
                <a:gd name="connsiteX31" fmla="*/ 126401 w 609549"/>
                <a:gd name="connsiteY31" fmla="*/ 228498 h 586216"/>
                <a:gd name="connsiteX32" fmla="*/ 111975 w 609549"/>
                <a:gd name="connsiteY32" fmla="*/ 242899 h 586216"/>
                <a:gd name="connsiteX33" fmla="*/ 119307 w 609549"/>
                <a:gd name="connsiteY33" fmla="*/ 250219 h 586216"/>
                <a:gd name="connsiteX34" fmla="*/ 119307 w 609549"/>
                <a:gd name="connsiteY34" fmla="*/ 277692 h 586216"/>
                <a:gd name="connsiteX35" fmla="*/ 115641 w 609549"/>
                <a:gd name="connsiteY35" fmla="*/ 281352 h 586216"/>
                <a:gd name="connsiteX36" fmla="*/ 88123 w 609549"/>
                <a:gd name="connsiteY36" fmla="*/ 281352 h 586216"/>
                <a:gd name="connsiteX37" fmla="*/ 5712 w 609549"/>
                <a:gd name="connsiteY37" fmla="*/ 199029 h 586216"/>
                <a:gd name="connsiteX38" fmla="*/ 5712 w 609549"/>
                <a:gd name="connsiteY38" fmla="*/ 171604 h 586216"/>
                <a:gd name="connsiteX39" fmla="*/ 9378 w 609549"/>
                <a:gd name="connsiteY39" fmla="*/ 167944 h 586216"/>
                <a:gd name="connsiteX40" fmla="*/ 36849 w 609549"/>
                <a:gd name="connsiteY40" fmla="*/ 167944 h 586216"/>
                <a:gd name="connsiteX41" fmla="*/ 44180 w 609549"/>
                <a:gd name="connsiteY41" fmla="*/ 175264 h 586216"/>
                <a:gd name="connsiteX42" fmla="*/ 585775 w 609549"/>
                <a:gd name="connsiteY42" fmla="*/ 66370 h 586216"/>
                <a:gd name="connsiteX43" fmla="*/ 595263 w 609549"/>
                <a:gd name="connsiteY43" fmla="*/ 73839 h 586216"/>
                <a:gd name="connsiteX44" fmla="*/ 578978 w 609549"/>
                <a:gd name="connsiteY44" fmla="*/ 199341 h 586216"/>
                <a:gd name="connsiteX45" fmla="*/ 559693 w 609549"/>
                <a:gd name="connsiteY45" fmla="*/ 200387 h 586216"/>
                <a:gd name="connsiteX46" fmla="*/ 510789 w 609549"/>
                <a:gd name="connsiteY46" fmla="*/ 151612 h 586216"/>
                <a:gd name="connsiteX47" fmla="*/ 510789 w 609549"/>
                <a:gd name="connsiteY47" fmla="*/ 133262 h 586216"/>
                <a:gd name="connsiteX48" fmla="*/ 574216 w 609549"/>
                <a:gd name="connsiteY48" fmla="*/ 69988 h 586216"/>
                <a:gd name="connsiteX49" fmla="*/ 585775 w 609549"/>
                <a:gd name="connsiteY49" fmla="*/ 66370 h 586216"/>
                <a:gd name="connsiteX50" fmla="*/ 158702 w 609549"/>
                <a:gd name="connsiteY50" fmla="*/ 26758 h 586216"/>
                <a:gd name="connsiteX51" fmla="*/ 172463 w 609549"/>
                <a:gd name="connsiteY51" fmla="*/ 32464 h 586216"/>
                <a:gd name="connsiteX52" fmla="*/ 179701 w 609549"/>
                <a:gd name="connsiteY52" fmla="*/ 39691 h 586216"/>
                <a:gd name="connsiteX53" fmla="*/ 246935 w 609549"/>
                <a:gd name="connsiteY53" fmla="*/ 106831 h 586216"/>
                <a:gd name="connsiteX54" fmla="*/ 254886 w 609549"/>
                <a:gd name="connsiteY54" fmla="*/ 114819 h 586216"/>
                <a:gd name="connsiteX55" fmla="*/ 257600 w 609549"/>
                <a:gd name="connsiteY55" fmla="*/ 138879 h 586216"/>
                <a:gd name="connsiteX56" fmla="*/ 254886 w 609549"/>
                <a:gd name="connsiteY56" fmla="*/ 142255 h 586216"/>
                <a:gd name="connsiteX57" fmla="*/ 252315 w 609549"/>
                <a:gd name="connsiteY57" fmla="*/ 144823 h 586216"/>
                <a:gd name="connsiteX58" fmla="*/ 246696 w 609549"/>
                <a:gd name="connsiteY58" fmla="*/ 150434 h 586216"/>
                <a:gd name="connsiteX59" fmla="*/ 175892 w 609549"/>
                <a:gd name="connsiteY59" fmla="*/ 221140 h 586216"/>
                <a:gd name="connsiteX60" fmla="*/ 172463 w 609549"/>
                <a:gd name="connsiteY60" fmla="*/ 224611 h 586216"/>
                <a:gd name="connsiteX61" fmla="*/ 170130 w 609549"/>
                <a:gd name="connsiteY61" fmla="*/ 226560 h 586216"/>
                <a:gd name="connsiteX62" fmla="*/ 162274 w 609549"/>
                <a:gd name="connsiteY62" fmla="*/ 229936 h 586216"/>
                <a:gd name="connsiteX63" fmla="*/ 158702 w 609549"/>
                <a:gd name="connsiteY63" fmla="*/ 230269 h 586216"/>
                <a:gd name="connsiteX64" fmla="*/ 144942 w 609549"/>
                <a:gd name="connsiteY64" fmla="*/ 224611 h 586216"/>
                <a:gd name="connsiteX65" fmla="*/ 137609 w 609549"/>
                <a:gd name="connsiteY65" fmla="*/ 217288 h 586216"/>
                <a:gd name="connsiteX66" fmla="*/ 69804 w 609549"/>
                <a:gd name="connsiteY66" fmla="*/ 149578 h 586216"/>
                <a:gd name="connsiteX67" fmla="*/ 62519 w 609549"/>
                <a:gd name="connsiteY67" fmla="*/ 142255 h 586216"/>
                <a:gd name="connsiteX68" fmla="*/ 62519 w 609549"/>
                <a:gd name="connsiteY68" fmla="*/ 114819 h 586216"/>
                <a:gd name="connsiteX69" fmla="*/ 144942 w 609549"/>
                <a:gd name="connsiteY69" fmla="*/ 32464 h 586216"/>
                <a:gd name="connsiteX70" fmla="*/ 158702 w 609549"/>
                <a:gd name="connsiteY70" fmla="*/ 26758 h 586216"/>
                <a:gd name="connsiteX71" fmla="*/ 254809 w 609549"/>
                <a:gd name="connsiteY71" fmla="*/ 6542 h 586216"/>
                <a:gd name="connsiteX72" fmla="*/ 321015 w 609549"/>
                <a:gd name="connsiteY72" fmla="*/ 29913 h 586216"/>
                <a:gd name="connsiteX73" fmla="*/ 260017 w 609549"/>
                <a:gd name="connsiteY73" fmla="*/ 97465 h 586216"/>
                <a:gd name="connsiteX74" fmla="*/ 193067 w 609549"/>
                <a:gd name="connsiteY74" fmla="*/ 30626 h 586216"/>
                <a:gd name="connsiteX75" fmla="*/ 254809 w 609549"/>
                <a:gd name="connsiteY75" fmla="*/ 6542 h 586216"/>
                <a:gd name="connsiteX76" fmla="*/ 503105 w 609549"/>
                <a:gd name="connsiteY76" fmla="*/ 953 h 586216"/>
                <a:gd name="connsiteX77" fmla="*/ 538560 w 609549"/>
                <a:gd name="connsiteY77" fmla="*/ 10911 h 586216"/>
                <a:gd name="connsiteX78" fmla="*/ 542083 w 609549"/>
                <a:gd name="connsiteY78" fmla="*/ 30073 h 586216"/>
                <a:gd name="connsiteX79" fmla="*/ 465709 w 609549"/>
                <a:gd name="connsiteY79" fmla="*/ 106341 h 586216"/>
                <a:gd name="connsiteX80" fmla="*/ 465709 w 609549"/>
                <a:gd name="connsiteY80" fmla="*/ 139911 h 586216"/>
                <a:gd name="connsiteX81" fmla="*/ 542131 w 609549"/>
                <a:gd name="connsiteY81" fmla="*/ 216227 h 586216"/>
                <a:gd name="connsiteX82" fmla="*/ 538655 w 609549"/>
                <a:gd name="connsiteY82" fmla="*/ 235246 h 586216"/>
                <a:gd name="connsiteX83" fmla="*/ 442187 w 609549"/>
                <a:gd name="connsiteY83" fmla="*/ 237528 h 586216"/>
                <a:gd name="connsiteX84" fmla="*/ 399238 w 609549"/>
                <a:gd name="connsiteY84" fmla="*/ 280370 h 586216"/>
                <a:gd name="connsiteX85" fmla="*/ 328482 w 609549"/>
                <a:gd name="connsiteY85" fmla="*/ 209712 h 586216"/>
                <a:gd name="connsiteX86" fmla="*/ 372240 w 609549"/>
                <a:gd name="connsiteY86" fmla="*/ 166015 h 586216"/>
                <a:gd name="connsiteX87" fmla="*/ 400571 w 609549"/>
                <a:gd name="connsiteY87" fmla="*/ 36064 h 586216"/>
                <a:gd name="connsiteX88" fmla="*/ 503105 w 609549"/>
                <a:gd name="connsiteY88" fmla="*/ 953 h 5862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609549" h="586216">
                  <a:moveTo>
                    <a:pt x="61288" y="383285"/>
                  </a:moveTo>
                  <a:cubicBezTo>
                    <a:pt x="64829" y="383106"/>
                    <a:pt x="68448" y="384367"/>
                    <a:pt x="71162" y="387101"/>
                  </a:cubicBezTo>
                  <a:lnTo>
                    <a:pt x="120018" y="435892"/>
                  </a:lnTo>
                  <a:cubicBezTo>
                    <a:pt x="125113" y="440933"/>
                    <a:pt x="125113" y="449160"/>
                    <a:pt x="120018" y="454200"/>
                  </a:cubicBezTo>
                  <a:lnTo>
                    <a:pt x="56639" y="517543"/>
                  </a:lnTo>
                  <a:cubicBezTo>
                    <a:pt x="50211" y="523963"/>
                    <a:pt x="39211" y="522013"/>
                    <a:pt x="35592" y="513644"/>
                  </a:cubicBezTo>
                  <a:cubicBezTo>
                    <a:pt x="17783" y="472794"/>
                    <a:pt x="23211" y="424288"/>
                    <a:pt x="51877" y="388099"/>
                  </a:cubicBezTo>
                  <a:cubicBezTo>
                    <a:pt x="54282" y="385079"/>
                    <a:pt x="57746" y="383463"/>
                    <a:pt x="61288" y="383285"/>
                  </a:cubicBezTo>
                  <a:close/>
                  <a:moveTo>
                    <a:pt x="235245" y="302810"/>
                  </a:moveTo>
                  <a:lnTo>
                    <a:pt x="306042" y="373466"/>
                  </a:lnTo>
                  <a:lnTo>
                    <a:pt x="258717" y="420680"/>
                  </a:lnTo>
                  <a:cubicBezTo>
                    <a:pt x="274667" y="464329"/>
                    <a:pt x="265192" y="515300"/>
                    <a:pt x="230246" y="550152"/>
                  </a:cubicBezTo>
                  <a:cubicBezTo>
                    <a:pt x="192919" y="587430"/>
                    <a:pt x="137644" y="595798"/>
                    <a:pt x="92223" y="575305"/>
                  </a:cubicBezTo>
                  <a:cubicBezTo>
                    <a:pt x="84701" y="571882"/>
                    <a:pt x="82892" y="561992"/>
                    <a:pt x="88748" y="556143"/>
                  </a:cubicBezTo>
                  <a:lnTo>
                    <a:pt x="165115" y="479877"/>
                  </a:lnTo>
                  <a:cubicBezTo>
                    <a:pt x="174399" y="470605"/>
                    <a:pt x="174399" y="455580"/>
                    <a:pt x="165115" y="446308"/>
                  </a:cubicBezTo>
                  <a:lnTo>
                    <a:pt x="88700" y="369995"/>
                  </a:lnTo>
                  <a:cubicBezTo>
                    <a:pt x="82844" y="364194"/>
                    <a:pt x="84653" y="354399"/>
                    <a:pt x="92128" y="350976"/>
                  </a:cubicBezTo>
                  <a:cubicBezTo>
                    <a:pt x="122789" y="337092"/>
                    <a:pt x="157973" y="336379"/>
                    <a:pt x="189111" y="348884"/>
                  </a:cubicBezTo>
                  <a:close/>
                  <a:moveTo>
                    <a:pt x="257958" y="161679"/>
                  </a:moveTo>
                  <a:lnTo>
                    <a:pt x="317251" y="220879"/>
                  </a:lnTo>
                  <a:lnTo>
                    <a:pt x="388070" y="291586"/>
                  </a:lnTo>
                  <a:lnTo>
                    <a:pt x="604906" y="508130"/>
                  </a:lnTo>
                  <a:cubicBezTo>
                    <a:pt x="611097" y="514311"/>
                    <a:pt x="611097" y="524344"/>
                    <a:pt x="604906" y="530526"/>
                  </a:cubicBezTo>
                  <a:lnTo>
                    <a:pt x="556567" y="578789"/>
                  </a:lnTo>
                  <a:cubicBezTo>
                    <a:pt x="553471" y="581880"/>
                    <a:pt x="549423" y="583449"/>
                    <a:pt x="545327" y="583449"/>
                  </a:cubicBezTo>
                  <a:cubicBezTo>
                    <a:pt x="541279" y="583449"/>
                    <a:pt x="537231" y="581880"/>
                    <a:pt x="534135" y="578789"/>
                  </a:cubicBezTo>
                  <a:lnTo>
                    <a:pt x="317251" y="362293"/>
                  </a:lnTo>
                  <a:lnTo>
                    <a:pt x="246481" y="291586"/>
                  </a:lnTo>
                  <a:lnTo>
                    <a:pt x="187140" y="232339"/>
                  </a:lnTo>
                  <a:close/>
                  <a:moveTo>
                    <a:pt x="58606" y="160814"/>
                  </a:moveTo>
                  <a:lnTo>
                    <a:pt x="126401" y="228498"/>
                  </a:lnTo>
                  <a:lnTo>
                    <a:pt x="111975" y="242899"/>
                  </a:lnTo>
                  <a:lnTo>
                    <a:pt x="119307" y="250219"/>
                  </a:lnTo>
                  <a:cubicBezTo>
                    <a:pt x="126877" y="257824"/>
                    <a:pt x="126877" y="270087"/>
                    <a:pt x="119307" y="277692"/>
                  </a:cubicBezTo>
                  <a:lnTo>
                    <a:pt x="115641" y="281352"/>
                  </a:lnTo>
                  <a:cubicBezTo>
                    <a:pt x="108024" y="288909"/>
                    <a:pt x="95741" y="288909"/>
                    <a:pt x="88123" y="281352"/>
                  </a:cubicBezTo>
                  <a:lnTo>
                    <a:pt x="5712" y="199029"/>
                  </a:lnTo>
                  <a:cubicBezTo>
                    <a:pt x="-1905" y="191424"/>
                    <a:pt x="-1905" y="179161"/>
                    <a:pt x="5712" y="171604"/>
                  </a:cubicBezTo>
                  <a:lnTo>
                    <a:pt x="9378" y="167944"/>
                  </a:lnTo>
                  <a:cubicBezTo>
                    <a:pt x="16948" y="160339"/>
                    <a:pt x="29231" y="160339"/>
                    <a:pt x="36849" y="167944"/>
                  </a:cubicBezTo>
                  <a:lnTo>
                    <a:pt x="44180" y="175264"/>
                  </a:lnTo>
                  <a:close/>
                  <a:moveTo>
                    <a:pt x="585775" y="66370"/>
                  </a:moveTo>
                  <a:cubicBezTo>
                    <a:pt x="589775" y="67101"/>
                    <a:pt x="593430" y="69680"/>
                    <a:pt x="595263" y="73839"/>
                  </a:cubicBezTo>
                  <a:cubicBezTo>
                    <a:pt x="613072" y="114675"/>
                    <a:pt x="607644" y="163212"/>
                    <a:pt x="578978" y="199341"/>
                  </a:cubicBezTo>
                  <a:cubicBezTo>
                    <a:pt x="574168" y="205379"/>
                    <a:pt x="565121" y="205854"/>
                    <a:pt x="559693" y="200387"/>
                  </a:cubicBezTo>
                  <a:lnTo>
                    <a:pt x="510789" y="151612"/>
                  </a:lnTo>
                  <a:cubicBezTo>
                    <a:pt x="505742" y="146526"/>
                    <a:pt x="505742" y="138349"/>
                    <a:pt x="510789" y="133262"/>
                  </a:cubicBezTo>
                  <a:lnTo>
                    <a:pt x="574216" y="69988"/>
                  </a:lnTo>
                  <a:cubicBezTo>
                    <a:pt x="577430" y="66756"/>
                    <a:pt x="581775" y="65639"/>
                    <a:pt x="585775" y="66370"/>
                  </a:cubicBezTo>
                  <a:close/>
                  <a:moveTo>
                    <a:pt x="158702" y="26758"/>
                  </a:moveTo>
                  <a:cubicBezTo>
                    <a:pt x="163655" y="26758"/>
                    <a:pt x="168654" y="28660"/>
                    <a:pt x="172463" y="32464"/>
                  </a:cubicBezTo>
                  <a:lnTo>
                    <a:pt x="179701" y="39691"/>
                  </a:lnTo>
                  <a:lnTo>
                    <a:pt x="246935" y="106831"/>
                  </a:lnTo>
                  <a:lnTo>
                    <a:pt x="254886" y="114819"/>
                  </a:lnTo>
                  <a:cubicBezTo>
                    <a:pt x="261457" y="121334"/>
                    <a:pt x="262362" y="131414"/>
                    <a:pt x="257600" y="138879"/>
                  </a:cubicBezTo>
                  <a:cubicBezTo>
                    <a:pt x="256839" y="140068"/>
                    <a:pt x="255934" y="141209"/>
                    <a:pt x="254886" y="142255"/>
                  </a:cubicBezTo>
                  <a:lnTo>
                    <a:pt x="252315" y="144823"/>
                  </a:lnTo>
                  <a:lnTo>
                    <a:pt x="246696" y="150434"/>
                  </a:lnTo>
                  <a:lnTo>
                    <a:pt x="175892" y="221140"/>
                  </a:lnTo>
                  <a:lnTo>
                    <a:pt x="172463" y="224611"/>
                  </a:lnTo>
                  <a:cubicBezTo>
                    <a:pt x="171702" y="225324"/>
                    <a:pt x="170940" y="225990"/>
                    <a:pt x="170130" y="226560"/>
                  </a:cubicBezTo>
                  <a:cubicBezTo>
                    <a:pt x="167749" y="228319"/>
                    <a:pt x="165083" y="229413"/>
                    <a:pt x="162274" y="229936"/>
                  </a:cubicBezTo>
                  <a:cubicBezTo>
                    <a:pt x="161083" y="230174"/>
                    <a:pt x="159893" y="230269"/>
                    <a:pt x="158702" y="230269"/>
                  </a:cubicBezTo>
                  <a:cubicBezTo>
                    <a:pt x="153703" y="230269"/>
                    <a:pt x="148751" y="228367"/>
                    <a:pt x="144942" y="224611"/>
                  </a:cubicBezTo>
                  <a:lnTo>
                    <a:pt x="137609" y="217288"/>
                  </a:lnTo>
                  <a:lnTo>
                    <a:pt x="69804" y="149578"/>
                  </a:lnTo>
                  <a:lnTo>
                    <a:pt x="62519" y="142255"/>
                  </a:lnTo>
                  <a:cubicBezTo>
                    <a:pt x="54900" y="134647"/>
                    <a:pt x="54900" y="122380"/>
                    <a:pt x="62519" y="114819"/>
                  </a:cubicBezTo>
                  <a:lnTo>
                    <a:pt x="144942" y="32464"/>
                  </a:lnTo>
                  <a:cubicBezTo>
                    <a:pt x="148751" y="28660"/>
                    <a:pt x="153750" y="26758"/>
                    <a:pt x="158702" y="26758"/>
                  </a:cubicBezTo>
                  <a:close/>
                  <a:moveTo>
                    <a:pt x="254809" y="6542"/>
                  </a:moveTo>
                  <a:cubicBezTo>
                    <a:pt x="277279" y="4029"/>
                    <a:pt x="300492" y="9424"/>
                    <a:pt x="321015" y="29913"/>
                  </a:cubicBezTo>
                  <a:cubicBezTo>
                    <a:pt x="380347" y="89193"/>
                    <a:pt x="337205" y="46124"/>
                    <a:pt x="260017" y="97465"/>
                  </a:cubicBezTo>
                  <a:lnTo>
                    <a:pt x="193067" y="30626"/>
                  </a:lnTo>
                  <a:cubicBezTo>
                    <a:pt x="210614" y="19479"/>
                    <a:pt x="232340" y="9056"/>
                    <a:pt x="254809" y="6542"/>
                  </a:cubicBezTo>
                  <a:close/>
                  <a:moveTo>
                    <a:pt x="503105" y="953"/>
                  </a:moveTo>
                  <a:cubicBezTo>
                    <a:pt x="515252" y="2468"/>
                    <a:pt x="527216" y="5788"/>
                    <a:pt x="538560" y="10911"/>
                  </a:cubicBezTo>
                  <a:cubicBezTo>
                    <a:pt x="546131" y="14334"/>
                    <a:pt x="547940" y="24224"/>
                    <a:pt x="542083" y="30073"/>
                  </a:cubicBezTo>
                  <a:lnTo>
                    <a:pt x="465709" y="106341"/>
                  </a:lnTo>
                  <a:cubicBezTo>
                    <a:pt x="456424" y="115613"/>
                    <a:pt x="456424" y="130639"/>
                    <a:pt x="465709" y="139911"/>
                  </a:cubicBezTo>
                  <a:lnTo>
                    <a:pt x="542131" y="216227"/>
                  </a:lnTo>
                  <a:cubicBezTo>
                    <a:pt x="547940" y="222028"/>
                    <a:pt x="546178" y="231823"/>
                    <a:pt x="538655" y="235246"/>
                  </a:cubicBezTo>
                  <a:cubicBezTo>
                    <a:pt x="508181" y="249035"/>
                    <a:pt x="473184" y="249844"/>
                    <a:pt x="442187" y="237528"/>
                  </a:cubicBezTo>
                  <a:lnTo>
                    <a:pt x="399238" y="280370"/>
                  </a:lnTo>
                  <a:lnTo>
                    <a:pt x="328482" y="209712"/>
                  </a:lnTo>
                  <a:lnTo>
                    <a:pt x="372240" y="166015"/>
                  </a:lnTo>
                  <a:cubicBezTo>
                    <a:pt x="356051" y="122270"/>
                    <a:pt x="365527" y="71060"/>
                    <a:pt x="400571" y="36064"/>
                  </a:cubicBezTo>
                  <a:cubicBezTo>
                    <a:pt x="428569" y="8106"/>
                    <a:pt x="466664" y="-3592"/>
                    <a:pt x="503105" y="953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AF0C807F-E4CD-435D-9C71-18D36C6D2FC9}"/>
                </a:ext>
              </a:extLst>
            </p:cNvPr>
            <p:cNvCxnSpPr>
              <a:cxnSpLocks/>
            </p:cNvCxnSpPr>
            <p:nvPr/>
          </p:nvCxnSpPr>
          <p:spPr>
            <a:xfrm>
              <a:off x="7642928" y="4782103"/>
              <a:ext cx="0" cy="1361522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5" name="图形 34">
              <a:extLst>
                <a:ext uri="{FF2B5EF4-FFF2-40B4-BE49-F238E27FC236}">
                  <a16:creationId xmlns:a16="http://schemas.microsoft.com/office/drawing/2014/main" id="{506C3365-0E08-4F77-B8B0-B6B772A69D1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096000" y="3039887"/>
              <a:ext cx="820433" cy="820433"/>
            </a:xfrm>
            <a:prstGeom prst="rect">
              <a:avLst/>
            </a:prstGeom>
          </p:spPr>
        </p:pic>
        <p:pic>
          <p:nvPicPr>
            <p:cNvPr id="37" name="图形 36">
              <a:extLst>
                <a:ext uri="{FF2B5EF4-FFF2-40B4-BE49-F238E27FC236}">
                  <a16:creationId xmlns:a16="http://schemas.microsoft.com/office/drawing/2014/main" id="{FBDD4110-6290-4C38-AD7A-20583751AD2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85017" y="2835964"/>
              <a:ext cx="1373911" cy="1373911"/>
            </a:xfrm>
            <a:prstGeom prst="rect">
              <a:avLst/>
            </a:prstGeom>
          </p:spPr>
        </p:pic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8F532C2B-BA9B-4A90-8C7F-2D69A24FBF2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9701" y="1325108"/>
            <a:ext cx="9850612" cy="4947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56946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8AD124-D38B-4D76-87C4-9D2DD0A51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Zuul</a:t>
            </a:r>
            <a:endParaRPr lang="zh-CN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C43C77A-EDAB-4AC8-9FE6-0DB472B81936}"/>
              </a:ext>
            </a:extLst>
          </p:cNvPr>
          <p:cNvSpPr/>
          <p:nvPr/>
        </p:nvSpPr>
        <p:spPr>
          <a:xfrm>
            <a:off x="669924" y="1534804"/>
            <a:ext cx="39292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/>
              <a:t>Why use a microservice gateway?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54172E0-5A41-48BB-B2FE-C601C679450E}"/>
              </a:ext>
            </a:extLst>
          </p:cNvPr>
          <p:cNvSpPr/>
          <p:nvPr/>
        </p:nvSpPr>
        <p:spPr>
          <a:xfrm>
            <a:off x="669924" y="2066187"/>
            <a:ext cx="368562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2">
                    <a:lumMod val="75000"/>
                  </a:schemeClr>
                </a:solidFill>
              </a:rPr>
              <a:t>A mobile phone APP </a:t>
            </a:r>
            <a:r>
              <a:rPr lang="zh-CN" altLang="en-US" dirty="0"/>
              <a:t>that </a:t>
            </a:r>
            <a:r>
              <a:rPr lang="zh-CN" altLang="en-US" dirty="0">
                <a:solidFill>
                  <a:srgbClr val="0070C0"/>
                </a:solidFill>
              </a:rPr>
              <a:t>purchases a movie </a:t>
            </a:r>
            <a:r>
              <a:rPr lang="zh-CN" altLang="en-US" dirty="0"/>
              <a:t>may call multiple micro-service interfaces to complete the business process of purchasing a ticket.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3929910-91EB-4AC6-806B-B1BDFEB886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9205" y="1534804"/>
            <a:ext cx="6838950" cy="380047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315C8392-F58B-46C5-86AC-5E9018938A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0587" y="1591954"/>
            <a:ext cx="6819900" cy="3743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29989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8AD124-D38B-4D76-87C4-9D2DD0A51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How to apply </a:t>
            </a:r>
            <a:r>
              <a:rPr lang="en-US" altLang="zh-CN" dirty="0" err="1"/>
              <a:t>Zuul</a:t>
            </a:r>
            <a:endParaRPr lang="zh-CN" altLang="en-US" dirty="0"/>
          </a:p>
        </p:txBody>
      </p:sp>
      <p:grpSp>
        <p:nvGrpSpPr>
          <p:cNvPr id="10" name="1fe1f664-17ef-4856-aa84-dc49753f0efc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B66EE285-C53B-4421-A635-AA2170710456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72064" y="1941837"/>
            <a:ext cx="4840659" cy="3435677"/>
            <a:chOff x="6672064" y="1941837"/>
            <a:chExt cx="4840659" cy="3435677"/>
          </a:xfrm>
        </p:grpSpPr>
        <p:sp>
          <p:nvSpPr>
            <p:cNvPr id="11" name="îSliḑé">
              <a:extLst>
                <a:ext uri="{FF2B5EF4-FFF2-40B4-BE49-F238E27FC236}">
                  <a16:creationId xmlns:a16="http://schemas.microsoft.com/office/drawing/2014/main" id="{D2C63BFD-AD56-412B-9AB3-3CF5B33CA5EB}"/>
                </a:ext>
              </a:extLst>
            </p:cNvPr>
            <p:cNvSpPr/>
            <p:nvPr/>
          </p:nvSpPr>
          <p:spPr>
            <a:xfrm>
              <a:off x="7041000" y="1941837"/>
              <a:ext cx="515816" cy="515816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" name="íŝļidé">
              <a:extLst>
                <a:ext uri="{FF2B5EF4-FFF2-40B4-BE49-F238E27FC236}">
                  <a16:creationId xmlns:a16="http://schemas.microsoft.com/office/drawing/2014/main" id="{6636AC7A-0B45-4289-9411-A00DBD0607B5}"/>
                </a:ext>
              </a:extLst>
            </p:cNvPr>
            <p:cNvSpPr/>
            <p:nvPr/>
          </p:nvSpPr>
          <p:spPr>
            <a:xfrm>
              <a:off x="7191637" y="2097928"/>
              <a:ext cx="214542" cy="20363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9800" y="63664"/>
                  </a:moveTo>
                  <a:lnTo>
                    <a:pt x="119800" y="63664"/>
                  </a:lnTo>
                  <a:cubicBezTo>
                    <a:pt x="119800" y="66596"/>
                    <a:pt x="118405" y="69528"/>
                    <a:pt x="114219" y="69528"/>
                  </a:cubicBezTo>
                  <a:cubicBezTo>
                    <a:pt x="112823" y="69528"/>
                    <a:pt x="111428" y="68062"/>
                    <a:pt x="111428" y="68062"/>
                  </a:cubicBezTo>
                  <a:lnTo>
                    <a:pt x="111428" y="68062"/>
                  </a:lnTo>
                  <a:cubicBezTo>
                    <a:pt x="60598" y="14869"/>
                    <a:pt x="60598" y="14869"/>
                    <a:pt x="60598" y="14869"/>
                  </a:cubicBezTo>
                  <a:lnTo>
                    <a:pt x="60598" y="14869"/>
                  </a:lnTo>
                  <a:lnTo>
                    <a:pt x="60598" y="14869"/>
                  </a:lnTo>
                  <a:lnTo>
                    <a:pt x="60598" y="14869"/>
                  </a:lnTo>
                  <a:cubicBezTo>
                    <a:pt x="9966" y="68062"/>
                    <a:pt x="9966" y="68062"/>
                    <a:pt x="9966" y="68062"/>
                  </a:cubicBezTo>
                  <a:lnTo>
                    <a:pt x="9966" y="68062"/>
                  </a:lnTo>
                  <a:cubicBezTo>
                    <a:pt x="8571" y="68062"/>
                    <a:pt x="7176" y="69528"/>
                    <a:pt x="5780" y="69528"/>
                  </a:cubicBezTo>
                  <a:cubicBezTo>
                    <a:pt x="2990" y="69528"/>
                    <a:pt x="0" y="66596"/>
                    <a:pt x="0" y="63664"/>
                  </a:cubicBezTo>
                  <a:cubicBezTo>
                    <a:pt x="0" y="62198"/>
                    <a:pt x="0" y="60523"/>
                    <a:pt x="1395" y="59057"/>
                  </a:cubicBezTo>
                  <a:cubicBezTo>
                    <a:pt x="56411" y="1465"/>
                    <a:pt x="56411" y="1465"/>
                    <a:pt x="56411" y="1465"/>
                  </a:cubicBezTo>
                  <a:cubicBezTo>
                    <a:pt x="57807" y="0"/>
                    <a:pt x="59202" y="0"/>
                    <a:pt x="60598" y="0"/>
                  </a:cubicBezTo>
                  <a:lnTo>
                    <a:pt x="60598" y="0"/>
                  </a:lnTo>
                  <a:lnTo>
                    <a:pt x="60598" y="0"/>
                  </a:lnTo>
                  <a:lnTo>
                    <a:pt x="60598" y="0"/>
                  </a:lnTo>
                  <a:lnTo>
                    <a:pt x="60598" y="0"/>
                  </a:lnTo>
                  <a:lnTo>
                    <a:pt x="60598" y="0"/>
                  </a:lnTo>
                  <a:lnTo>
                    <a:pt x="60598" y="0"/>
                  </a:lnTo>
                  <a:lnTo>
                    <a:pt x="60598" y="0"/>
                  </a:lnTo>
                  <a:cubicBezTo>
                    <a:pt x="61993" y="0"/>
                    <a:pt x="63388" y="1465"/>
                    <a:pt x="64784" y="1465"/>
                  </a:cubicBezTo>
                  <a:lnTo>
                    <a:pt x="64784" y="1465"/>
                  </a:lnTo>
                  <a:cubicBezTo>
                    <a:pt x="85913" y="25130"/>
                    <a:pt x="85913" y="25130"/>
                    <a:pt x="85913" y="25130"/>
                  </a:cubicBezTo>
                  <a:cubicBezTo>
                    <a:pt x="85913" y="19267"/>
                    <a:pt x="85913" y="19267"/>
                    <a:pt x="85913" y="19267"/>
                  </a:cubicBezTo>
                  <a:cubicBezTo>
                    <a:pt x="85913" y="16335"/>
                    <a:pt x="88903" y="13193"/>
                    <a:pt x="91694" y="13193"/>
                  </a:cubicBezTo>
                  <a:cubicBezTo>
                    <a:pt x="95880" y="13193"/>
                    <a:pt x="97275" y="16335"/>
                    <a:pt x="97275" y="19267"/>
                  </a:cubicBezTo>
                  <a:cubicBezTo>
                    <a:pt x="97275" y="36858"/>
                    <a:pt x="97275" y="36858"/>
                    <a:pt x="97275" y="36858"/>
                  </a:cubicBezTo>
                  <a:cubicBezTo>
                    <a:pt x="118405" y="59057"/>
                    <a:pt x="118405" y="59057"/>
                    <a:pt x="118405" y="59057"/>
                  </a:cubicBezTo>
                  <a:lnTo>
                    <a:pt x="118405" y="59057"/>
                  </a:lnTo>
                  <a:cubicBezTo>
                    <a:pt x="119800" y="60523"/>
                    <a:pt x="119800" y="62198"/>
                    <a:pt x="119800" y="63664"/>
                  </a:cubicBezTo>
                  <a:close/>
                  <a:moveTo>
                    <a:pt x="108438" y="72460"/>
                  </a:moveTo>
                  <a:lnTo>
                    <a:pt x="108438" y="72460"/>
                  </a:lnTo>
                  <a:cubicBezTo>
                    <a:pt x="108438" y="90261"/>
                    <a:pt x="108438" y="90261"/>
                    <a:pt x="108438" y="90261"/>
                  </a:cubicBezTo>
                  <a:cubicBezTo>
                    <a:pt x="108438" y="99057"/>
                    <a:pt x="108438" y="99057"/>
                    <a:pt x="108438" y="99057"/>
                  </a:cubicBezTo>
                  <a:cubicBezTo>
                    <a:pt x="108438" y="113926"/>
                    <a:pt x="108438" y="113926"/>
                    <a:pt x="108438" y="113926"/>
                  </a:cubicBezTo>
                  <a:cubicBezTo>
                    <a:pt x="108438" y="118324"/>
                    <a:pt x="107043" y="119790"/>
                    <a:pt x="102857" y="119790"/>
                  </a:cubicBezTo>
                  <a:cubicBezTo>
                    <a:pt x="91694" y="119790"/>
                    <a:pt x="91694" y="119790"/>
                    <a:pt x="91694" y="119790"/>
                  </a:cubicBezTo>
                  <a:cubicBezTo>
                    <a:pt x="91694" y="72460"/>
                    <a:pt x="91694" y="72460"/>
                    <a:pt x="91694" y="72460"/>
                  </a:cubicBezTo>
                  <a:cubicBezTo>
                    <a:pt x="69169" y="72460"/>
                    <a:pt x="69169" y="72460"/>
                    <a:pt x="69169" y="72460"/>
                  </a:cubicBezTo>
                  <a:cubicBezTo>
                    <a:pt x="69169" y="119790"/>
                    <a:pt x="69169" y="119790"/>
                    <a:pt x="69169" y="119790"/>
                  </a:cubicBezTo>
                  <a:cubicBezTo>
                    <a:pt x="16943" y="119790"/>
                    <a:pt x="16943" y="119790"/>
                    <a:pt x="16943" y="119790"/>
                  </a:cubicBezTo>
                  <a:cubicBezTo>
                    <a:pt x="14152" y="119790"/>
                    <a:pt x="11362" y="118324"/>
                    <a:pt x="11362" y="113926"/>
                  </a:cubicBezTo>
                  <a:cubicBezTo>
                    <a:pt x="11362" y="99057"/>
                    <a:pt x="11362" y="99057"/>
                    <a:pt x="11362" y="99057"/>
                  </a:cubicBezTo>
                  <a:cubicBezTo>
                    <a:pt x="11362" y="90261"/>
                    <a:pt x="11362" y="90261"/>
                    <a:pt x="11362" y="90261"/>
                  </a:cubicBezTo>
                  <a:cubicBezTo>
                    <a:pt x="11362" y="72460"/>
                    <a:pt x="11362" y="72460"/>
                    <a:pt x="11362" y="72460"/>
                  </a:cubicBezTo>
                  <a:cubicBezTo>
                    <a:pt x="60598" y="22198"/>
                    <a:pt x="60598" y="22198"/>
                    <a:pt x="60598" y="22198"/>
                  </a:cubicBezTo>
                  <a:lnTo>
                    <a:pt x="108438" y="72460"/>
                  </a:lnTo>
                  <a:close/>
                  <a:moveTo>
                    <a:pt x="50830" y="72460"/>
                  </a:moveTo>
                  <a:lnTo>
                    <a:pt x="50830" y="72460"/>
                  </a:lnTo>
                  <a:cubicBezTo>
                    <a:pt x="28305" y="72460"/>
                    <a:pt x="28305" y="72460"/>
                    <a:pt x="28305" y="72460"/>
                  </a:cubicBezTo>
                  <a:cubicBezTo>
                    <a:pt x="28305" y="96125"/>
                    <a:pt x="28305" y="96125"/>
                    <a:pt x="28305" y="96125"/>
                  </a:cubicBezTo>
                  <a:cubicBezTo>
                    <a:pt x="50830" y="96125"/>
                    <a:pt x="50830" y="96125"/>
                    <a:pt x="50830" y="96125"/>
                  </a:cubicBezTo>
                  <a:lnTo>
                    <a:pt x="50830" y="7246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" name="îş1íḋê">
              <a:extLst>
                <a:ext uri="{FF2B5EF4-FFF2-40B4-BE49-F238E27FC236}">
                  <a16:creationId xmlns:a16="http://schemas.microsoft.com/office/drawing/2014/main" id="{24C2A3AD-8545-4622-8D33-D9E55DE9F7E3}"/>
                </a:ext>
              </a:extLst>
            </p:cNvPr>
            <p:cNvSpPr/>
            <p:nvPr/>
          </p:nvSpPr>
          <p:spPr>
            <a:xfrm>
              <a:off x="7041000" y="3370966"/>
              <a:ext cx="515816" cy="515816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" name="íṣ1íďe">
              <a:extLst>
                <a:ext uri="{FF2B5EF4-FFF2-40B4-BE49-F238E27FC236}">
                  <a16:creationId xmlns:a16="http://schemas.microsoft.com/office/drawing/2014/main" id="{AE700544-6653-498A-80BE-9E4E1CE69974}"/>
                </a:ext>
              </a:extLst>
            </p:cNvPr>
            <p:cNvSpPr/>
            <p:nvPr/>
          </p:nvSpPr>
          <p:spPr>
            <a:xfrm>
              <a:off x="7191637" y="3534889"/>
              <a:ext cx="214542" cy="18797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7009" y="65310"/>
                  </a:moveTo>
                  <a:lnTo>
                    <a:pt x="117009" y="65310"/>
                  </a:lnTo>
                  <a:lnTo>
                    <a:pt x="117009" y="65310"/>
                  </a:lnTo>
                  <a:cubicBezTo>
                    <a:pt x="61993" y="91073"/>
                    <a:pt x="61993" y="91073"/>
                    <a:pt x="61993" y="91073"/>
                  </a:cubicBezTo>
                  <a:lnTo>
                    <a:pt x="61993" y="91073"/>
                  </a:lnTo>
                  <a:lnTo>
                    <a:pt x="61993" y="91073"/>
                  </a:lnTo>
                  <a:lnTo>
                    <a:pt x="61993" y="91073"/>
                  </a:lnTo>
                  <a:cubicBezTo>
                    <a:pt x="61993" y="92655"/>
                    <a:pt x="60598" y="92655"/>
                    <a:pt x="60598" y="92655"/>
                  </a:cubicBezTo>
                  <a:cubicBezTo>
                    <a:pt x="59202" y="92655"/>
                    <a:pt x="59202" y="92655"/>
                    <a:pt x="57807" y="91073"/>
                  </a:cubicBezTo>
                  <a:lnTo>
                    <a:pt x="57807" y="91073"/>
                  </a:lnTo>
                  <a:lnTo>
                    <a:pt x="57807" y="91073"/>
                  </a:lnTo>
                  <a:lnTo>
                    <a:pt x="57807" y="91073"/>
                  </a:lnTo>
                  <a:cubicBezTo>
                    <a:pt x="2990" y="65310"/>
                    <a:pt x="2990" y="65310"/>
                    <a:pt x="2990" y="65310"/>
                  </a:cubicBezTo>
                  <a:lnTo>
                    <a:pt x="2990" y="65310"/>
                  </a:lnTo>
                  <a:cubicBezTo>
                    <a:pt x="1395" y="65310"/>
                    <a:pt x="0" y="62146"/>
                    <a:pt x="0" y="60564"/>
                  </a:cubicBezTo>
                  <a:cubicBezTo>
                    <a:pt x="0" y="55819"/>
                    <a:pt x="2990" y="54237"/>
                    <a:pt x="5780" y="54237"/>
                  </a:cubicBezTo>
                  <a:cubicBezTo>
                    <a:pt x="7176" y="54237"/>
                    <a:pt x="7176" y="54237"/>
                    <a:pt x="8571" y="54237"/>
                  </a:cubicBezTo>
                  <a:lnTo>
                    <a:pt x="8571" y="54237"/>
                  </a:lnTo>
                  <a:lnTo>
                    <a:pt x="8571" y="54237"/>
                  </a:lnTo>
                  <a:lnTo>
                    <a:pt x="8571" y="54237"/>
                  </a:lnTo>
                  <a:cubicBezTo>
                    <a:pt x="60598" y="78192"/>
                    <a:pt x="60598" y="78192"/>
                    <a:pt x="60598" y="78192"/>
                  </a:cubicBezTo>
                  <a:cubicBezTo>
                    <a:pt x="112823" y="54237"/>
                    <a:pt x="112823" y="54237"/>
                    <a:pt x="112823" y="54237"/>
                  </a:cubicBezTo>
                  <a:lnTo>
                    <a:pt x="112823" y="54237"/>
                  </a:lnTo>
                  <a:lnTo>
                    <a:pt x="112823" y="54237"/>
                  </a:lnTo>
                  <a:lnTo>
                    <a:pt x="112823" y="54237"/>
                  </a:lnTo>
                  <a:lnTo>
                    <a:pt x="114219" y="54237"/>
                  </a:lnTo>
                  <a:cubicBezTo>
                    <a:pt x="118405" y="54237"/>
                    <a:pt x="119800" y="55819"/>
                    <a:pt x="119800" y="60564"/>
                  </a:cubicBezTo>
                  <a:cubicBezTo>
                    <a:pt x="119800" y="62146"/>
                    <a:pt x="118405" y="65310"/>
                    <a:pt x="117009" y="65310"/>
                  </a:cubicBezTo>
                  <a:close/>
                  <a:moveTo>
                    <a:pt x="117009" y="38192"/>
                  </a:moveTo>
                  <a:lnTo>
                    <a:pt x="117009" y="38192"/>
                  </a:lnTo>
                  <a:lnTo>
                    <a:pt x="117009" y="38192"/>
                  </a:lnTo>
                  <a:cubicBezTo>
                    <a:pt x="61993" y="63728"/>
                    <a:pt x="61993" y="63728"/>
                    <a:pt x="61993" y="63728"/>
                  </a:cubicBezTo>
                  <a:lnTo>
                    <a:pt x="61993" y="63728"/>
                  </a:lnTo>
                  <a:lnTo>
                    <a:pt x="61993" y="63728"/>
                  </a:lnTo>
                  <a:lnTo>
                    <a:pt x="61993" y="63728"/>
                  </a:lnTo>
                  <a:lnTo>
                    <a:pt x="60598" y="63728"/>
                  </a:lnTo>
                  <a:cubicBezTo>
                    <a:pt x="59202" y="63728"/>
                    <a:pt x="59202" y="63728"/>
                    <a:pt x="57807" y="63728"/>
                  </a:cubicBezTo>
                  <a:lnTo>
                    <a:pt x="57807" y="63728"/>
                  </a:lnTo>
                  <a:lnTo>
                    <a:pt x="57807" y="63728"/>
                  </a:lnTo>
                  <a:lnTo>
                    <a:pt x="57807" y="63728"/>
                  </a:lnTo>
                  <a:cubicBezTo>
                    <a:pt x="2990" y="38192"/>
                    <a:pt x="2990" y="38192"/>
                    <a:pt x="2990" y="38192"/>
                  </a:cubicBezTo>
                  <a:lnTo>
                    <a:pt x="2990" y="38192"/>
                  </a:lnTo>
                  <a:cubicBezTo>
                    <a:pt x="1395" y="36610"/>
                    <a:pt x="0" y="35028"/>
                    <a:pt x="0" y="31864"/>
                  </a:cubicBezTo>
                  <a:cubicBezTo>
                    <a:pt x="0" y="30282"/>
                    <a:pt x="1395" y="27118"/>
                    <a:pt x="2990" y="27118"/>
                  </a:cubicBezTo>
                  <a:lnTo>
                    <a:pt x="2990" y="27118"/>
                  </a:lnTo>
                  <a:cubicBezTo>
                    <a:pt x="57807" y="1581"/>
                    <a:pt x="57807" y="1581"/>
                    <a:pt x="57807" y="1581"/>
                  </a:cubicBezTo>
                  <a:lnTo>
                    <a:pt x="57807" y="1581"/>
                  </a:lnTo>
                  <a:lnTo>
                    <a:pt x="57807" y="1581"/>
                  </a:lnTo>
                  <a:lnTo>
                    <a:pt x="57807" y="1581"/>
                  </a:lnTo>
                  <a:cubicBezTo>
                    <a:pt x="59202" y="0"/>
                    <a:pt x="59202" y="0"/>
                    <a:pt x="60598" y="0"/>
                  </a:cubicBezTo>
                  <a:cubicBezTo>
                    <a:pt x="60598" y="0"/>
                    <a:pt x="61993" y="0"/>
                    <a:pt x="61993" y="1581"/>
                  </a:cubicBezTo>
                  <a:lnTo>
                    <a:pt x="61993" y="1581"/>
                  </a:lnTo>
                  <a:lnTo>
                    <a:pt x="61993" y="1581"/>
                  </a:lnTo>
                  <a:lnTo>
                    <a:pt x="61993" y="1581"/>
                  </a:lnTo>
                  <a:cubicBezTo>
                    <a:pt x="117009" y="27118"/>
                    <a:pt x="117009" y="27118"/>
                    <a:pt x="117009" y="27118"/>
                  </a:cubicBezTo>
                  <a:lnTo>
                    <a:pt x="117009" y="27118"/>
                  </a:lnTo>
                  <a:cubicBezTo>
                    <a:pt x="118405" y="27118"/>
                    <a:pt x="119800" y="30282"/>
                    <a:pt x="119800" y="31864"/>
                  </a:cubicBezTo>
                  <a:cubicBezTo>
                    <a:pt x="119800" y="35028"/>
                    <a:pt x="118405" y="36610"/>
                    <a:pt x="117009" y="38192"/>
                  </a:cubicBezTo>
                  <a:close/>
                  <a:moveTo>
                    <a:pt x="5780" y="81355"/>
                  </a:moveTo>
                  <a:lnTo>
                    <a:pt x="5780" y="81355"/>
                  </a:lnTo>
                  <a:cubicBezTo>
                    <a:pt x="7176" y="81355"/>
                    <a:pt x="7176" y="81355"/>
                    <a:pt x="8571" y="81355"/>
                  </a:cubicBezTo>
                  <a:lnTo>
                    <a:pt x="8571" y="81355"/>
                  </a:lnTo>
                  <a:lnTo>
                    <a:pt x="8571" y="81355"/>
                  </a:lnTo>
                  <a:lnTo>
                    <a:pt x="8571" y="81355"/>
                  </a:lnTo>
                  <a:cubicBezTo>
                    <a:pt x="60598" y="106892"/>
                    <a:pt x="60598" y="106892"/>
                    <a:pt x="60598" y="106892"/>
                  </a:cubicBezTo>
                  <a:cubicBezTo>
                    <a:pt x="112823" y="81355"/>
                    <a:pt x="112823" y="81355"/>
                    <a:pt x="112823" y="81355"/>
                  </a:cubicBezTo>
                  <a:lnTo>
                    <a:pt x="112823" y="81355"/>
                  </a:lnTo>
                  <a:lnTo>
                    <a:pt x="112823" y="81355"/>
                  </a:lnTo>
                  <a:lnTo>
                    <a:pt x="112823" y="81355"/>
                  </a:lnTo>
                  <a:lnTo>
                    <a:pt x="114219" y="81355"/>
                  </a:lnTo>
                  <a:cubicBezTo>
                    <a:pt x="118405" y="81355"/>
                    <a:pt x="119800" y="84519"/>
                    <a:pt x="119800" y="87683"/>
                  </a:cubicBezTo>
                  <a:cubicBezTo>
                    <a:pt x="119800" y="91073"/>
                    <a:pt x="118405" y="92655"/>
                    <a:pt x="117009" y="94237"/>
                  </a:cubicBezTo>
                  <a:lnTo>
                    <a:pt x="117009" y="94237"/>
                  </a:lnTo>
                  <a:cubicBezTo>
                    <a:pt x="61993" y="119774"/>
                    <a:pt x="61993" y="119774"/>
                    <a:pt x="61993" y="119774"/>
                  </a:cubicBezTo>
                  <a:lnTo>
                    <a:pt x="61993" y="119774"/>
                  </a:lnTo>
                  <a:lnTo>
                    <a:pt x="61993" y="119774"/>
                  </a:lnTo>
                  <a:lnTo>
                    <a:pt x="61993" y="119774"/>
                  </a:lnTo>
                  <a:lnTo>
                    <a:pt x="60598" y="119774"/>
                  </a:lnTo>
                  <a:cubicBezTo>
                    <a:pt x="59202" y="119774"/>
                    <a:pt x="59202" y="119774"/>
                    <a:pt x="57807" y="119774"/>
                  </a:cubicBezTo>
                  <a:lnTo>
                    <a:pt x="57807" y="119774"/>
                  </a:lnTo>
                  <a:lnTo>
                    <a:pt x="57807" y="119774"/>
                  </a:lnTo>
                  <a:lnTo>
                    <a:pt x="57807" y="119774"/>
                  </a:lnTo>
                  <a:cubicBezTo>
                    <a:pt x="2990" y="94237"/>
                    <a:pt x="2990" y="94237"/>
                    <a:pt x="2990" y="94237"/>
                  </a:cubicBezTo>
                  <a:lnTo>
                    <a:pt x="2990" y="94237"/>
                  </a:lnTo>
                  <a:cubicBezTo>
                    <a:pt x="1395" y="92655"/>
                    <a:pt x="0" y="91073"/>
                    <a:pt x="0" y="87683"/>
                  </a:cubicBezTo>
                  <a:cubicBezTo>
                    <a:pt x="0" y="84519"/>
                    <a:pt x="2990" y="81355"/>
                    <a:pt x="5780" y="8135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" name="ïšḷíďé">
              <a:extLst>
                <a:ext uri="{FF2B5EF4-FFF2-40B4-BE49-F238E27FC236}">
                  <a16:creationId xmlns:a16="http://schemas.microsoft.com/office/drawing/2014/main" id="{838EAA00-3F1C-4D67-B03A-001758D43A7D}"/>
                </a:ext>
              </a:extLst>
            </p:cNvPr>
            <p:cNvSpPr/>
            <p:nvPr/>
          </p:nvSpPr>
          <p:spPr>
            <a:xfrm>
              <a:off x="7050976" y="4800095"/>
              <a:ext cx="515816" cy="515816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" name="iṡ1iḍé">
              <a:extLst>
                <a:ext uri="{FF2B5EF4-FFF2-40B4-BE49-F238E27FC236}">
                  <a16:creationId xmlns:a16="http://schemas.microsoft.com/office/drawing/2014/main" id="{2CEB49B8-776A-4DFB-91EA-D578B4BCD5C0}"/>
                </a:ext>
              </a:extLst>
            </p:cNvPr>
            <p:cNvSpPr/>
            <p:nvPr/>
          </p:nvSpPr>
          <p:spPr>
            <a:xfrm>
              <a:off x="7221971" y="4951487"/>
              <a:ext cx="173826" cy="213032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2868" y="119800"/>
                  </a:moveTo>
                  <a:lnTo>
                    <a:pt x="112868" y="119800"/>
                  </a:lnTo>
                  <a:cubicBezTo>
                    <a:pt x="6885" y="119800"/>
                    <a:pt x="6885" y="119800"/>
                    <a:pt x="6885" y="119800"/>
                  </a:cubicBezTo>
                  <a:cubicBezTo>
                    <a:pt x="1721" y="119800"/>
                    <a:pt x="0" y="117004"/>
                    <a:pt x="0" y="114209"/>
                  </a:cubicBezTo>
                  <a:cubicBezTo>
                    <a:pt x="0" y="64891"/>
                    <a:pt x="0" y="64891"/>
                    <a:pt x="0" y="64891"/>
                  </a:cubicBezTo>
                  <a:cubicBezTo>
                    <a:pt x="0" y="62096"/>
                    <a:pt x="1721" y="59101"/>
                    <a:pt x="6885" y="59101"/>
                  </a:cubicBezTo>
                  <a:cubicBezTo>
                    <a:pt x="17213" y="59101"/>
                    <a:pt x="17213" y="59101"/>
                    <a:pt x="17213" y="59101"/>
                  </a:cubicBezTo>
                  <a:cubicBezTo>
                    <a:pt x="17213" y="33743"/>
                    <a:pt x="17213" y="33743"/>
                    <a:pt x="17213" y="33743"/>
                  </a:cubicBezTo>
                  <a:cubicBezTo>
                    <a:pt x="17213" y="13976"/>
                    <a:pt x="36393" y="0"/>
                    <a:pt x="59016" y="0"/>
                  </a:cubicBezTo>
                  <a:cubicBezTo>
                    <a:pt x="83360" y="0"/>
                    <a:pt x="100573" y="13976"/>
                    <a:pt x="100573" y="33743"/>
                  </a:cubicBezTo>
                  <a:cubicBezTo>
                    <a:pt x="100573" y="36539"/>
                    <a:pt x="98852" y="39534"/>
                    <a:pt x="93688" y="39534"/>
                  </a:cubicBezTo>
                  <a:cubicBezTo>
                    <a:pt x="90245" y="39534"/>
                    <a:pt x="86803" y="36539"/>
                    <a:pt x="86803" y="33743"/>
                  </a:cubicBezTo>
                  <a:cubicBezTo>
                    <a:pt x="86803" y="21164"/>
                    <a:pt x="74754" y="11181"/>
                    <a:pt x="59016" y="11181"/>
                  </a:cubicBezTo>
                  <a:cubicBezTo>
                    <a:pt x="43278" y="11181"/>
                    <a:pt x="31229" y="21164"/>
                    <a:pt x="31229" y="33743"/>
                  </a:cubicBezTo>
                  <a:cubicBezTo>
                    <a:pt x="31229" y="59101"/>
                    <a:pt x="31229" y="59101"/>
                    <a:pt x="31229" y="59101"/>
                  </a:cubicBezTo>
                  <a:cubicBezTo>
                    <a:pt x="86803" y="59101"/>
                    <a:pt x="86803" y="59101"/>
                    <a:pt x="86803" y="59101"/>
                  </a:cubicBezTo>
                  <a:cubicBezTo>
                    <a:pt x="100573" y="59101"/>
                    <a:pt x="100573" y="59101"/>
                    <a:pt x="100573" y="59101"/>
                  </a:cubicBezTo>
                  <a:cubicBezTo>
                    <a:pt x="112868" y="59101"/>
                    <a:pt x="112868" y="59101"/>
                    <a:pt x="112868" y="59101"/>
                  </a:cubicBezTo>
                  <a:cubicBezTo>
                    <a:pt x="116311" y="59101"/>
                    <a:pt x="119754" y="62096"/>
                    <a:pt x="119754" y="64891"/>
                  </a:cubicBezTo>
                  <a:cubicBezTo>
                    <a:pt x="119754" y="114209"/>
                    <a:pt x="119754" y="114209"/>
                    <a:pt x="119754" y="114209"/>
                  </a:cubicBezTo>
                  <a:cubicBezTo>
                    <a:pt x="119754" y="117004"/>
                    <a:pt x="116311" y="119800"/>
                    <a:pt x="112868" y="119800"/>
                  </a:cubicBezTo>
                  <a:close/>
                  <a:moveTo>
                    <a:pt x="59016" y="70482"/>
                  </a:moveTo>
                  <a:lnTo>
                    <a:pt x="59016" y="70482"/>
                  </a:lnTo>
                  <a:cubicBezTo>
                    <a:pt x="52131" y="70482"/>
                    <a:pt x="45000" y="76073"/>
                    <a:pt x="45000" y="81863"/>
                  </a:cubicBezTo>
                  <a:cubicBezTo>
                    <a:pt x="45000" y="86056"/>
                    <a:pt x="48688" y="90249"/>
                    <a:pt x="52131" y="91647"/>
                  </a:cubicBezTo>
                  <a:cubicBezTo>
                    <a:pt x="52131" y="103028"/>
                    <a:pt x="52131" y="103028"/>
                    <a:pt x="52131" y="103028"/>
                  </a:cubicBezTo>
                  <a:cubicBezTo>
                    <a:pt x="52131" y="105823"/>
                    <a:pt x="55573" y="108618"/>
                    <a:pt x="59016" y="108618"/>
                  </a:cubicBezTo>
                  <a:cubicBezTo>
                    <a:pt x="64180" y="108618"/>
                    <a:pt x="65901" y="105823"/>
                    <a:pt x="65901" y="103028"/>
                  </a:cubicBezTo>
                  <a:cubicBezTo>
                    <a:pt x="65901" y="91647"/>
                    <a:pt x="65901" y="91647"/>
                    <a:pt x="65901" y="91647"/>
                  </a:cubicBezTo>
                  <a:cubicBezTo>
                    <a:pt x="71065" y="90249"/>
                    <a:pt x="72786" y="86056"/>
                    <a:pt x="72786" y="81863"/>
                  </a:cubicBezTo>
                  <a:cubicBezTo>
                    <a:pt x="72786" y="76073"/>
                    <a:pt x="67622" y="70482"/>
                    <a:pt x="59016" y="7048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0A685D37-73CC-4482-992C-10B5E87093B4}"/>
                </a:ext>
              </a:extLst>
            </p:cNvPr>
            <p:cNvCxnSpPr/>
            <p:nvPr/>
          </p:nvCxnSpPr>
          <p:spPr>
            <a:xfrm>
              <a:off x="6672064" y="1982004"/>
              <a:ext cx="0" cy="339551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3AE66572-FC67-4B6F-BD35-100B80538FC1}"/>
                </a:ext>
              </a:extLst>
            </p:cNvPr>
            <p:cNvCxnSpPr/>
            <p:nvPr/>
          </p:nvCxnSpPr>
          <p:spPr>
            <a:xfrm>
              <a:off x="7761000" y="2950470"/>
              <a:ext cx="3751723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5B82FF82-B3E4-45BA-8F14-5A06A20FB41E}"/>
                </a:ext>
              </a:extLst>
            </p:cNvPr>
            <p:cNvCxnSpPr/>
            <p:nvPr/>
          </p:nvCxnSpPr>
          <p:spPr>
            <a:xfrm>
              <a:off x="7761000" y="4426845"/>
              <a:ext cx="3751723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0" name="Picture 29">
            <a:extLst>
              <a:ext uri="{FF2B5EF4-FFF2-40B4-BE49-F238E27FC236}">
                <a16:creationId xmlns:a16="http://schemas.microsoft.com/office/drawing/2014/main" id="{C9A79ECE-C119-4839-B685-A5E4210929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7453" y="1813982"/>
            <a:ext cx="4257675" cy="771525"/>
          </a:xfrm>
          <a:prstGeom prst="rect">
            <a:avLst/>
          </a:prstGeom>
        </p:spPr>
      </p:pic>
      <p:pic>
        <p:nvPicPr>
          <p:cNvPr id="21" name="Picture 32">
            <a:extLst>
              <a:ext uri="{FF2B5EF4-FFF2-40B4-BE49-F238E27FC236}">
                <a16:creationId xmlns:a16="http://schemas.microsoft.com/office/drawing/2014/main" id="{5F72D600-F2AC-4DEE-B5AB-CE91DC30AF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6969" y="3413059"/>
            <a:ext cx="3343275" cy="533400"/>
          </a:xfrm>
          <a:prstGeom prst="rect">
            <a:avLst/>
          </a:prstGeom>
        </p:spPr>
      </p:pic>
      <p:pic>
        <p:nvPicPr>
          <p:cNvPr id="22" name="Picture 33">
            <a:extLst>
              <a:ext uri="{FF2B5EF4-FFF2-40B4-BE49-F238E27FC236}">
                <a16:creationId xmlns:a16="http://schemas.microsoft.com/office/drawing/2014/main" id="{B26CBCBE-7629-4D33-895B-4B2ABD6880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56969" y="4559681"/>
            <a:ext cx="3219450" cy="1209675"/>
          </a:xfrm>
          <a:prstGeom prst="rect">
            <a:avLst/>
          </a:prstGeom>
        </p:spPr>
      </p:pic>
      <p:sp>
        <p:nvSpPr>
          <p:cNvPr id="23" name="iṥliḓê">
            <a:extLst>
              <a:ext uri="{FF2B5EF4-FFF2-40B4-BE49-F238E27FC236}">
                <a16:creationId xmlns:a16="http://schemas.microsoft.com/office/drawing/2014/main" id="{A7169049-C9B6-4FB3-91BB-C0317E84B5BD}"/>
              </a:ext>
            </a:extLst>
          </p:cNvPr>
          <p:cNvSpPr/>
          <p:nvPr/>
        </p:nvSpPr>
        <p:spPr>
          <a:xfrm>
            <a:off x="589627" y="2576217"/>
            <a:ext cx="2167912" cy="2167912"/>
          </a:xfrm>
          <a:prstGeom prst="ellipse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tIns="46800" rIns="90000" bIns="46800" rtlCol="0" anchor="ctr">
            <a:normAutofit/>
          </a:bodyPr>
          <a:lstStyle/>
          <a:p>
            <a:pPr algn="ctr"/>
            <a:r>
              <a:rPr lang="en-US" altLang="zh-CN" sz="3200" dirty="0">
                <a:solidFill>
                  <a:schemeClr val="bg1"/>
                </a:solidFill>
              </a:rPr>
              <a:t>Decoupling</a:t>
            </a:r>
            <a:endParaRPr lang="zh-CN" altLang="en-US" sz="3200" dirty="0">
              <a:solidFill>
                <a:schemeClr val="bg1"/>
              </a:solidFill>
            </a:endParaRPr>
          </a:p>
        </p:txBody>
      </p:sp>
      <p:sp>
        <p:nvSpPr>
          <p:cNvPr id="24" name="ïšḻîḍê">
            <a:extLst>
              <a:ext uri="{FF2B5EF4-FFF2-40B4-BE49-F238E27FC236}">
                <a16:creationId xmlns:a16="http://schemas.microsoft.com/office/drawing/2014/main" id="{D8E59EEB-870D-48EF-94B1-8117314517D6}"/>
              </a:ext>
            </a:extLst>
          </p:cNvPr>
          <p:cNvSpPr/>
          <p:nvPr/>
        </p:nvSpPr>
        <p:spPr>
          <a:xfrm>
            <a:off x="2327521" y="2544918"/>
            <a:ext cx="2167912" cy="2167912"/>
          </a:xfrm>
          <a:prstGeom prst="ellipse">
            <a:avLst/>
          </a:prstGeom>
          <a:solidFill>
            <a:schemeClr val="tx2">
              <a:lumMod val="20000"/>
              <a:lumOff val="8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tIns="46800" rIns="90000" bIns="46800" rtlCol="0" anchor="ctr">
            <a:normAutofit/>
          </a:bodyPr>
          <a:lstStyle/>
          <a:p>
            <a:pPr algn="ctr"/>
            <a:r>
              <a:rPr lang="en-US" altLang="zh-CN" sz="3200" dirty="0">
                <a:solidFill>
                  <a:schemeClr val="tx1"/>
                </a:solidFill>
              </a:rPr>
              <a:t>Simplify</a:t>
            </a:r>
            <a:endParaRPr lang="zh-CN" altLang="en-US" sz="3200" dirty="0">
              <a:solidFill>
                <a:schemeClr val="tx1"/>
              </a:solidFill>
            </a:endParaRPr>
          </a:p>
        </p:txBody>
      </p:sp>
      <p:sp>
        <p:nvSpPr>
          <p:cNvPr id="25" name="îṡľïdê">
            <a:extLst>
              <a:ext uri="{FF2B5EF4-FFF2-40B4-BE49-F238E27FC236}">
                <a16:creationId xmlns:a16="http://schemas.microsoft.com/office/drawing/2014/main" id="{D4A659CC-222F-42CE-8E37-EB6DE8450CA0}"/>
              </a:ext>
            </a:extLst>
          </p:cNvPr>
          <p:cNvSpPr/>
          <p:nvPr/>
        </p:nvSpPr>
        <p:spPr>
          <a:xfrm>
            <a:off x="4135217" y="2457653"/>
            <a:ext cx="2167912" cy="2167912"/>
          </a:xfrm>
          <a:prstGeom prst="ellipse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tIns="46800" rIns="90000" bIns="46800" rtlCol="0" anchor="ctr">
            <a:normAutofit/>
          </a:bodyPr>
          <a:lstStyle/>
          <a:p>
            <a:pPr algn="ctr"/>
            <a:r>
              <a:rPr lang="en-US" altLang="zh-CN" sz="3200" dirty="0"/>
              <a:t>Convenient</a:t>
            </a:r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92984299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8AD124-D38B-4D76-87C4-9D2DD0A51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Config</a:t>
            </a:r>
            <a:endParaRPr lang="zh-CN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FA3D36F-12E8-4678-95C0-68A606878699}"/>
              </a:ext>
            </a:extLst>
          </p:cNvPr>
          <p:cNvSpPr/>
          <p:nvPr/>
        </p:nvSpPr>
        <p:spPr>
          <a:xfrm>
            <a:off x="669924" y="1502322"/>
            <a:ext cx="69368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2">
                    <a:lumMod val="75000"/>
                  </a:schemeClr>
                </a:solidFill>
              </a:rPr>
              <a:t>Why</a:t>
            </a:r>
            <a:r>
              <a:rPr lang="zh-CN" altLang="en-US" dirty="0"/>
              <a:t> should we manage the microservice configuration uniformly?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81CB290-8D13-4C62-BF38-6D97110C01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177" y="2144280"/>
            <a:ext cx="5158823" cy="2842067"/>
          </a:xfrm>
          <a:prstGeom prst="rect">
            <a:avLst/>
          </a:prstGeom>
        </p:spPr>
      </p:pic>
      <p:grpSp>
        <p:nvGrpSpPr>
          <p:cNvPr id="6" name="713767e3-dc35-40d0-8e00-b7b14660c07e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104B72C3-B3C0-47FB-9BB1-DA77FA3EA206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402110" y="2218424"/>
            <a:ext cx="10852713" cy="3040549"/>
            <a:chOff x="663292" y="1718071"/>
            <a:chExt cx="10852716" cy="3040550"/>
          </a:xfrm>
        </p:grpSpPr>
        <p:sp>
          <p:nvSpPr>
            <p:cNvPr id="7" name="ï$liḑé">
              <a:extLst>
                <a:ext uri="{FF2B5EF4-FFF2-40B4-BE49-F238E27FC236}">
                  <a16:creationId xmlns:a16="http://schemas.microsoft.com/office/drawing/2014/main" id="{0E85A53B-32F9-4076-99EE-9810EE4C8B0B}"/>
                </a:ext>
              </a:extLst>
            </p:cNvPr>
            <p:cNvSpPr/>
            <p:nvPr/>
          </p:nvSpPr>
          <p:spPr>
            <a:xfrm rot="5400000" flipV="1">
              <a:off x="4153171" y="3409135"/>
              <a:ext cx="130727" cy="130727"/>
            </a:xfrm>
            <a:prstGeom prst="ellipse">
              <a:avLst/>
            </a:prstGeom>
            <a:noFill/>
            <a:ln w="38100"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25000" lnSpcReduction="20000"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BF4B3C52-94DF-4EA7-AE5C-E1BEE46AD0AA}"/>
                </a:ext>
              </a:extLst>
            </p:cNvPr>
            <p:cNvCxnSpPr>
              <a:stCxn id="7" idx="0"/>
            </p:cNvCxnSpPr>
            <p:nvPr/>
          </p:nvCxnSpPr>
          <p:spPr>
            <a:xfrm flipH="1" flipV="1">
              <a:off x="2503662" y="3474202"/>
              <a:ext cx="1649509" cy="297"/>
            </a:xfrm>
            <a:prstGeom prst="line">
              <a:avLst/>
            </a:prstGeom>
            <a:noFill/>
            <a:ln w="38100"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9" name="ï$ḷïḋe">
              <a:extLst>
                <a:ext uri="{FF2B5EF4-FFF2-40B4-BE49-F238E27FC236}">
                  <a16:creationId xmlns:a16="http://schemas.microsoft.com/office/drawing/2014/main" id="{B3F820DB-F916-43EC-B76F-13765AA28614}"/>
                </a:ext>
              </a:extLst>
            </p:cNvPr>
            <p:cNvSpPr/>
            <p:nvPr/>
          </p:nvSpPr>
          <p:spPr>
            <a:xfrm rot="16200000">
              <a:off x="1695921" y="3078803"/>
              <a:ext cx="791389" cy="791392"/>
            </a:xfrm>
            <a:prstGeom prst="arc">
              <a:avLst>
                <a:gd name="adj1" fmla="val 2657162"/>
                <a:gd name="adj2" fmla="val 8176062"/>
              </a:avLst>
            </a:prstGeom>
            <a:noFill/>
            <a:ln w="38100"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25000" lnSpcReduction="20000"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iSļïḑè">
              <a:extLst>
                <a:ext uri="{FF2B5EF4-FFF2-40B4-BE49-F238E27FC236}">
                  <a16:creationId xmlns:a16="http://schemas.microsoft.com/office/drawing/2014/main" id="{D5D56A7A-18F3-45D7-A668-2CA34D3475CE}"/>
                </a:ext>
              </a:extLst>
            </p:cNvPr>
            <p:cNvSpPr/>
            <p:nvPr/>
          </p:nvSpPr>
          <p:spPr>
            <a:xfrm rot="10800000" flipV="1">
              <a:off x="1745663" y="3128266"/>
              <a:ext cx="692468" cy="692465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rPr>
                <a:t>S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367E3412-B555-4833-9BBD-6601CD7C1777}"/>
                </a:ext>
              </a:extLst>
            </p:cNvPr>
            <p:cNvCxnSpPr>
              <a:stCxn id="19" idx="0"/>
            </p:cNvCxnSpPr>
            <p:nvPr/>
          </p:nvCxnSpPr>
          <p:spPr>
            <a:xfrm rot="16200000" flipV="1">
              <a:off x="5993530" y="2649298"/>
              <a:ext cx="297" cy="1649509"/>
            </a:xfrm>
            <a:prstGeom prst="line">
              <a:avLst/>
            </a:prstGeom>
            <a:noFill/>
            <a:ln w="38100"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2" name="iṥḻîḑê">
              <a:extLst>
                <a:ext uri="{FF2B5EF4-FFF2-40B4-BE49-F238E27FC236}">
                  <a16:creationId xmlns:a16="http://schemas.microsoft.com/office/drawing/2014/main" id="{5BD901CB-BDAA-4143-B5EC-ADE69D118EC0}"/>
                </a:ext>
              </a:extLst>
            </p:cNvPr>
            <p:cNvSpPr/>
            <p:nvPr/>
          </p:nvSpPr>
          <p:spPr>
            <a:xfrm rot="16200000">
              <a:off x="4361182" y="3078505"/>
              <a:ext cx="791389" cy="791392"/>
            </a:xfrm>
            <a:prstGeom prst="arc">
              <a:avLst>
                <a:gd name="adj1" fmla="val 2657162"/>
                <a:gd name="adj2" fmla="val 8176062"/>
              </a:avLst>
            </a:prstGeom>
            <a:noFill/>
            <a:ln w="38100"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25000" lnSpcReduction="20000"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13" name="ïsľíďe">
              <a:extLst>
                <a:ext uri="{FF2B5EF4-FFF2-40B4-BE49-F238E27FC236}">
                  <a16:creationId xmlns:a16="http://schemas.microsoft.com/office/drawing/2014/main" id="{3F15D356-8B90-49DD-BC1F-1B56303B5990}"/>
                </a:ext>
              </a:extLst>
            </p:cNvPr>
            <p:cNvSpPr/>
            <p:nvPr/>
          </p:nvSpPr>
          <p:spPr>
            <a:xfrm rot="10800000" flipV="1">
              <a:off x="4410925" y="3127969"/>
              <a:ext cx="692468" cy="69246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rPr>
                <a:t>W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9D1CAD6A-2CD5-4B67-B60F-018E7F8D76A3}"/>
                </a:ext>
              </a:extLst>
            </p:cNvPr>
            <p:cNvCxnSpPr>
              <a:stCxn id="20" idx="0"/>
            </p:cNvCxnSpPr>
            <p:nvPr/>
          </p:nvCxnSpPr>
          <p:spPr>
            <a:xfrm rot="16200000" flipV="1">
              <a:off x="8658793" y="2649297"/>
              <a:ext cx="297" cy="1649509"/>
            </a:xfrm>
            <a:prstGeom prst="line">
              <a:avLst/>
            </a:prstGeom>
            <a:noFill/>
            <a:ln w="38100"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5" name="ïşḻíďè">
              <a:extLst>
                <a:ext uri="{FF2B5EF4-FFF2-40B4-BE49-F238E27FC236}">
                  <a16:creationId xmlns:a16="http://schemas.microsoft.com/office/drawing/2014/main" id="{14DB64C5-F779-4FE1-879F-8854939C4092}"/>
                </a:ext>
              </a:extLst>
            </p:cNvPr>
            <p:cNvSpPr/>
            <p:nvPr/>
          </p:nvSpPr>
          <p:spPr>
            <a:xfrm rot="16200000">
              <a:off x="7026446" y="3078504"/>
              <a:ext cx="791389" cy="791392"/>
            </a:xfrm>
            <a:prstGeom prst="arc">
              <a:avLst>
                <a:gd name="adj1" fmla="val 2657162"/>
                <a:gd name="adj2" fmla="val 8176062"/>
              </a:avLst>
            </a:prstGeom>
            <a:noFill/>
            <a:ln w="38100"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25000" lnSpcReduction="20000"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16" name="ïṡľíḓe">
              <a:extLst>
                <a:ext uri="{FF2B5EF4-FFF2-40B4-BE49-F238E27FC236}">
                  <a16:creationId xmlns:a16="http://schemas.microsoft.com/office/drawing/2014/main" id="{B278235E-D0FA-49E6-B9B6-245D5B260076}"/>
                </a:ext>
              </a:extLst>
            </p:cNvPr>
            <p:cNvSpPr/>
            <p:nvPr/>
          </p:nvSpPr>
          <p:spPr>
            <a:xfrm rot="10800000" flipV="1">
              <a:off x="7076188" y="3127968"/>
              <a:ext cx="692468" cy="692465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rPr>
                <a:t>O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17" name="îŝ1ïde">
              <a:extLst>
                <a:ext uri="{FF2B5EF4-FFF2-40B4-BE49-F238E27FC236}">
                  <a16:creationId xmlns:a16="http://schemas.microsoft.com/office/drawing/2014/main" id="{51D2A9B1-E19C-4B86-9636-E6046308187E}"/>
                </a:ext>
              </a:extLst>
            </p:cNvPr>
            <p:cNvSpPr/>
            <p:nvPr/>
          </p:nvSpPr>
          <p:spPr>
            <a:xfrm rot="16200000">
              <a:off x="9691707" y="3078504"/>
              <a:ext cx="791389" cy="791392"/>
            </a:xfrm>
            <a:prstGeom prst="arc">
              <a:avLst>
                <a:gd name="adj1" fmla="val 2657162"/>
                <a:gd name="adj2" fmla="val 8176062"/>
              </a:avLst>
            </a:prstGeom>
            <a:noFill/>
            <a:ln w="38100"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25000" lnSpcReduction="20000"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18" name="ïŝḻïdé">
              <a:extLst>
                <a:ext uri="{FF2B5EF4-FFF2-40B4-BE49-F238E27FC236}">
                  <a16:creationId xmlns:a16="http://schemas.microsoft.com/office/drawing/2014/main" id="{F54A6E33-6361-44A4-98F4-563394FEF6C1}"/>
                </a:ext>
              </a:extLst>
            </p:cNvPr>
            <p:cNvSpPr/>
            <p:nvPr/>
          </p:nvSpPr>
          <p:spPr>
            <a:xfrm rot="10800000" flipV="1">
              <a:off x="9741451" y="3127967"/>
              <a:ext cx="692468" cy="692465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rPr>
                <a:t>T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19" name="isļíḋè">
              <a:extLst>
                <a:ext uri="{FF2B5EF4-FFF2-40B4-BE49-F238E27FC236}">
                  <a16:creationId xmlns:a16="http://schemas.microsoft.com/office/drawing/2014/main" id="{62FFE792-34EC-4BD8-A0FA-98FBBBB7C1A8}"/>
                </a:ext>
              </a:extLst>
            </p:cNvPr>
            <p:cNvSpPr/>
            <p:nvPr/>
          </p:nvSpPr>
          <p:spPr>
            <a:xfrm rot="16200000">
              <a:off x="6818432" y="3408838"/>
              <a:ext cx="130727" cy="130727"/>
            </a:xfrm>
            <a:prstGeom prst="ellipse">
              <a:avLst/>
            </a:prstGeom>
            <a:noFill/>
            <a:ln w="38100"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25000" lnSpcReduction="20000"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20" name="iślídè">
              <a:extLst>
                <a:ext uri="{FF2B5EF4-FFF2-40B4-BE49-F238E27FC236}">
                  <a16:creationId xmlns:a16="http://schemas.microsoft.com/office/drawing/2014/main" id="{A77206FE-CBA7-46A2-BFA7-6795C620B64F}"/>
                </a:ext>
              </a:extLst>
            </p:cNvPr>
            <p:cNvSpPr/>
            <p:nvPr/>
          </p:nvSpPr>
          <p:spPr>
            <a:xfrm rot="16200000">
              <a:off x="9483696" y="3408837"/>
              <a:ext cx="130727" cy="130727"/>
            </a:xfrm>
            <a:prstGeom prst="ellipse">
              <a:avLst/>
            </a:prstGeom>
            <a:noFill/>
            <a:ln w="38100"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25000" lnSpcReduction="20000"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31" name="iṧ1íďe">
              <a:extLst>
                <a:ext uri="{FF2B5EF4-FFF2-40B4-BE49-F238E27FC236}">
                  <a16:creationId xmlns:a16="http://schemas.microsoft.com/office/drawing/2014/main" id="{9061C2DC-ACE6-4B6F-84BB-3DCB5639454D}"/>
                </a:ext>
              </a:extLst>
            </p:cNvPr>
            <p:cNvSpPr txBox="1"/>
            <p:nvPr/>
          </p:nvSpPr>
          <p:spPr bwMode="auto">
            <a:xfrm>
              <a:off x="663292" y="4155151"/>
              <a:ext cx="2856646" cy="469630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b">
              <a:normAutofit fontScale="85000" lnSpcReduction="10000"/>
            </a:bodyPr>
            <a:lstStyle>
              <a:defPPr>
                <a:defRPr lang="zh-CN"/>
              </a:defPPr>
              <a:lvl1pPr marL="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lvl="0" algn="ctr">
                <a:spcBef>
                  <a:spcPct val="0"/>
                </a:spcBef>
                <a:defRPr/>
              </a:pPr>
              <a:r>
                <a:rPr lang="en-US" altLang="zh-CN" sz="2000" b="1" dirty="0">
                  <a:solidFill>
                    <a:srgbClr val="000000"/>
                  </a:solidFill>
                </a:rPr>
                <a:t>Centralized management</a:t>
              </a: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29" name="ïşḻíḑè">
              <a:extLst>
                <a:ext uri="{FF2B5EF4-FFF2-40B4-BE49-F238E27FC236}">
                  <a16:creationId xmlns:a16="http://schemas.microsoft.com/office/drawing/2014/main" id="{F2F89BA5-6038-4BF5-9A89-F0B94789A6CD}"/>
                </a:ext>
              </a:extLst>
            </p:cNvPr>
            <p:cNvSpPr txBox="1"/>
            <p:nvPr/>
          </p:nvSpPr>
          <p:spPr bwMode="auto">
            <a:xfrm>
              <a:off x="3328649" y="1718071"/>
              <a:ext cx="2856646" cy="469630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b">
              <a:normAutofit fontScale="92500"/>
            </a:bodyPr>
            <a:lstStyle>
              <a:defPPr>
                <a:defRPr lang="zh-CN"/>
              </a:defPPr>
              <a:lvl1pPr marL="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lvl="0" algn="ctr">
                <a:spcBef>
                  <a:spcPct val="0"/>
                </a:spcBef>
                <a:defRPr/>
              </a:pPr>
              <a:r>
                <a:rPr lang="en-US" altLang="zh-CN" sz="2000" b="1" dirty="0">
                  <a:solidFill>
                    <a:srgbClr val="000000"/>
                  </a:solidFill>
                </a:rPr>
                <a:t>Different environments</a:t>
              </a: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27" name="îṥ1ïḍè">
              <a:extLst>
                <a:ext uri="{FF2B5EF4-FFF2-40B4-BE49-F238E27FC236}">
                  <a16:creationId xmlns:a16="http://schemas.microsoft.com/office/drawing/2014/main" id="{05A04451-80A6-4A13-857F-6C92C3E53974}"/>
                </a:ext>
              </a:extLst>
            </p:cNvPr>
            <p:cNvSpPr txBox="1"/>
            <p:nvPr/>
          </p:nvSpPr>
          <p:spPr bwMode="auto">
            <a:xfrm>
              <a:off x="8659362" y="1718071"/>
              <a:ext cx="2856646" cy="671060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b">
              <a:normAutofit fontScale="92500"/>
            </a:bodyPr>
            <a:lstStyle>
              <a:defPPr>
                <a:defRPr lang="zh-CN"/>
              </a:defPPr>
              <a:lvl1pPr marL="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lvl="0" algn="ctr">
                <a:spcBef>
                  <a:spcPct val="0"/>
                </a:spcBef>
                <a:defRPr/>
              </a:pPr>
              <a:r>
                <a:rPr lang="en-US" altLang="zh-CN" sz="2000" b="1" dirty="0">
                  <a:solidFill>
                    <a:srgbClr val="000000"/>
                  </a:solidFill>
                </a:rPr>
                <a:t>Automatically updated after changes</a:t>
              </a: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25" name="iṥḷïḓè">
              <a:extLst>
                <a:ext uri="{FF2B5EF4-FFF2-40B4-BE49-F238E27FC236}">
                  <a16:creationId xmlns:a16="http://schemas.microsoft.com/office/drawing/2014/main" id="{E10C31A6-7AD0-4AC1-8047-641910AC09F1}"/>
                </a:ext>
              </a:extLst>
            </p:cNvPr>
            <p:cNvSpPr txBox="1"/>
            <p:nvPr/>
          </p:nvSpPr>
          <p:spPr bwMode="auto">
            <a:xfrm>
              <a:off x="5994006" y="4155151"/>
              <a:ext cx="2856646" cy="603470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b">
              <a:normAutofit fontScale="92500" lnSpcReduction="20000"/>
            </a:bodyPr>
            <a:lstStyle>
              <a:defPPr>
                <a:defRPr lang="zh-CN"/>
              </a:defPPr>
              <a:lvl1pPr marL="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lvl="0" algn="ctr">
                <a:spcBef>
                  <a:spcPct val="0"/>
                </a:spcBef>
                <a:defRPr/>
              </a:pPr>
              <a:r>
                <a:rPr lang="en-US" altLang="zh-CN" sz="2000" b="1" dirty="0">
                  <a:solidFill>
                    <a:srgbClr val="000000"/>
                  </a:solidFill>
                </a:rPr>
                <a:t>Dynamic adjustment during operation</a:t>
              </a: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33" name="矩形 32">
            <a:extLst>
              <a:ext uri="{FF2B5EF4-FFF2-40B4-BE49-F238E27FC236}">
                <a16:creationId xmlns:a16="http://schemas.microsoft.com/office/drawing/2014/main" id="{E28241D5-EC80-438F-9C8E-E0FF8D4A8123}"/>
              </a:ext>
            </a:extLst>
          </p:cNvPr>
          <p:cNvSpPr/>
          <p:nvPr/>
        </p:nvSpPr>
        <p:spPr>
          <a:xfrm>
            <a:off x="669924" y="1502321"/>
            <a:ext cx="999439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The configuration management of the microservice architecture has the following </a:t>
            </a:r>
            <a:r>
              <a:rPr lang="zh-CN" altLang="en-US" dirty="0">
                <a:solidFill>
                  <a:schemeClr val="accent2">
                    <a:lumMod val="75000"/>
                  </a:schemeClr>
                </a:solidFill>
              </a:rPr>
              <a:t>requirements</a:t>
            </a: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</a:rPr>
              <a:t>: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3012558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8AD124-D38B-4D76-87C4-9D2DD0A51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Config</a:t>
            </a:r>
            <a:endParaRPr lang="zh-CN" altLang="en-US" dirty="0"/>
          </a:p>
        </p:txBody>
      </p:sp>
      <p:sp>
        <p:nvSpPr>
          <p:cNvPr id="26" name="灯片编号占位符 3">
            <a:extLst>
              <a:ext uri="{FF2B5EF4-FFF2-40B4-BE49-F238E27FC236}">
                <a16:creationId xmlns:a16="http://schemas.microsoft.com/office/drawing/2014/main" id="{0D2EEDDD-F72A-4A29-98AC-0D389268B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240463"/>
            <a:ext cx="2909888" cy="206381"/>
          </a:xfrm>
        </p:spPr>
        <p:txBody>
          <a:bodyPr/>
          <a:lstStyle/>
          <a:p>
            <a:fld id="{5DD3DB80-B894-403A-B48E-6FDC1A72010E}" type="slidenum">
              <a:rPr lang="zh-CN" altLang="en-US" smtClean="0"/>
              <a:pPr/>
              <a:t>17</a:t>
            </a:fld>
            <a:endParaRPr lang="zh-CN" altLang="en-US"/>
          </a:p>
        </p:txBody>
      </p:sp>
      <p:grpSp>
        <p:nvGrpSpPr>
          <p:cNvPr id="28" name="4e38c431-b461-4561-a0b4-4b3deede44a0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42A73E72-04B6-41CB-84A8-905400270A27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1720195" y="3540804"/>
            <a:ext cx="8917275" cy="2608596"/>
            <a:chOff x="1720195" y="3540804"/>
            <a:chExt cx="8917275" cy="2608596"/>
          </a:xfrm>
        </p:grpSpPr>
        <p:sp>
          <p:nvSpPr>
            <p:cNvPr id="30" name="ísľíḍè">
              <a:extLst>
                <a:ext uri="{FF2B5EF4-FFF2-40B4-BE49-F238E27FC236}">
                  <a16:creationId xmlns:a16="http://schemas.microsoft.com/office/drawing/2014/main" id="{CF3FD215-64C1-46D1-BB2B-BA8CAE333D6D}"/>
                </a:ext>
              </a:extLst>
            </p:cNvPr>
            <p:cNvSpPr/>
            <p:nvPr/>
          </p:nvSpPr>
          <p:spPr>
            <a:xfrm>
              <a:off x="5388440" y="3613058"/>
              <a:ext cx="1152128" cy="1079874"/>
            </a:xfrm>
            <a:prstGeom prst="ellipse">
              <a:avLst/>
            </a:prstGeom>
            <a:solidFill>
              <a:schemeClr val="accent1"/>
            </a:solidFill>
            <a:ln w="57150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32" name="îṣlïḍe">
              <a:extLst>
                <a:ext uri="{FF2B5EF4-FFF2-40B4-BE49-F238E27FC236}">
                  <a16:creationId xmlns:a16="http://schemas.microsoft.com/office/drawing/2014/main" id="{BF6657A7-9E70-4E14-B151-5638FC2D482E}"/>
                </a:ext>
              </a:extLst>
            </p:cNvPr>
            <p:cNvSpPr/>
            <p:nvPr/>
          </p:nvSpPr>
          <p:spPr>
            <a:xfrm>
              <a:off x="5724906" y="3917021"/>
              <a:ext cx="479201" cy="428349"/>
            </a:xfrm>
            <a:custGeom>
              <a:avLst/>
              <a:gdLst>
                <a:gd name="connsiteX0" fmla="*/ 315778 w 607639"/>
                <a:gd name="connsiteY0" fmla="*/ 173080 h 579502"/>
                <a:gd name="connsiteX1" fmla="*/ 315778 w 607639"/>
                <a:gd name="connsiteY1" fmla="*/ 266058 h 579502"/>
                <a:gd name="connsiteX2" fmla="*/ 303493 w 607639"/>
                <a:gd name="connsiteY2" fmla="*/ 278325 h 579502"/>
                <a:gd name="connsiteX3" fmla="*/ 210375 w 607639"/>
                <a:gd name="connsiteY3" fmla="*/ 278325 h 579502"/>
                <a:gd name="connsiteX4" fmla="*/ 303493 w 607639"/>
                <a:gd name="connsiteY4" fmla="*/ 359925 h 579502"/>
                <a:gd name="connsiteX5" fmla="*/ 397500 w 607639"/>
                <a:gd name="connsiteY5" fmla="*/ 266058 h 579502"/>
                <a:gd name="connsiteX6" fmla="*/ 315778 w 607639"/>
                <a:gd name="connsiteY6" fmla="*/ 173080 h 579502"/>
                <a:gd name="connsiteX7" fmla="*/ 249814 w 607639"/>
                <a:gd name="connsiteY7" fmla="*/ 160816 h 579502"/>
                <a:gd name="connsiteX8" fmla="*/ 198110 w 607639"/>
                <a:gd name="connsiteY8" fmla="*/ 212449 h 579502"/>
                <a:gd name="connsiteX9" fmla="*/ 249814 w 607639"/>
                <a:gd name="connsiteY9" fmla="*/ 212449 h 579502"/>
                <a:gd name="connsiteX10" fmla="*/ 303493 w 607639"/>
                <a:gd name="connsiteY10" fmla="*/ 147835 h 579502"/>
                <a:gd name="connsiteX11" fmla="*/ 421981 w 607639"/>
                <a:gd name="connsiteY11" fmla="*/ 266058 h 579502"/>
                <a:gd name="connsiteX12" fmla="*/ 303493 w 607639"/>
                <a:gd name="connsiteY12" fmla="*/ 384370 h 579502"/>
                <a:gd name="connsiteX13" fmla="*/ 185093 w 607639"/>
                <a:gd name="connsiteY13" fmla="*/ 266058 h 579502"/>
                <a:gd name="connsiteX14" fmla="*/ 197289 w 607639"/>
                <a:gd name="connsiteY14" fmla="*/ 253880 h 579502"/>
                <a:gd name="connsiteX15" fmla="*/ 291297 w 607639"/>
                <a:gd name="connsiteY15" fmla="*/ 253880 h 579502"/>
                <a:gd name="connsiteX16" fmla="*/ 291297 w 607639"/>
                <a:gd name="connsiteY16" fmla="*/ 160013 h 579502"/>
                <a:gd name="connsiteX17" fmla="*/ 303493 w 607639"/>
                <a:gd name="connsiteY17" fmla="*/ 147835 h 579502"/>
                <a:gd name="connsiteX18" fmla="*/ 262095 w 607639"/>
                <a:gd name="connsiteY18" fmla="*/ 135133 h 579502"/>
                <a:gd name="connsiteX19" fmla="*/ 274287 w 607639"/>
                <a:gd name="connsiteY19" fmla="*/ 147397 h 579502"/>
                <a:gd name="connsiteX20" fmla="*/ 274287 w 607639"/>
                <a:gd name="connsiteY20" fmla="*/ 224713 h 579502"/>
                <a:gd name="connsiteX21" fmla="*/ 262095 w 607639"/>
                <a:gd name="connsiteY21" fmla="*/ 236888 h 579502"/>
                <a:gd name="connsiteX22" fmla="*/ 184672 w 607639"/>
                <a:gd name="connsiteY22" fmla="*/ 236888 h 579502"/>
                <a:gd name="connsiteX23" fmla="*/ 172391 w 607639"/>
                <a:gd name="connsiteY23" fmla="*/ 224713 h 579502"/>
                <a:gd name="connsiteX24" fmla="*/ 262095 w 607639"/>
                <a:gd name="connsiteY24" fmla="*/ 135133 h 579502"/>
                <a:gd name="connsiteX25" fmla="*/ 58120 w 607639"/>
                <a:gd name="connsiteY25" fmla="*/ 108514 h 579502"/>
                <a:gd name="connsiteX26" fmla="*/ 58120 w 607639"/>
                <a:gd name="connsiteY26" fmla="*/ 413970 h 579502"/>
                <a:gd name="connsiteX27" fmla="*/ 549430 w 607639"/>
                <a:gd name="connsiteY27" fmla="*/ 413970 h 579502"/>
                <a:gd name="connsiteX28" fmla="*/ 549430 w 607639"/>
                <a:gd name="connsiteY28" fmla="*/ 108514 h 579502"/>
                <a:gd name="connsiteX29" fmla="*/ 27236 w 607639"/>
                <a:gd name="connsiteY29" fmla="*/ 56079 h 579502"/>
                <a:gd name="connsiteX30" fmla="*/ 27236 w 607639"/>
                <a:gd name="connsiteY30" fmla="*/ 81319 h 579502"/>
                <a:gd name="connsiteX31" fmla="*/ 580403 w 607639"/>
                <a:gd name="connsiteY31" fmla="*/ 81319 h 579502"/>
                <a:gd name="connsiteX32" fmla="*/ 580403 w 607639"/>
                <a:gd name="connsiteY32" fmla="*/ 56079 h 579502"/>
                <a:gd name="connsiteX33" fmla="*/ 303775 w 607639"/>
                <a:gd name="connsiteY33" fmla="*/ 0 h 579502"/>
                <a:gd name="connsiteX34" fmla="*/ 317393 w 607639"/>
                <a:gd name="connsiteY34" fmla="*/ 13597 h 579502"/>
                <a:gd name="connsiteX35" fmla="*/ 317393 w 607639"/>
                <a:gd name="connsiteY35" fmla="*/ 28884 h 579502"/>
                <a:gd name="connsiteX36" fmla="*/ 580403 w 607639"/>
                <a:gd name="connsiteY36" fmla="*/ 28884 h 579502"/>
                <a:gd name="connsiteX37" fmla="*/ 607639 w 607639"/>
                <a:gd name="connsiteY37" fmla="*/ 56079 h 579502"/>
                <a:gd name="connsiteX38" fmla="*/ 607639 w 607639"/>
                <a:gd name="connsiteY38" fmla="*/ 81319 h 579502"/>
                <a:gd name="connsiteX39" fmla="*/ 580403 w 607639"/>
                <a:gd name="connsiteY39" fmla="*/ 108514 h 579502"/>
                <a:gd name="connsiteX40" fmla="*/ 576665 w 607639"/>
                <a:gd name="connsiteY40" fmla="*/ 108514 h 579502"/>
                <a:gd name="connsiteX41" fmla="*/ 576665 w 607639"/>
                <a:gd name="connsiteY41" fmla="*/ 413970 h 579502"/>
                <a:gd name="connsiteX42" fmla="*/ 549430 w 607639"/>
                <a:gd name="connsiteY42" fmla="*/ 441165 h 579502"/>
                <a:gd name="connsiteX43" fmla="*/ 317393 w 607639"/>
                <a:gd name="connsiteY43" fmla="*/ 441165 h 579502"/>
                <a:gd name="connsiteX44" fmla="*/ 317393 w 607639"/>
                <a:gd name="connsiteY44" fmla="*/ 481069 h 579502"/>
                <a:gd name="connsiteX45" fmla="*/ 418236 w 607639"/>
                <a:gd name="connsiteY45" fmla="*/ 554923 h 579502"/>
                <a:gd name="connsiteX46" fmla="*/ 421173 w 607639"/>
                <a:gd name="connsiteY46" fmla="*/ 573942 h 579502"/>
                <a:gd name="connsiteX47" fmla="*/ 410225 w 607639"/>
                <a:gd name="connsiteY47" fmla="*/ 579452 h 579502"/>
                <a:gd name="connsiteX48" fmla="*/ 402215 w 607639"/>
                <a:gd name="connsiteY48" fmla="*/ 576874 h 579502"/>
                <a:gd name="connsiteX49" fmla="*/ 317393 w 607639"/>
                <a:gd name="connsiteY49" fmla="*/ 514752 h 579502"/>
                <a:gd name="connsiteX50" fmla="*/ 317393 w 607639"/>
                <a:gd name="connsiteY50" fmla="*/ 565854 h 579502"/>
                <a:gd name="connsiteX51" fmla="*/ 303775 w 607639"/>
                <a:gd name="connsiteY51" fmla="*/ 579452 h 579502"/>
                <a:gd name="connsiteX52" fmla="*/ 290157 w 607639"/>
                <a:gd name="connsiteY52" fmla="*/ 565854 h 579502"/>
                <a:gd name="connsiteX53" fmla="*/ 290157 w 607639"/>
                <a:gd name="connsiteY53" fmla="*/ 514752 h 579502"/>
                <a:gd name="connsiteX54" fmla="*/ 205424 w 607639"/>
                <a:gd name="connsiteY54" fmla="*/ 576874 h 579502"/>
                <a:gd name="connsiteX55" fmla="*/ 186377 w 607639"/>
                <a:gd name="connsiteY55" fmla="*/ 573942 h 579502"/>
                <a:gd name="connsiteX56" fmla="*/ 189314 w 607639"/>
                <a:gd name="connsiteY56" fmla="*/ 554923 h 579502"/>
                <a:gd name="connsiteX57" fmla="*/ 290157 w 607639"/>
                <a:gd name="connsiteY57" fmla="*/ 481069 h 579502"/>
                <a:gd name="connsiteX58" fmla="*/ 290157 w 607639"/>
                <a:gd name="connsiteY58" fmla="*/ 441165 h 579502"/>
                <a:gd name="connsiteX59" fmla="*/ 58120 w 607639"/>
                <a:gd name="connsiteY59" fmla="*/ 441165 h 579502"/>
                <a:gd name="connsiteX60" fmla="*/ 30885 w 607639"/>
                <a:gd name="connsiteY60" fmla="*/ 413970 h 579502"/>
                <a:gd name="connsiteX61" fmla="*/ 30885 w 607639"/>
                <a:gd name="connsiteY61" fmla="*/ 108514 h 579502"/>
                <a:gd name="connsiteX62" fmla="*/ 27236 w 607639"/>
                <a:gd name="connsiteY62" fmla="*/ 108514 h 579502"/>
                <a:gd name="connsiteX63" fmla="*/ 0 w 607639"/>
                <a:gd name="connsiteY63" fmla="*/ 81319 h 579502"/>
                <a:gd name="connsiteX64" fmla="*/ 0 w 607639"/>
                <a:gd name="connsiteY64" fmla="*/ 56079 h 579502"/>
                <a:gd name="connsiteX65" fmla="*/ 27236 w 607639"/>
                <a:gd name="connsiteY65" fmla="*/ 28884 h 579502"/>
                <a:gd name="connsiteX66" fmla="*/ 290157 w 607639"/>
                <a:gd name="connsiteY66" fmla="*/ 28884 h 579502"/>
                <a:gd name="connsiteX67" fmla="*/ 290157 w 607639"/>
                <a:gd name="connsiteY67" fmla="*/ 13597 h 579502"/>
                <a:gd name="connsiteX68" fmla="*/ 303775 w 607639"/>
                <a:gd name="connsiteY68" fmla="*/ 0 h 579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</a:cxnLst>
              <a:rect l="l" t="t" r="r" b="b"/>
              <a:pathLst>
                <a:path w="607639" h="579502">
                  <a:moveTo>
                    <a:pt x="315778" y="173080"/>
                  </a:moveTo>
                  <a:lnTo>
                    <a:pt x="315778" y="266058"/>
                  </a:lnTo>
                  <a:cubicBezTo>
                    <a:pt x="315778" y="272814"/>
                    <a:pt x="310258" y="278325"/>
                    <a:pt x="303493" y="278325"/>
                  </a:cubicBezTo>
                  <a:lnTo>
                    <a:pt x="210375" y="278325"/>
                  </a:lnTo>
                  <a:cubicBezTo>
                    <a:pt x="216429" y="324281"/>
                    <a:pt x="255866" y="359925"/>
                    <a:pt x="303493" y="359925"/>
                  </a:cubicBezTo>
                  <a:cubicBezTo>
                    <a:pt x="355303" y="359925"/>
                    <a:pt x="397500" y="317792"/>
                    <a:pt x="397500" y="266058"/>
                  </a:cubicBezTo>
                  <a:cubicBezTo>
                    <a:pt x="397500" y="218502"/>
                    <a:pt x="361802" y="179124"/>
                    <a:pt x="315778" y="173080"/>
                  </a:cubicBezTo>
                  <a:close/>
                  <a:moveTo>
                    <a:pt x="249814" y="160816"/>
                  </a:moveTo>
                  <a:cubicBezTo>
                    <a:pt x="223740" y="165793"/>
                    <a:pt x="203093" y="186410"/>
                    <a:pt x="198110" y="212449"/>
                  </a:cubicBezTo>
                  <a:lnTo>
                    <a:pt x="249814" y="212449"/>
                  </a:lnTo>
                  <a:close/>
                  <a:moveTo>
                    <a:pt x="303493" y="147835"/>
                  </a:moveTo>
                  <a:cubicBezTo>
                    <a:pt x="368835" y="147835"/>
                    <a:pt x="421981" y="200902"/>
                    <a:pt x="421981" y="266058"/>
                  </a:cubicBezTo>
                  <a:cubicBezTo>
                    <a:pt x="421981" y="331303"/>
                    <a:pt x="368835" y="384370"/>
                    <a:pt x="303493" y="384370"/>
                  </a:cubicBezTo>
                  <a:cubicBezTo>
                    <a:pt x="238239" y="384370"/>
                    <a:pt x="185093" y="331303"/>
                    <a:pt x="185093" y="266058"/>
                  </a:cubicBezTo>
                  <a:cubicBezTo>
                    <a:pt x="185093" y="259303"/>
                    <a:pt x="190523" y="253880"/>
                    <a:pt x="197289" y="253880"/>
                  </a:cubicBezTo>
                  <a:lnTo>
                    <a:pt x="291297" y="253880"/>
                  </a:lnTo>
                  <a:lnTo>
                    <a:pt x="291297" y="160013"/>
                  </a:lnTo>
                  <a:cubicBezTo>
                    <a:pt x="291297" y="153257"/>
                    <a:pt x="296727" y="147835"/>
                    <a:pt x="303493" y="147835"/>
                  </a:cubicBezTo>
                  <a:close/>
                  <a:moveTo>
                    <a:pt x="262095" y="135133"/>
                  </a:moveTo>
                  <a:cubicBezTo>
                    <a:pt x="268859" y="135133"/>
                    <a:pt x="274287" y="140643"/>
                    <a:pt x="274287" y="147397"/>
                  </a:cubicBezTo>
                  <a:lnTo>
                    <a:pt x="274287" y="224713"/>
                  </a:lnTo>
                  <a:cubicBezTo>
                    <a:pt x="274287" y="231467"/>
                    <a:pt x="268859" y="236888"/>
                    <a:pt x="262095" y="236888"/>
                  </a:cubicBezTo>
                  <a:lnTo>
                    <a:pt x="184672" y="236888"/>
                  </a:lnTo>
                  <a:cubicBezTo>
                    <a:pt x="177909" y="236888"/>
                    <a:pt x="172391" y="231467"/>
                    <a:pt x="172391" y="224713"/>
                  </a:cubicBezTo>
                  <a:cubicBezTo>
                    <a:pt x="172391" y="175302"/>
                    <a:pt x="212616" y="135133"/>
                    <a:pt x="262095" y="135133"/>
                  </a:cubicBezTo>
                  <a:close/>
                  <a:moveTo>
                    <a:pt x="58120" y="108514"/>
                  </a:moveTo>
                  <a:lnTo>
                    <a:pt x="58120" y="413970"/>
                  </a:lnTo>
                  <a:lnTo>
                    <a:pt x="549430" y="413970"/>
                  </a:lnTo>
                  <a:lnTo>
                    <a:pt x="549430" y="108514"/>
                  </a:lnTo>
                  <a:close/>
                  <a:moveTo>
                    <a:pt x="27236" y="56079"/>
                  </a:moveTo>
                  <a:lnTo>
                    <a:pt x="27236" y="81319"/>
                  </a:lnTo>
                  <a:lnTo>
                    <a:pt x="580403" y="81319"/>
                  </a:lnTo>
                  <a:lnTo>
                    <a:pt x="580403" y="56079"/>
                  </a:lnTo>
                  <a:close/>
                  <a:moveTo>
                    <a:pt x="303775" y="0"/>
                  </a:moveTo>
                  <a:cubicBezTo>
                    <a:pt x="311341" y="0"/>
                    <a:pt x="317393" y="6132"/>
                    <a:pt x="317393" y="13597"/>
                  </a:cubicBezTo>
                  <a:lnTo>
                    <a:pt x="317393" y="28884"/>
                  </a:lnTo>
                  <a:lnTo>
                    <a:pt x="580403" y="28884"/>
                  </a:lnTo>
                  <a:cubicBezTo>
                    <a:pt x="595356" y="28884"/>
                    <a:pt x="607639" y="41148"/>
                    <a:pt x="607639" y="56079"/>
                  </a:cubicBezTo>
                  <a:lnTo>
                    <a:pt x="607639" y="81319"/>
                  </a:lnTo>
                  <a:cubicBezTo>
                    <a:pt x="607639" y="96338"/>
                    <a:pt x="595356" y="108514"/>
                    <a:pt x="580403" y="108514"/>
                  </a:cubicBezTo>
                  <a:lnTo>
                    <a:pt x="576665" y="108514"/>
                  </a:lnTo>
                  <a:lnTo>
                    <a:pt x="576665" y="413970"/>
                  </a:lnTo>
                  <a:cubicBezTo>
                    <a:pt x="576665" y="428990"/>
                    <a:pt x="564472" y="441165"/>
                    <a:pt x="549430" y="441165"/>
                  </a:cubicBezTo>
                  <a:lnTo>
                    <a:pt x="317393" y="441165"/>
                  </a:lnTo>
                  <a:lnTo>
                    <a:pt x="317393" y="481069"/>
                  </a:lnTo>
                  <a:lnTo>
                    <a:pt x="418236" y="554923"/>
                  </a:lnTo>
                  <a:cubicBezTo>
                    <a:pt x="424377" y="559366"/>
                    <a:pt x="425623" y="567898"/>
                    <a:pt x="421173" y="573942"/>
                  </a:cubicBezTo>
                  <a:cubicBezTo>
                    <a:pt x="418503" y="577585"/>
                    <a:pt x="414409" y="579452"/>
                    <a:pt x="410225" y="579452"/>
                  </a:cubicBezTo>
                  <a:cubicBezTo>
                    <a:pt x="407466" y="579452"/>
                    <a:pt x="404618" y="578652"/>
                    <a:pt x="402215" y="576874"/>
                  </a:cubicBezTo>
                  <a:lnTo>
                    <a:pt x="317393" y="514752"/>
                  </a:lnTo>
                  <a:lnTo>
                    <a:pt x="317393" y="565854"/>
                  </a:lnTo>
                  <a:cubicBezTo>
                    <a:pt x="317393" y="573408"/>
                    <a:pt x="311341" y="579452"/>
                    <a:pt x="303775" y="579452"/>
                  </a:cubicBezTo>
                  <a:cubicBezTo>
                    <a:pt x="296299" y="579452"/>
                    <a:pt x="290157" y="573408"/>
                    <a:pt x="290157" y="565854"/>
                  </a:cubicBezTo>
                  <a:lnTo>
                    <a:pt x="290157" y="514752"/>
                  </a:lnTo>
                  <a:lnTo>
                    <a:pt x="205424" y="576874"/>
                  </a:lnTo>
                  <a:cubicBezTo>
                    <a:pt x="199372" y="581318"/>
                    <a:pt x="190827" y="579985"/>
                    <a:pt x="186377" y="573942"/>
                  </a:cubicBezTo>
                  <a:cubicBezTo>
                    <a:pt x="181927" y="567898"/>
                    <a:pt x="183262" y="559366"/>
                    <a:pt x="189314" y="554923"/>
                  </a:cubicBezTo>
                  <a:lnTo>
                    <a:pt x="290157" y="481069"/>
                  </a:lnTo>
                  <a:lnTo>
                    <a:pt x="290157" y="441165"/>
                  </a:lnTo>
                  <a:lnTo>
                    <a:pt x="58120" y="441165"/>
                  </a:lnTo>
                  <a:cubicBezTo>
                    <a:pt x="43167" y="441165"/>
                    <a:pt x="30885" y="428990"/>
                    <a:pt x="30885" y="413970"/>
                  </a:cubicBezTo>
                  <a:lnTo>
                    <a:pt x="30885" y="108514"/>
                  </a:lnTo>
                  <a:lnTo>
                    <a:pt x="27236" y="108514"/>
                  </a:lnTo>
                  <a:cubicBezTo>
                    <a:pt x="12194" y="108514"/>
                    <a:pt x="0" y="96338"/>
                    <a:pt x="0" y="81319"/>
                  </a:cubicBezTo>
                  <a:lnTo>
                    <a:pt x="0" y="56079"/>
                  </a:lnTo>
                  <a:cubicBezTo>
                    <a:pt x="0" y="41148"/>
                    <a:pt x="12194" y="28884"/>
                    <a:pt x="27236" y="28884"/>
                  </a:cubicBezTo>
                  <a:lnTo>
                    <a:pt x="290157" y="28884"/>
                  </a:lnTo>
                  <a:lnTo>
                    <a:pt x="290157" y="13597"/>
                  </a:lnTo>
                  <a:cubicBezTo>
                    <a:pt x="290157" y="6132"/>
                    <a:pt x="296299" y="0"/>
                    <a:pt x="30377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4" name="í$ļîḋé">
              <a:extLst>
                <a:ext uri="{FF2B5EF4-FFF2-40B4-BE49-F238E27FC236}">
                  <a16:creationId xmlns:a16="http://schemas.microsoft.com/office/drawing/2014/main" id="{96FFAE33-5006-4C62-9876-96F7AAAD6186}"/>
                </a:ext>
              </a:extLst>
            </p:cNvPr>
            <p:cNvSpPr/>
            <p:nvPr/>
          </p:nvSpPr>
          <p:spPr>
            <a:xfrm>
              <a:off x="1720195" y="3613058"/>
              <a:ext cx="1152128" cy="1152128"/>
            </a:xfrm>
            <a:prstGeom prst="ellipse">
              <a:avLst/>
            </a:prstGeom>
            <a:solidFill>
              <a:schemeClr val="tx2"/>
            </a:solidFill>
            <a:ln w="57150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35" name="i$lïde">
              <a:extLst>
                <a:ext uri="{FF2B5EF4-FFF2-40B4-BE49-F238E27FC236}">
                  <a16:creationId xmlns:a16="http://schemas.microsoft.com/office/drawing/2014/main" id="{190CEB5B-B008-424B-8BE6-29B41129A2AF}"/>
                </a:ext>
              </a:extLst>
            </p:cNvPr>
            <p:cNvSpPr/>
            <p:nvPr/>
          </p:nvSpPr>
          <p:spPr>
            <a:xfrm>
              <a:off x="2056661" y="3960615"/>
              <a:ext cx="479201" cy="457010"/>
            </a:xfrm>
            <a:custGeom>
              <a:avLst/>
              <a:gdLst>
                <a:gd name="connsiteX0" fmla="*/ 315778 w 607639"/>
                <a:gd name="connsiteY0" fmla="*/ 173080 h 579502"/>
                <a:gd name="connsiteX1" fmla="*/ 315778 w 607639"/>
                <a:gd name="connsiteY1" fmla="*/ 266058 h 579502"/>
                <a:gd name="connsiteX2" fmla="*/ 303493 w 607639"/>
                <a:gd name="connsiteY2" fmla="*/ 278325 h 579502"/>
                <a:gd name="connsiteX3" fmla="*/ 210375 w 607639"/>
                <a:gd name="connsiteY3" fmla="*/ 278325 h 579502"/>
                <a:gd name="connsiteX4" fmla="*/ 303493 w 607639"/>
                <a:gd name="connsiteY4" fmla="*/ 359925 h 579502"/>
                <a:gd name="connsiteX5" fmla="*/ 397500 w 607639"/>
                <a:gd name="connsiteY5" fmla="*/ 266058 h 579502"/>
                <a:gd name="connsiteX6" fmla="*/ 315778 w 607639"/>
                <a:gd name="connsiteY6" fmla="*/ 173080 h 579502"/>
                <a:gd name="connsiteX7" fmla="*/ 249814 w 607639"/>
                <a:gd name="connsiteY7" fmla="*/ 160816 h 579502"/>
                <a:gd name="connsiteX8" fmla="*/ 198110 w 607639"/>
                <a:gd name="connsiteY8" fmla="*/ 212449 h 579502"/>
                <a:gd name="connsiteX9" fmla="*/ 249814 w 607639"/>
                <a:gd name="connsiteY9" fmla="*/ 212449 h 579502"/>
                <a:gd name="connsiteX10" fmla="*/ 303493 w 607639"/>
                <a:gd name="connsiteY10" fmla="*/ 147835 h 579502"/>
                <a:gd name="connsiteX11" fmla="*/ 421981 w 607639"/>
                <a:gd name="connsiteY11" fmla="*/ 266058 h 579502"/>
                <a:gd name="connsiteX12" fmla="*/ 303493 w 607639"/>
                <a:gd name="connsiteY12" fmla="*/ 384370 h 579502"/>
                <a:gd name="connsiteX13" fmla="*/ 185093 w 607639"/>
                <a:gd name="connsiteY13" fmla="*/ 266058 h 579502"/>
                <a:gd name="connsiteX14" fmla="*/ 197289 w 607639"/>
                <a:gd name="connsiteY14" fmla="*/ 253880 h 579502"/>
                <a:gd name="connsiteX15" fmla="*/ 291297 w 607639"/>
                <a:gd name="connsiteY15" fmla="*/ 253880 h 579502"/>
                <a:gd name="connsiteX16" fmla="*/ 291297 w 607639"/>
                <a:gd name="connsiteY16" fmla="*/ 160013 h 579502"/>
                <a:gd name="connsiteX17" fmla="*/ 303493 w 607639"/>
                <a:gd name="connsiteY17" fmla="*/ 147835 h 579502"/>
                <a:gd name="connsiteX18" fmla="*/ 262095 w 607639"/>
                <a:gd name="connsiteY18" fmla="*/ 135133 h 579502"/>
                <a:gd name="connsiteX19" fmla="*/ 274287 w 607639"/>
                <a:gd name="connsiteY19" fmla="*/ 147397 h 579502"/>
                <a:gd name="connsiteX20" fmla="*/ 274287 w 607639"/>
                <a:gd name="connsiteY20" fmla="*/ 224713 h 579502"/>
                <a:gd name="connsiteX21" fmla="*/ 262095 w 607639"/>
                <a:gd name="connsiteY21" fmla="*/ 236888 h 579502"/>
                <a:gd name="connsiteX22" fmla="*/ 184672 w 607639"/>
                <a:gd name="connsiteY22" fmla="*/ 236888 h 579502"/>
                <a:gd name="connsiteX23" fmla="*/ 172391 w 607639"/>
                <a:gd name="connsiteY23" fmla="*/ 224713 h 579502"/>
                <a:gd name="connsiteX24" fmla="*/ 262095 w 607639"/>
                <a:gd name="connsiteY24" fmla="*/ 135133 h 579502"/>
                <a:gd name="connsiteX25" fmla="*/ 58120 w 607639"/>
                <a:gd name="connsiteY25" fmla="*/ 108514 h 579502"/>
                <a:gd name="connsiteX26" fmla="*/ 58120 w 607639"/>
                <a:gd name="connsiteY26" fmla="*/ 413970 h 579502"/>
                <a:gd name="connsiteX27" fmla="*/ 549430 w 607639"/>
                <a:gd name="connsiteY27" fmla="*/ 413970 h 579502"/>
                <a:gd name="connsiteX28" fmla="*/ 549430 w 607639"/>
                <a:gd name="connsiteY28" fmla="*/ 108514 h 579502"/>
                <a:gd name="connsiteX29" fmla="*/ 27236 w 607639"/>
                <a:gd name="connsiteY29" fmla="*/ 56079 h 579502"/>
                <a:gd name="connsiteX30" fmla="*/ 27236 w 607639"/>
                <a:gd name="connsiteY30" fmla="*/ 81319 h 579502"/>
                <a:gd name="connsiteX31" fmla="*/ 580403 w 607639"/>
                <a:gd name="connsiteY31" fmla="*/ 81319 h 579502"/>
                <a:gd name="connsiteX32" fmla="*/ 580403 w 607639"/>
                <a:gd name="connsiteY32" fmla="*/ 56079 h 579502"/>
                <a:gd name="connsiteX33" fmla="*/ 303775 w 607639"/>
                <a:gd name="connsiteY33" fmla="*/ 0 h 579502"/>
                <a:gd name="connsiteX34" fmla="*/ 317393 w 607639"/>
                <a:gd name="connsiteY34" fmla="*/ 13597 h 579502"/>
                <a:gd name="connsiteX35" fmla="*/ 317393 w 607639"/>
                <a:gd name="connsiteY35" fmla="*/ 28884 h 579502"/>
                <a:gd name="connsiteX36" fmla="*/ 580403 w 607639"/>
                <a:gd name="connsiteY36" fmla="*/ 28884 h 579502"/>
                <a:gd name="connsiteX37" fmla="*/ 607639 w 607639"/>
                <a:gd name="connsiteY37" fmla="*/ 56079 h 579502"/>
                <a:gd name="connsiteX38" fmla="*/ 607639 w 607639"/>
                <a:gd name="connsiteY38" fmla="*/ 81319 h 579502"/>
                <a:gd name="connsiteX39" fmla="*/ 580403 w 607639"/>
                <a:gd name="connsiteY39" fmla="*/ 108514 h 579502"/>
                <a:gd name="connsiteX40" fmla="*/ 576665 w 607639"/>
                <a:gd name="connsiteY40" fmla="*/ 108514 h 579502"/>
                <a:gd name="connsiteX41" fmla="*/ 576665 w 607639"/>
                <a:gd name="connsiteY41" fmla="*/ 413970 h 579502"/>
                <a:gd name="connsiteX42" fmla="*/ 549430 w 607639"/>
                <a:gd name="connsiteY42" fmla="*/ 441165 h 579502"/>
                <a:gd name="connsiteX43" fmla="*/ 317393 w 607639"/>
                <a:gd name="connsiteY43" fmla="*/ 441165 h 579502"/>
                <a:gd name="connsiteX44" fmla="*/ 317393 w 607639"/>
                <a:gd name="connsiteY44" fmla="*/ 481069 h 579502"/>
                <a:gd name="connsiteX45" fmla="*/ 418236 w 607639"/>
                <a:gd name="connsiteY45" fmla="*/ 554923 h 579502"/>
                <a:gd name="connsiteX46" fmla="*/ 421173 w 607639"/>
                <a:gd name="connsiteY46" fmla="*/ 573942 h 579502"/>
                <a:gd name="connsiteX47" fmla="*/ 410225 w 607639"/>
                <a:gd name="connsiteY47" fmla="*/ 579452 h 579502"/>
                <a:gd name="connsiteX48" fmla="*/ 402215 w 607639"/>
                <a:gd name="connsiteY48" fmla="*/ 576874 h 579502"/>
                <a:gd name="connsiteX49" fmla="*/ 317393 w 607639"/>
                <a:gd name="connsiteY49" fmla="*/ 514752 h 579502"/>
                <a:gd name="connsiteX50" fmla="*/ 317393 w 607639"/>
                <a:gd name="connsiteY50" fmla="*/ 565854 h 579502"/>
                <a:gd name="connsiteX51" fmla="*/ 303775 w 607639"/>
                <a:gd name="connsiteY51" fmla="*/ 579452 h 579502"/>
                <a:gd name="connsiteX52" fmla="*/ 290157 w 607639"/>
                <a:gd name="connsiteY52" fmla="*/ 565854 h 579502"/>
                <a:gd name="connsiteX53" fmla="*/ 290157 w 607639"/>
                <a:gd name="connsiteY53" fmla="*/ 514752 h 579502"/>
                <a:gd name="connsiteX54" fmla="*/ 205424 w 607639"/>
                <a:gd name="connsiteY54" fmla="*/ 576874 h 579502"/>
                <a:gd name="connsiteX55" fmla="*/ 186377 w 607639"/>
                <a:gd name="connsiteY55" fmla="*/ 573942 h 579502"/>
                <a:gd name="connsiteX56" fmla="*/ 189314 w 607639"/>
                <a:gd name="connsiteY56" fmla="*/ 554923 h 579502"/>
                <a:gd name="connsiteX57" fmla="*/ 290157 w 607639"/>
                <a:gd name="connsiteY57" fmla="*/ 481069 h 579502"/>
                <a:gd name="connsiteX58" fmla="*/ 290157 w 607639"/>
                <a:gd name="connsiteY58" fmla="*/ 441165 h 579502"/>
                <a:gd name="connsiteX59" fmla="*/ 58120 w 607639"/>
                <a:gd name="connsiteY59" fmla="*/ 441165 h 579502"/>
                <a:gd name="connsiteX60" fmla="*/ 30885 w 607639"/>
                <a:gd name="connsiteY60" fmla="*/ 413970 h 579502"/>
                <a:gd name="connsiteX61" fmla="*/ 30885 w 607639"/>
                <a:gd name="connsiteY61" fmla="*/ 108514 h 579502"/>
                <a:gd name="connsiteX62" fmla="*/ 27236 w 607639"/>
                <a:gd name="connsiteY62" fmla="*/ 108514 h 579502"/>
                <a:gd name="connsiteX63" fmla="*/ 0 w 607639"/>
                <a:gd name="connsiteY63" fmla="*/ 81319 h 579502"/>
                <a:gd name="connsiteX64" fmla="*/ 0 w 607639"/>
                <a:gd name="connsiteY64" fmla="*/ 56079 h 579502"/>
                <a:gd name="connsiteX65" fmla="*/ 27236 w 607639"/>
                <a:gd name="connsiteY65" fmla="*/ 28884 h 579502"/>
                <a:gd name="connsiteX66" fmla="*/ 290157 w 607639"/>
                <a:gd name="connsiteY66" fmla="*/ 28884 h 579502"/>
                <a:gd name="connsiteX67" fmla="*/ 290157 w 607639"/>
                <a:gd name="connsiteY67" fmla="*/ 13597 h 579502"/>
                <a:gd name="connsiteX68" fmla="*/ 303775 w 607639"/>
                <a:gd name="connsiteY68" fmla="*/ 0 h 579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</a:cxnLst>
              <a:rect l="l" t="t" r="r" b="b"/>
              <a:pathLst>
                <a:path w="607639" h="579502">
                  <a:moveTo>
                    <a:pt x="315778" y="173080"/>
                  </a:moveTo>
                  <a:lnTo>
                    <a:pt x="315778" y="266058"/>
                  </a:lnTo>
                  <a:cubicBezTo>
                    <a:pt x="315778" y="272814"/>
                    <a:pt x="310258" y="278325"/>
                    <a:pt x="303493" y="278325"/>
                  </a:cubicBezTo>
                  <a:lnTo>
                    <a:pt x="210375" y="278325"/>
                  </a:lnTo>
                  <a:cubicBezTo>
                    <a:pt x="216429" y="324281"/>
                    <a:pt x="255866" y="359925"/>
                    <a:pt x="303493" y="359925"/>
                  </a:cubicBezTo>
                  <a:cubicBezTo>
                    <a:pt x="355303" y="359925"/>
                    <a:pt x="397500" y="317792"/>
                    <a:pt x="397500" y="266058"/>
                  </a:cubicBezTo>
                  <a:cubicBezTo>
                    <a:pt x="397500" y="218502"/>
                    <a:pt x="361802" y="179124"/>
                    <a:pt x="315778" y="173080"/>
                  </a:cubicBezTo>
                  <a:close/>
                  <a:moveTo>
                    <a:pt x="249814" y="160816"/>
                  </a:moveTo>
                  <a:cubicBezTo>
                    <a:pt x="223740" y="165793"/>
                    <a:pt x="203093" y="186410"/>
                    <a:pt x="198110" y="212449"/>
                  </a:cubicBezTo>
                  <a:lnTo>
                    <a:pt x="249814" y="212449"/>
                  </a:lnTo>
                  <a:close/>
                  <a:moveTo>
                    <a:pt x="303493" y="147835"/>
                  </a:moveTo>
                  <a:cubicBezTo>
                    <a:pt x="368835" y="147835"/>
                    <a:pt x="421981" y="200902"/>
                    <a:pt x="421981" y="266058"/>
                  </a:cubicBezTo>
                  <a:cubicBezTo>
                    <a:pt x="421981" y="331303"/>
                    <a:pt x="368835" y="384370"/>
                    <a:pt x="303493" y="384370"/>
                  </a:cubicBezTo>
                  <a:cubicBezTo>
                    <a:pt x="238239" y="384370"/>
                    <a:pt x="185093" y="331303"/>
                    <a:pt x="185093" y="266058"/>
                  </a:cubicBezTo>
                  <a:cubicBezTo>
                    <a:pt x="185093" y="259303"/>
                    <a:pt x="190523" y="253880"/>
                    <a:pt x="197289" y="253880"/>
                  </a:cubicBezTo>
                  <a:lnTo>
                    <a:pt x="291297" y="253880"/>
                  </a:lnTo>
                  <a:lnTo>
                    <a:pt x="291297" y="160013"/>
                  </a:lnTo>
                  <a:cubicBezTo>
                    <a:pt x="291297" y="153257"/>
                    <a:pt x="296727" y="147835"/>
                    <a:pt x="303493" y="147835"/>
                  </a:cubicBezTo>
                  <a:close/>
                  <a:moveTo>
                    <a:pt x="262095" y="135133"/>
                  </a:moveTo>
                  <a:cubicBezTo>
                    <a:pt x="268859" y="135133"/>
                    <a:pt x="274287" y="140643"/>
                    <a:pt x="274287" y="147397"/>
                  </a:cubicBezTo>
                  <a:lnTo>
                    <a:pt x="274287" y="224713"/>
                  </a:lnTo>
                  <a:cubicBezTo>
                    <a:pt x="274287" y="231467"/>
                    <a:pt x="268859" y="236888"/>
                    <a:pt x="262095" y="236888"/>
                  </a:cubicBezTo>
                  <a:lnTo>
                    <a:pt x="184672" y="236888"/>
                  </a:lnTo>
                  <a:cubicBezTo>
                    <a:pt x="177909" y="236888"/>
                    <a:pt x="172391" y="231467"/>
                    <a:pt x="172391" y="224713"/>
                  </a:cubicBezTo>
                  <a:cubicBezTo>
                    <a:pt x="172391" y="175302"/>
                    <a:pt x="212616" y="135133"/>
                    <a:pt x="262095" y="135133"/>
                  </a:cubicBezTo>
                  <a:close/>
                  <a:moveTo>
                    <a:pt x="58120" y="108514"/>
                  </a:moveTo>
                  <a:lnTo>
                    <a:pt x="58120" y="413970"/>
                  </a:lnTo>
                  <a:lnTo>
                    <a:pt x="549430" y="413970"/>
                  </a:lnTo>
                  <a:lnTo>
                    <a:pt x="549430" y="108514"/>
                  </a:lnTo>
                  <a:close/>
                  <a:moveTo>
                    <a:pt x="27236" y="56079"/>
                  </a:moveTo>
                  <a:lnTo>
                    <a:pt x="27236" y="81319"/>
                  </a:lnTo>
                  <a:lnTo>
                    <a:pt x="580403" y="81319"/>
                  </a:lnTo>
                  <a:lnTo>
                    <a:pt x="580403" y="56079"/>
                  </a:lnTo>
                  <a:close/>
                  <a:moveTo>
                    <a:pt x="303775" y="0"/>
                  </a:moveTo>
                  <a:cubicBezTo>
                    <a:pt x="311341" y="0"/>
                    <a:pt x="317393" y="6132"/>
                    <a:pt x="317393" y="13597"/>
                  </a:cubicBezTo>
                  <a:lnTo>
                    <a:pt x="317393" y="28884"/>
                  </a:lnTo>
                  <a:lnTo>
                    <a:pt x="580403" y="28884"/>
                  </a:lnTo>
                  <a:cubicBezTo>
                    <a:pt x="595356" y="28884"/>
                    <a:pt x="607639" y="41148"/>
                    <a:pt x="607639" y="56079"/>
                  </a:cubicBezTo>
                  <a:lnTo>
                    <a:pt x="607639" y="81319"/>
                  </a:lnTo>
                  <a:cubicBezTo>
                    <a:pt x="607639" y="96338"/>
                    <a:pt x="595356" y="108514"/>
                    <a:pt x="580403" y="108514"/>
                  </a:cubicBezTo>
                  <a:lnTo>
                    <a:pt x="576665" y="108514"/>
                  </a:lnTo>
                  <a:lnTo>
                    <a:pt x="576665" y="413970"/>
                  </a:lnTo>
                  <a:cubicBezTo>
                    <a:pt x="576665" y="428990"/>
                    <a:pt x="564472" y="441165"/>
                    <a:pt x="549430" y="441165"/>
                  </a:cubicBezTo>
                  <a:lnTo>
                    <a:pt x="317393" y="441165"/>
                  </a:lnTo>
                  <a:lnTo>
                    <a:pt x="317393" y="481069"/>
                  </a:lnTo>
                  <a:lnTo>
                    <a:pt x="418236" y="554923"/>
                  </a:lnTo>
                  <a:cubicBezTo>
                    <a:pt x="424377" y="559366"/>
                    <a:pt x="425623" y="567898"/>
                    <a:pt x="421173" y="573942"/>
                  </a:cubicBezTo>
                  <a:cubicBezTo>
                    <a:pt x="418503" y="577585"/>
                    <a:pt x="414409" y="579452"/>
                    <a:pt x="410225" y="579452"/>
                  </a:cubicBezTo>
                  <a:cubicBezTo>
                    <a:pt x="407466" y="579452"/>
                    <a:pt x="404618" y="578652"/>
                    <a:pt x="402215" y="576874"/>
                  </a:cubicBezTo>
                  <a:lnTo>
                    <a:pt x="317393" y="514752"/>
                  </a:lnTo>
                  <a:lnTo>
                    <a:pt x="317393" y="565854"/>
                  </a:lnTo>
                  <a:cubicBezTo>
                    <a:pt x="317393" y="573408"/>
                    <a:pt x="311341" y="579452"/>
                    <a:pt x="303775" y="579452"/>
                  </a:cubicBezTo>
                  <a:cubicBezTo>
                    <a:pt x="296299" y="579452"/>
                    <a:pt x="290157" y="573408"/>
                    <a:pt x="290157" y="565854"/>
                  </a:cubicBezTo>
                  <a:lnTo>
                    <a:pt x="290157" y="514752"/>
                  </a:lnTo>
                  <a:lnTo>
                    <a:pt x="205424" y="576874"/>
                  </a:lnTo>
                  <a:cubicBezTo>
                    <a:pt x="199372" y="581318"/>
                    <a:pt x="190827" y="579985"/>
                    <a:pt x="186377" y="573942"/>
                  </a:cubicBezTo>
                  <a:cubicBezTo>
                    <a:pt x="181927" y="567898"/>
                    <a:pt x="183262" y="559366"/>
                    <a:pt x="189314" y="554923"/>
                  </a:cubicBezTo>
                  <a:lnTo>
                    <a:pt x="290157" y="481069"/>
                  </a:lnTo>
                  <a:lnTo>
                    <a:pt x="290157" y="441165"/>
                  </a:lnTo>
                  <a:lnTo>
                    <a:pt x="58120" y="441165"/>
                  </a:lnTo>
                  <a:cubicBezTo>
                    <a:pt x="43167" y="441165"/>
                    <a:pt x="30885" y="428990"/>
                    <a:pt x="30885" y="413970"/>
                  </a:cubicBezTo>
                  <a:lnTo>
                    <a:pt x="30885" y="108514"/>
                  </a:lnTo>
                  <a:lnTo>
                    <a:pt x="27236" y="108514"/>
                  </a:lnTo>
                  <a:cubicBezTo>
                    <a:pt x="12194" y="108514"/>
                    <a:pt x="0" y="96338"/>
                    <a:pt x="0" y="81319"/>
                  </a:cubicBezTo>
                  <a:lnTo>
                    <a:pt x="0" y="56079"/>
                  </a:lnTo>
                  <a:cubicBezTo>
                    <a:pt x="0" y="41148"/>
                    <a:pt x="12194" y="28884"/>
                    <a:pt x="27236" y="28884"/>
                  </a:cubicBezTo>
                  <a:lnTo>
                    <a:pt x="290157" y="28884"/>
                  </a:lnTo>
                  <a:lnTo>
                    <a:pt x="290157" y="13597"/>
                  </a:lnTo>
                  <a:cubicBezTo>
                    <a:pt x="290157" y="6132"/>
                    <a:pt x="296299" y="0"/>
                    <a:pt x="30377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36" name="îṡļîḍè">
              <a:extLst>
                <a:ext uri="{FF2B5EF4-FFF2-40B4-BE49-F238E27FC236}">
                  <a16:creationId xmlns:a16="http://schemas.microsoft.com/office/drawing/2014/main" id="{11AA0926-2E70-4D21-AE8C-A3494D74DC9E}"/>
                </a:ext>
              </a:extLst>
            </p:cNvPr>
            <p:cNvSpPr/>
            <p:nvPr/>
          </p:nvSpPr>
          <p:spPr>
            <a:xfrm>
              <a:off x="9485342" y="3540804"/>
              <a:ext cx="1152128" cy="1152128"/>
            </a:xfrm>
            <a:prstGeom prst="ellipse">
              <a:avLst/>
            </a:prstGeom>
            <a:solidFill>
              <a:schemeClr val="tx2"/>
            </a:solidFill>
            <a:ln w="57150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7" name="ísḻíde">
              <a:extLst>
                <a:ext uri="{FF2B5EF4-FFF2-40B4-BE49-F238E27FC236}">
                  <a16:creationId xmlns:a16="http://schemas.microsoft.com/office/drawing/2014/main" id="{21B067C4-EF8C-4D0D-B1D4-BC3BE1766FD5}"/>
                </a:ext>
              </a:extLst>
            </p:cNvPr>
            <p:cNvSpPr/>
            <p:nvPr/>
          </p:nvSpPr>
          <p:spPr>
            <a:xfrm>
              <a:off x="9821808" y="3888361"/>
              <a:ext cx="479201" cy="457010"/>
            </a:xfrm>
            <a:custGeom>
              <a:avLst/>
              <a:gdLst>
                <a:gd name="connsiteX0" fmla="*/ 315778 w 607639"/>
                <a:gd name="connsiteY0" fmla="*/ 173080 h 579502"/>
                <a:gd name="connsiteX1" fmla="*/ 315778 w 607639"/>
                <a:gd name="connsiteY1" fmla="*/ 266058 h 579502"/>
                <a:gd name="connsiteX2" fmla="*/ 303493 w 607639"/>
                <a:gd name="connsiteY2" fmla="*/ 278325 h 579502"/>
                <a:gd name="connsiteX3" fmla="*/ 210375 w 607639"/>
                <a:gd name="connsiteY3" fmla="*/ 278325 h 579502"/>
                <a:gd name="connsiteX4" fmla="*/ 303493 w 607639"/>
                <a:gd name="connsiteY4" fmla="*/ 359925 h 579502"/>
                <a:gd name="connsiteX5" fmla="*/ 397500 w 607639"/>
                <a:gd name="connsiteY5" fmla="*/ 266058 h 579502"/>
                <a:gd name="connsiteX6" fmla="*/ 315778 w 607639"/>
                <a:gd name="connsiteY6" fmla="*/ 173080 h 579502"/>
                <a:gd name="connsiteX7" fmla="*/ 249814 w 607639"/>
                <a:gd name="connsiteY7" fmla="*/ 160816 h 579502"/>
                <a:gd name="connsiteX8" fmla="*/ 198110 w 607639"/>
                <a:gd name="connsiteY8" fmla="*/ 212449 h 579502"/>
                <a:gd name="connsiteX9" fmla="*/ 249814 w 607639"/>
                <a:gd name="connsiteY9" fmla="*/ 212449 h 579502"/>
                <a:gd name="connsiteX10" fmla="*/ 303493 w 607639"/>
                <a:gd name="connsiteY10" fmla="*/ 147835 h 579502"/>
                <a:gd name="connsiteX11" fmla="*/ 421981 w 607639"/>
                <a:gd name="connsiteY11" fmla="*/ 266058 h 579502"/>
                <a:gd name="connsiteX12" fmla="*/ 303493 w 607639"/>
                <a:gd name="connsiteY12" fmla="*/ 384370 h 579502"/>
                <a:gd name="connsiteX13" fmla="*/ 185093 w 607639"/>
                <a:gd name="connsiteY13" fmla="*/ 266058 h 579502"/>
                <a:gd name="connsiteX14" fmla="*/ 197289 w 607639"/>
                <a:gd name="connsiteY14" fmla="*/ 253880 h 579502"/>
                <a:gd name="connsiteX15" fmla="*/ 291297 w 607639"/>
                <a:gd name="connsiteY15" fmla="*/ 253880 h 579502"/>
                <a:gd name="connsiteX16" fmla="*/ 291297 w 607639"/>
                <a:gd name="connsiteY16" fmla="*/ 160013 h 579502"/>
                <a:gd name="connsiteX17" fmla="*/ 303493 w 607639"/>
                <a:gd name="connsiteY17" fmla="*/ 147835 h 579502"/>
                <a:gd name="connsiteX18" fmla="*/ 262095 w 607639"/>
                <a:gd name="connsiteY18" fmla="*/ 135133 h 579502"/>
                <a:gd name="connsiteX19" fmla="*/ 274287 w 607639"/>
                <a:gd name="connsiteY19" fmla="*/ 147397 h 579502"/>
                <a:gd name="connsiteX20" fmla="*/ 274287 w 607639"/>
                <a:gd name="connsiteY20" fmla="*/ 224713 h 579502"/>
                <a:gd name="connsiteX21" fmla="*/ 262095 w 607639"/>
                <a:gd name="connsiteY21" fmla="*/ 236888 h 579502"/>
                <a:gd name="connsiteX22" fmla="*/ 184672 w 607639"/>
                <a:gd name="connsiteY22" fmla="*/ 236888 h 579502"/>
                <a:gd name="connsiteX23" fmla="*/ 172391 w 607639"/>
                <a:gd name="connsiteY23" fmla="*/ 224713 h 579502"/>
                <a:gd name="connsiteX24" fmla="*/ 262095 w 607639"/>
                <a:gd name="connsiteY24" fmla="*/ 135133 h 579502"/>
                <a:gd name="connsiteX25" fmla="*/ 58120 w 607639"/>
                <a:gd name="connsiteY25" fmla="*/ 108514 h 579502"/>
                <a:gd name="connsiteX26" fmla="*/ 58120 w 607639"/>
                <a:gd name="connsiteY26" fmla="*/ 413970 h 579502"/>
                <a:gd name="connsiteX27" fmla="*/ 549430 w 607639"/>
                <a:gd name="connsiteY27" fmla="*/ 413970 h 579502"/>
                <a:gd name="connsiteX28" fmla="*/ 549430 w 607639"/>
                <a:gd name="connsiteY28" fmla="*/ 108514 h 579502"/>
                <a:gd name="connsiteX29" fmla="*/ 27236 w 607639"/>
                <a:gd name="connsiteY29" fmla="*/ 56079 h 579502"/>
                <a:gd name="connsiteX30" fmla="*/ 27236 w 607639"/>
                <a:gd name="connsiteY30" fmla="*/ 81319 h 579502"/>
                <a:gd name="connsiteX31" fmla="*/ 580403 w 607639"/>
                <a:gd name="connsiteY31" fmla="*/ 81319 h 579502"/>
                <a:gd name="connsiteX32" fmla="*/ 580403 w 607639"/>
                <a:gd name="connsiteY32" fmla="*/ 56079 h 579502"/>
                <a:gd name="connsiteX33" fmla="*/ 303775 w 607639"/>
                <a:gd name="connsiteY33" fmla="*/ 0 h 579502"/>
                <a:gd name="connsiteX34" fmla="*/ 317393 w 607639"/>
                <a:gd name="connsiteY34" fmla="*/ 13597 h 579502"/>
                <a:gd name="connsiteX35" fmla="*/ 317393 w 607639"/>
                <a:gd name="connsiteY35" fmla="*/ 28884 h 579502"/>
                <a:gd name="connsiteX36" fmla="*/ 580403 w 607639"/>
                <a:gd name="connsiteY36" fmla="*/ 28884 h 579502"/>
                <a:gd name="connsiteX37" fmla="*/ 607639 w 607639"/>
                <a:gd name="connsiteY37" fmla="*/ 56079 h 579502"/>
                <a:gd name="connsiteX38" fmla="*/ 607639 w 607639"/>
                <a:gd name="connsiteY38" fmla="*/ 81319 h 579502"/>
                <a:gd name="connsiteX39" fmla="*/ 580403 w 607639"/>
                <a:gd name="connsiteY39" fmla="*/ 108514 h 579502"/>
                <a:gd name="connsiteX40" fmla="*/ 576665 w 607639"/>
                <a:gd name="connsiteY40" fmla="*/ 108514 h 579502"/>
                <a:gd name="connsiteX41" fmla="*/ 576665 w 607639"/>
                <a:gd name="connsiteY41" fmla="*/ 413970 h 579502"/>
                <a:gd name="connsiteX42" fmla="*/ 549430 w 607639"/>
                <a:gd name="connsiteY42" fmla="*/ 441165 h 579502"/>
                <a:gd name="connsiteX43" fmla="*/ 317393 w 607639"/>
                <a:gd name="connsiteY43" fmla="*/ 441165 h 579502"/>
                <a:gd name="connsiteX44" fmla="*/ 317393 w 607639"/>
                <a:gd name="connsiteY44" fmla="*/ 481069 h 579502"/>
                <a:gd name="connsiteX45" fmla="*/ 418236 w 607639"/>
                <a:gd name="connsiteY45" fmla="*/ 554923 h 579502"/>
                <a:gd name="connsiteX46" fmla="*/ 421173 w 607639"/>
                <a:gd name="connsiteY46" fmla="*/ 573942 h 579502"/>
                <a:gd name="connsiteX47" fmla="*/ 410225 w 607639"/>
                <a:gd name="connsiteY47" fmla="*/ 579452 h 579502"/>
                <a:gd name="connsiteX48" fmla="*/ 402215 w 607639"/>
                <a:gd name="connsiteY48" fmla="*/ 576874 h 579502"/>
                <a:gd name="connsiteX49" fmla="*/ 317393 w 607639"/>
                <a:gd name="connsiteY49" fmla="*/ 514752 h 579502"/>
                <a:gd name="connsiteX50" fmla="*/ 317393 w 607639"/>
                <a:gd name="connsiteY50" fmla="*/ 565854 h 579502"/>
                <a:gd name="connsiteX51" fmla="*/ 303775 w 607639"/>
                <a:gd name="connsiteY51" fmla="*/ 579452 h 579502"/>
                <a:gd name="connsiteX52" fmla="*/ 290157 w 607639"/>
                <a:gd name="connsiteY52" fmla="*/ 565854 h 579502"/>
                <a:gd name="connsiteX53" fmla="*/ 290157 w 607639"/>
                <a:gd name="connsiteY53" fmla="*/ 514752 h 579502"/>
                <a:gd name="connsiteX54" fmla="*/ 205424 w 607639"/>
                <a:gd name="connsiteY54" fmla="*/ 576874 h 579502"/>
                <a:gd name="connsiteX55" fmla="*/ 186377 w 607639"/>
                <a:gd name="connsiteY55" fmla="*/ 573942 h 579502"/>
                <a:gd name="connsiteX56" fmla="*/ 189314 w 607639"/>
                <a:gd name="connsiteY56" fmla="*/ 554923 h 579502"/>
                <a:gd name="connsiteX57" fmla="*/ 290157 w 607639"/>
                <a:gd name="connsiteY57" fmla="*/ 481069 h 579502"/>
                <a:gd name="connsiteX58" fmla="*/ 290157 w 607639"/>
                <a:gd name="connsiteY58" fmla="*/ 441165 h 579502"/>
                <a:gd name="connsiteX59" fmla="*/ 58120 w 607639"/>
                <a:gd name="connsiteY59" fmla="*/ 441165 h 579502"/>
                <a:gd name="connsiteX60" fmla="*/ 30885 w 607639"/>
                <a:gd name="connsiteY60" fmla="*/ 413970 h 579502"/>
                <a:gd name="connsiteX61" fmla="*/ 30885 w 607639"/>
                <a:gd name="connsiteY61" fmla="*/ 108514 h 579502"/>
                <a:gd name="connsiteX62" fmla="*/ 27236 w 607639"/>
                <a:gd name="connsiteY62" fmla="*/ 108514 h 579502"/>
                <a:gd name="connsiteX63" fmla="*/ 0 w 607639"/>
                <a:gd name="connsiteY63" fmla="*/ 81319 h 579502"/>
                <a:gd name="connsiteX64" fmla="*/ 0 w 607639"/>
                <a:gd name="connsiteY64" fmla="*/ 56079 h 579502"/>
                <a:gd name="connsiteX65" fmla="*/ 27236 w 607639"/>
                <a:gd name="connsiteY65" fmla="*/ 28884 h 579502"/>
                <a:gd name="connsiteX66" fmla="*/ 290157 w 607639"/>
                <a:gd name="connsiteY66" fmla="*/ 28884 h 579502"/>
                <a:gd name="connsiteX67" fmla="*/ 290157 w 607639"/>
                <a:gd name="connsiteY67" fmla="*/ 13597 h 579502"/>
                <a:gd name="connsiteX68" fmla="*/ 303775 w 607639"/>
                <a:gd name="connsiteY68" fmla="*/ 0 h 579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</a:cxnLst>
              <a:rect l="l" t="t" r="r" b="b"/>
              <a:pathLst>
                <a:path w="607639" h="579502">
                  <a:moveTo>
                    <a:pt x="315778" y="173080"/>
                  </a:moveTo>
                  <a:lnTo>
                    <a:pt x="315778" y="266058"/>
                  </a:lnTo>
                  <a:cubicBezTo>
                    <a:pt x="315778" y="272814"/>
                    <a:pt x="310258" y="278325"/>
                    <a:pt x="303493" y="278325"/>
                  </a:cubicBezTo>
                  <a:lnTo>
                    <a:pt x="210375" y="278325"/>
                  </a:lnTo>
                  <a:cubicBezTo>
                    <a:pt x="216429" y="324281"/>
                    <a:pt x="255866" y="359925"/>
                    <a:pt x="303493" y="359925"/>
                  </a:cubicBezTo>
                  <a:cubicBezTo>
                    <a:pt x="355303" y="359925"/>
                    <a:pt x="397500" y="317792"/>
                    <a:pt x="397500" y="266058"/>
                  </a:cubicBezTo>
                  <a:cubicBezTo>
                    <a:pt x="397500" y="218502"/>
                    <a:pt x="361802" y="179124"/>
                    <a:pt x="315778" y="173080"/>
                  </a:cubicBezTo>
                  <a:close/>
                  <a:moveTo>
                    <a:pt x="249814" y="160816"/>
                  </a:moveTo>
                  <a:cubicBezTo>
                    <a:pt x="223740" y="165793"/>
                    <a:pt x="203093" y="186410"/>
                    <a:pt x="198110" y="212449"/>
                  </a:cubicBezTo>
                  <a:lnTo>
                    <a:pt x="249814" y="212449"/>
                  </a:lnTo>
                  <a:close/>
                  <a:moveTo>
                    <a:pt x="303493" y="147835"/>
                  </a:moveTo>
                  <a:cubicBezTo>
                    <a:pt x="368835" y="147835"/>
                    <a:pt x="421981" y="200902"/>
                    <a:pt x="421981" y="266058"/>
                  </a:cubicBezTo>
                  <a:cubicBezTo>
                    <a:pt x="421981" y="331303"/>
                    <a:pt x="368835" y="384370"/>
                    <a:pt x="303493" y="384370"/>
                  </a:cubicBezTo>
                  <a:cubicBezTo>
                    <a:pt x="238239" y="384370"/>
                    <a:pt x="185093" y="331303"/>
                    <a:pt x="185093" y="266058"/>
                  </a:cubicBezTo>
                  <a:cubicBezTo>
                    <a:pt x="185093" y="259303"/>
                    <a:pt x="190523" y="253880"/>
                    <a:pt x="197289" y="253880"/>
                  </a:cubicBezTo>
                  <a:lnTo>
                    <a:pt x="291297" y="253880"/>
                  </a:lnTo>
                  <a:lnTo>
                    <a:pt x="291297" y="160013"/>
                  </a:lnTo>
                  <a:cubicBezTo>
                    <a:pt x="291297" y="153257"/>
                    <a:pt x="296727" y="147835"/>
                    <a:pt x="303493" y="147835"/>
                  </a:cubicBezTo>
                  <a:close/>
                  <a:moveTo>
                    <a:pt x="262095" y="135133"/>
                  </a:moveTo>
                  <a:cubicBezTo>
                    <a:pt x="268859" y="135133"/>
                    <a:pt x="274287" y="140643"/>
                    <a:pt x="274287" y="147397"/>
                  </a:cubicBezTo>
                  <a:lnTo>
                    <a:pt x="274287" y="224713"/>
                  </a:lnTo>
                  <a:cubicBezTo>
                    <a:pt x="274287" y="231467"/>
                    <a:pt x="268859" y="236888"/>
                    <a:pt x="262095" y="236888"/>
                  </a:cubicBezTo>
                  <a:lnTo>
                    <a:pt x="184672" y="236888"/>
                  </a:lnTo>
                  <a:cubicBezTo>
                    <a:pt x="177909" y="236888"/>
                    <a:pt x="172391" y="231467"/>
                    <a:pt x="172391" y="224713"/>
                  </a:cubicBezTo>
                  <a:cubicBezTo>
                    <a:pt x="172391" y="175302"/>
                    <a:pt x="212616" y="135133"/>
                    <a:pt x="262095" y="135133"/>
                  </a:cubicBezTo>
                  <a:close/>
                  <a:moveTo>
                    <a:pt x="58120" y="108514"/>
                  </a:moveTo>
                  <a:lnTo>
                    <a:pt x="58120" y="413970"/>
                  </a:lnTo>
                  <a:lnTo>
                    <a:pt x="549430" y="413970"/>
                  </a:lnTo>
                  <a:lnTo>
                    <a:pt x="549430" y="108514"/>
                  </a:lnTo>
                  <a:close/>
                  <a:moveTo>
                    <a:pt x="27236" y="56079"/>
                  </a:moveTo>
                  <a:lnTo>
                    <a:pt x="27236" y="81319"/>
                  </a:lnTo>
                  <a:lnTo>
                    <a:pt x="580403" y="81319"/>
                  </a:lnTo>
                  <a:lnTo>
                    <a:pt x="580403" y="56079"/>
                  </a:lnTo>
                  <a:close/>
                  <a:moveTo>
                    <a:pt x="303775" y="0"/>
                  </a:moveTo>
                  <a:cubicBezTo>
                    <a:pt x="311341" y="0"/>
                    <a:pt x="317393" y="6132"/>
                    <a:pt x="317393" y="13597"/>
                  </a:cubicBezTo>
                  <a:lnTo>
                    <a:pt x="317393" y="28884"/>
                  </a:lnTo>
                  <a:lnTo>
                    <a:pt x="580403" y="28884"/>
                  </a:lnTo>
                  <a:cubicBezTo>
                    <a:pt x="595356" y="28884"/>
                    <a:pt x="607639" y="41148"/>
                    <a:pt x="607639" y="56079"/>
                  </a:cubicBezTo>
                  <a:lnTo>
                    <a:pt x="607639" y="81319"/>
                  </a:lnTo>
                  <a:cubicBezTo>
                    <a:pt x="607639" y="96338"/>
                    <a:pt x="595356" y="108514"/>
                    <a:pt x="580403" y="108514"/>
                  </a:cubicBezTo>
                  <a:lnTo>
                    <a:pt x="576665" y="108514"/>
                  </a:lnTo>
                  <a:lnTo>
                    <a:pt x="576665" y="413970"/>
                  </a:lnTo>
                  <a:cubicBezTo>
                    <a:pt x="576665" y="428990"/>
                    <a:pt x="564472" y="441165"/>
                    <a:pt x="549430" y="441165"/>
                  </a:cubicBezTo>
                  <a:lnTo>
                    <a:pt x="317393" y="441165"/>
                  </a:lnTo>
                  <a:lnTo>
                    <a:pt x="317393" y="481069"/>
                  </a:lnTo>
                  <a:lnTo>
                    <a:pt x="418236" y="554923"/>
                  </a:lnTo>
                  <a:cubicBezTo>
                    <a:pt x="424377" y="559366"/>
                    <a:pt x="425623" y="567898"/>
                    <a:pt x="421173" y="573942"/>
                  </a:cubicBezTo>
                  <a:cubicBezTo>
                    <a:pt x="418503" y="577585"/>
                    <a:pt x="414409" y="579452"/>
                    <a:pt x="410225" y="579452"/>
                  </a:cubicBezTo>
                  <a:cubicBezTo>
                    <a:pt x="407466" y="579452"/>
                    <a:pt x="404618" y="578652"/>
                    <a:pt x="402215" y="576874"/>
                  </a:cubicBezTo>
                  <a:lnTo>
                    <a:pt x="317393" y="514752"/>
                  </a:lnTo>
                  <a:lnTo>
                    <a:pt x="317393" y="565854"/>
                  </a:lnTo>
                  <a:cubicBezTo>
                    <a:pt x="317393" y="573408"/>
                    <a:pt x="311341" y="579452"/>
                    <a:pt x="303775" y="579452"/>
                  </a:cubicBezTo>
                  <a:cubicBezTo>
                    <a:pt x="296299" y="579452"/>
                    <a:pt x="290157" y="573408"/>
                    <a:pt x="290157" y="565854"/>
                  </a:cubicBezTo>
                  <a:lnTo>
                    <a:pt x="290157" y="514752"/>
                  </a:lnTo>
                  <a:lnTo>
                    <a:pt x="205424" y="576874"/>
                  </a:lnTo>
                  <a:cubicBezTo>
                    <a:pt x="199372" y="581318"/>
                    <a:pt x="190827" y="579985"/>
                    <a:pt x="186377" y="573942"/>
                  </a:cubicBezTo>
                  <a:cubicBezTo>
                    <a:pt x="181927" y="567898"/>
                    <a:pt x="183262" y="559366"/>
                    <a:pt x="189314" y="554923"/>
                  </a:cubicBezTo>
                  <a:lnTo>
                    <a:pt x="290157" y="481069"/>
                  </a:lnTo>
                  <a:lnTo>
                    <a:pt x="290157" y="441165"/>
                  </a:lnTo>
                  <a:lnTo>
                    <a:pt x="58120" y="441165"/>
                  </a:lnTo>
                  <a:cubicBezTo>
                    <a:pt x="43167" y="441165"/>
                    <a:pt x="30885" y="428990"/>
                    <a:pt x="30885" y="413970"/>
                  </a:cubicBezTo>
                  <a:lnTo>
                    <a:pt x="30885" y="108514"/>
                  </a:lnTo>
                  <a:lnTo>
                    <a:pt x="27236" y="108514"/>
                  </a:lnTo>
                  <a:cubicBezTo>
                    <a:pt x="12194" y="108514"/>
                    <a:pt x="0" y="96338"/>
                    <a:pt x="0" y="81319"/>
                  </a:cubicBezTo>
                  <a:lnTo>
                    <a:pt x="0" y="56079"/>
                  </a:lnTo>
                  <a:cubicBezTo>
                    <a:pt x="0" y="41148"/>
                    <a:pt x="12194" y="28884"/>
                    <a:pt x="27236" y="28884"/>
                  </a:cubicBezTo>
                  <a:lnTo>
                    <a:pt x="290157" y="28884"/>
                  </a:lnTo>
                  <a:lnTo>
                    <a:pt x="290157" y="13597"/>
                  </a:lnTo>
                  <a:cubicBezTo>
                    <a:pt x="290157" y="6132"/>
                    <a:pt x="296299" y="0"/>
                    <a:pt x="30377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E78750B0-1D52-4DBE-B854-B30E8CD0D265}"/>
                </a:ext>
              </a:extLst>
            </p:cNvPr>
            <p:cNvCxnSpPr/>
            <p:nvPr/>
          </p:nvCxnSpPr>
          <p:spPr>
            <a:xfrm>
              <a:off x="4586644" y="4554000"/>
              <a:ext cx="0" cy="159540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02905A00-3037-4E1D-A3DB-3082AC492792}"/>
                </a:ext>
              </a:extLst>
            </p:cNvPr>
            <p:cNvCxnSpPr/>
            <p:nvPr/>
          </p:nvCxnSpPr>
          <p:spPr>
            <a:xfrm>
              <a:off x="7612057" y="4554000"/>
              <a:ext cx="0" cy="159540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0" name="Picture 21">
            <a:extLst>
              <a:ext uri="{FF2B5EF4-FFF2-40B4-BE49-F238E27FC236}">
                <a16:creationId xmlns:a16="http://schemas.microsoft.com/office/drawing/2014/main" id="{61702D32-083E-416F-9376-EB8FD9D533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167" y="5032084"/>
            <a:ext cx="4057650" cy="838200"/>
          </a:xfrm>
          <a:prstGeom prst="rect">
            <a:avLst/>
          </a:prstGeom>
        </p:spPr>
      </p:pic>
      <p:pic>
        <p:nvPicPr>
          <p:cNvPr id="41" name="Picture 22">
            <a:extLst>
              <a:ext uri="{FF2B5EF4-FFF2-40B4-BE49-F238E27FC236}">
                <a16:creationId xmlns:a16="http://schemas.microsoft.com/office/drawing/2014/main" id="{3EE7FE24-CC84-4015-AADA-9777FC2113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5287" y="4694244"/>
            <a:ext cx="3505200" cy="1752600"/>
          </a:xfrm>
          <a:prstGeom prst="rect">
            <a:avLst/>
          </a:prstGeom>
        </p:spPr>
      </p:pic>
      <p:pic>
        <p:nvPicPr>
          <p:cNvPr id="42" name="Picture 23">
            <a:extLst>
              <a:ext uri="{FF2B5EF4-FFF2-40B4-BE49-F238E27FC236}">
                <a16:creationId xmlns:a16="http://schemas.microsoft.com/office/drawing/2014/main" id="{0917CD27-8124-4BD7-B734-2F32428395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42655" y="5056425"/>
            <a:ext cx="2705100" cy="590550"/>
          </a:xfrm>
          <a:prstGeom prst="rect">
            <a:avLst/>
          </a:prstGeom>
        </p:spPr>
      </p:pic>
      <p:pic>
        <p:nvPicPr>
          <p:cNvPr id="43" name="Picture 24">
            <a:extLst>
              <a:ext uri="{FF2B5EF4-FFF2-40B4-BE49-F238E27FC236}">
                <a16:creationId xmlns:a16="http://schemas.microsoft.com/office/drawing/2014/main" id="{EE0A6DD0-5A38-400A-8AAA-1FFEE2B6427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31611" y="1058805"/>
            <a:ext cx="6186590" cy="2490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166035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A900B7-CB61-4104-97E9-C490A5F8C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Client config</a:t>
            </a:r>
            <a:endParaRPr lang="zh-CN" altLang="en-US" dirty="0"/>
          </a:p>
        </p:txBody>
      </p:sp>
      <p:grpSp>
        <p:nvGrpSpPr>
          <p:cNvPr id="5" name="1dc454a8-13c3-4d20-be3a-b92f52a2e274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F943FC4E-4104-407B-9FAE-2FC1354BAEB4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4152302" y="1314000"/>
            <a:ext cx="7257870" cy="4678174"/>
            <a:chOff x="4152302" y="1314000"/>
            <a:chExt cx="7257870" cy="4678174"/>
          </a:xfrm>
        </p:grpSpPr>
        <p:sp>
          <p:nvSpPr>
            <p:cNvPr id="19" name="ïslïḍe">
              <a:extLst>
                <a:ext uri="{FF2B5EF4-FFF2-40B4-BE49-F238E27FC236}">
                  <a16:creationId xmlns:a16="http://schemas.microsoft.com/office/drawing/2014/main" id="{FCE2A8BE-D6B1-4FD9-8B57-F7404B03B456}"/>
                </a:ext>
              </a:extLst>
            </p:cNvPr>
            <p:cNvSpPr/>
            <p:nvPr/>
          </p:nvSpPr>
          <p:spPr>
            <a:xfrm>
              <a:off x="8134172" y="2914403"/>
              <a:ext cx="3276000" cy="399673"/>
            </a:xfrm>
            <a:prstGeom prst="rect">
              <a:avLst/>
            </a:prstGeom>
          </p:spPr>
          <p:txBody>
            <a:bodyPr wrap="none" lIns="90000" tIns="46800" rIns="90000" bIns="46800" anchor="b" anchorCtr="0">
              <a:noAutofit/>
            </a:bodyPr>
            <a:lstStyle/>
            <a:p>
              <a:pPr lvl="0" defTabSz="914378">
                <a:defRPr/>
              </a:pPr>
              <a:r>
                <a:rPr lang="en-US" b="1" dirty="0" err="1"/>
                <a:t>application.</a:t>
              </a:r>
              <a:r>
                <a:rPr lang="en-US" altLang="zh-CN" b="1" dirty="0" err="1"/>
                <a:t>yml</a:t>
              </a:r>
              <a:r>
                <a:rPr lang="en-US" altLang="zh-CN" b="1" dirty="0"/>
                <a:t>  --&gt;</a:t>
              </a:r>
              <a:endParaRPr lang="en-US" b="1" dirty="0"/>
            </a:p>
            <a:p>
              <a:pPr lvl="0" defTabSz="914378">
                <a:defRPr/>
              </a:pPr>
              <a:r>
                <a:rPr lang="en-US" b="1" dirty="0" err="1"/>
                <a:t>bootstrap.yml</a:t>
              </a:r>
              <a:r>
                <a:rPr lang="en-US" b="1" dirty="0"/>
                <a:t> </a:t>
              </a:r>
              <a:endParaRPr lang="zh-CN" altLang="en-US" b="1" dirty="0"/>
            </a:p>
          </p:txBody>
        </p:sp>
        <p:grpSp>
          <p:nvGrpSpPr>
            <p:cNvPr id="10" name="iśľïḍè">
              <a:extLst>
                <a:ext uri="{FF2B5EF4-FFF2-40B4-BE49-F238E27FC236}">
                  <a16:creationId xmlns:a16="http://schemas.microsoft.com/office/drawing/2014/main" id="{67859611-949A-4B4C-9D21-18B778E5E8DB}"/>
                </a:ext>
              </a:extLst>
            </p:cNvPr>
            <p:cNvGrpSpPr/>
            <p:nvPr/>
          </p:nvGrpSpPr>
          <p:grpSpPr>
            <a:xfrm>
              <a:off x="4152302" y="1314000"/>
              <a:ext cx="3887396" cy="4678174"/>
              <a:chOff x="4152302" y="823213"/>
              <a:chExt cx="3887396" cy="4678174"/>
            </a:xfrm>
          </p:grpSpPr>
          <p:sp>
            <p:nvSpPr>
              <p:cNvPr id="11" name="işļîḍé">
                <a:extLst>
                  <a:ext uri="{FF2B5EF4-FFF2-40B4-BE49-F238E27FC236}">
                    <a16:creationId xmlns:a16="http://schemas.microsoft.com/office/drawing/2014/main" id="{E30FCAC6-0DCF-4ADC-9DED-2B52651A0DF7}"/>
                  </a:ext>
                </a:extLst>
              </p:cNvPr>
              <p:cNvSpPr/>
              <p:nvPr/>
            </p:nvSpPr>
            <p:spPr bwMode="auto">
              <a:xfrm>
                <a:off x="6745066" y="1021948"/>
                <a:ext cx="1294632" cy="3408031"/>
              </a:xfrm>
              <a:custGeom>
                <a:avLst/>
                <a:gdLst>
                  <a:gd name="T0" fmla="*/ 64 w 177"/>
                  <a:gd name="T1" fmla="*/ 433 h 468"/>
                  <a:gd name="T2" fmla="*/ 155 w 177"/>
                  <a:gd name="T3" fmla="*/ 98 h 468"/>
                  <a:gd name="T4" fmla="*/ 168 w 177"/>
                  <a:gd name="T5" fmla="*/ 50 h 468"/>
                  <a:gd name="T6" fmla="*/ 114 w 177"/>
                  <a:gd name="T7" fmla="*/ 35 h 468"/>
                  <a:gd name="T8" fmla="*/ 23 w 177"/>
                  <a:gd name="T9" fmla="*/ 370 h 468"/>
                  <a:gd name="T10" fmla="*/ 10 w 177"/>
                  <a:gd name="T11" fmla="*/ 418 h 468"/>
                  <a:gd name="T12" fmla="*/ 64 w 177"/>
                  <a:gd name="T13" fmla="*/ 433 h 4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77" h="468">
                    <a:moveTo>
                      <a:pt x="64" y="433"/>
                    </a:moveTo>
                    <a:cubicBezTo>
                      <a:pt x="94" y="321"/>
                      <a:pt x="124" y="210"/>
                      <a:pt x="155" y="98"/>
                    </a:cubicBezTo>
                    <a:cubicBezTo>
                      <a:pt x="159" y="82"/>
                      <a:pt x="163" y="66"/>
                      <a:pt x="168" y="50"/>
                    </a:cubicBezTo>
                    <a:cubicBezTo>
                      <a:pt x="177" y="15"/>
                      <a:pt x="123" y="0"/>
                      <a:pt x="114" y="35"/>
                    </a:cubicBezTo>
                    <a:cubicBezTo>
                      <a:pt x="83" y="147"/>
                      <a:pt x="53" y="259"/>
                      <a:pt x="23" y="370"/>
                    </a:cubicBezTo>
                    <a:cubicBezTo>
                      <a:pt x="18" y="386"/>
                      <a:pt x="14" y="402"/>
                      <a:pt x="10" y="418"/>
                    </a:cubicBezTo>
                    <a:cubicBezTo>
                      <a:pt x="0" y="453"/>
                      <a:pt x="54" y="468"/>
                      <a:pt x="64" y="433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2" name="iṥ1ïďê">
                <a:extLst>
                  <a:ext uri="{FF2B5EF4-FFF2-40B4-BE49-F238E27FC236}">
                    <a16:creationId xmlns:a16="http://schemas.microsoft.com/office/drawing/2014/main" id="{6ABFACC9-9917-463A-8218-D5F465B9F48C}"/>
                  </a:ext>
                </a:extLst>
              </p:cNvPr>
              <p:cNvSpPr/>
              <p:nvPr/>
            </p:nvSpPr>
            <p:spPr bwMode="auto">
              <a:xfrm>
                <a:off x="6839540" y="823213"/>
                <a:ext cx="409384" cy="3418529"/>
              </a:xfrm>
              <a:custGeom>
                <a:avLst/>
                <a:gdLst>
                  <a:gd name="T0" fmla="*/ 56 w 56"/>
                  <a:gd name="T1" fmla="*/ 432 h 469"/>
                  <a:gd name="T2" fmla="*/ 56 w 56"/>
                  <a:gd name="T3" fmla="*/ 85 h 469"/>
                  <a:gd name="T4" fmla="*/ 56 w 56"/>
                  <a:gd name="T5" fmla="*/ 36 h 469"/>
                  <a:gd name="T6" fmla="*/ 0 w 56"/>
                  <a:gd name="T7" fmla="*/ 36 h 469"/>
                  <a:gd name="T8" fmla="*/ 0 w 56"/>
                  <a:gd name="T9" fmla="*/ 383 h 469"/>
                  <a:gd name="T10" fmla="*/ 0 w 56"/>
                  <a:gd name="T11" fmla="*/ 432 h 469"/>
                  <a:gd name="T12" fmla="*/ 56 w 56"/>
                  <a:gd name="T13" fmla="*/ 432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6" h="469">
                    <a:moveTo>
                      <a:pt x="56" y="432"/>
                    </a:moveTo>
                    <a:cubicBezTo>
                      <a:pt x="56" y="317"/>
                      <a:pt x="56" y="201"/>
                      <a:pt x="56" y="85"/>
                    </a:cubicBezTo>
                    <a:cubicBezTo>
                      <a:pt x="56" y="69"/>
                      <a:pt x="56" y="52"/>
                      <a:pt x="56" y="36"/>
                    </a:cubicBezTo>
                    <a:cubicBezTo>
                      <a:pt x="56" y="0"/>
                      <a:pt x="0" y="0"/>
                      <a:pt x="0" y="36"/>
                    </a:cubicBezTo>
                    <a:cubicBezTo>
                      <a:pt x="0" y="151"/>
                      <a:pt x="0" y="267"/>
                      <a:pt x="0" y="383"/>
                    </a:cubicBezTo>
                    <a:cubicBezTo>
                      <a:pt x="0" y="399"/>
                      <a:pt x="0" y="416"/>
                      <a:pt x="0" y="432"/>
                    </a:cubicBezTo>
                    <a:cubicBezTo>
                      <a:pt x="0" y="469"/>
                      <a:pt x="56" y="469"/>
                      <a:pt x="56" y="43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3" name="ï$liḋê">
                <a:extLst>
                  <a:ext uri="{FF2B5EF4-FFF2-40B4-BE49-F238E27FC236}">
                    <a16:creationId xmlns:a16="http://schemas.microsoft.com/office/drawing/2014/main" id="{012C66FE-156D-4362-ACEC-F821CA5A3112}"/>
                  </a:ext>
                </a:extLst>
              </p:cNvPr>
              <p:cNvSpPr/>
              <p:nvPr/>
            </p:nvSpPr>
            <p:spPr>
              <a:xfrm>
                <a:off x="6075585" y="1131760"/>
                <a:ext cx="943367" cy="2127593"/>
              </a:xfrm>
              <a:custGeom>
                <a:avLst/>
                <a:gdLst>
                  <a:gd name="connsiteX0" fmla="*/ 173278 w 709175"/>
                  <a:gd name="connsiteY0" fmla="*/ 314 h 1599415"/>
                  <a:gd name="connsiteX1" fmla="*/ 301695 w 709175"/>
                  <a:gd name="connsiteY1" fmla="*/ 109055 h 1599415"/>
                  <a:gd name="connsiteX2" fmla="*/ 680133 w 709175"/>
                  <a:gd name="connsiteY2" fmla="*/ 1499569 h 1599415"/>
                  <a:gd name="connsiteX3" fmla="*/ 704814 w 709175"/>
                  <a:gd name="connsiteY3" fmla="*/ 1584423 h 1599415"/>
                  <a:gd name="connsiteX4" fmla="*/ 709175 w 709175"/>
                  <a:gd name="connsiteY4" fmla="*/ 1599415 h 1599415"/>
                  <a:gd name="connsiteX5" fmla="*/ 391067 w 709175"/>
                  <a:gd name="connsiteY5" fmla="*/ 1599415 h 1599415"/>
                  <a:gd name="connsiteX6" fmla="*/ 386706 w 709175"/>
                  <a:gd name="connsiteY6" fmla="*/ 1584423 h 1599415"/>
                  <a:gd name="connsiteX7" fmla="*/ 362026 w 709175"/>
                  <a:gd name="connsiteY7" fmla="*/ 1499569 h 1599415"/>
                  <a:gd name="connsiteX8" fmla="*/ 76827 w 709175"/>
                  <a:gd name="connsiteY8" fmla="*/ 453946 h 1599415"/>
                  <a:gd name="connsiteX9" fmla="*/ 5527 w 709175"/>
                  <a:gd name="connsiteY9" fmla="*/ 191172 h 1599415"/>
                  <a:gd name="connsiteX10" fmla="*/ 173278 w 709175"/>
                  <a:gd name="connsiteY10" fmla="*/ 314 h 15994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09175" h="1599415">
                    <a:moveTo>
                      <a:pt x="173278" y="314"/>
                    </a:moveTo>
                    <a:cubicBezTo>
                      <a:pt x="229967" y="3843"/>
                      <a:pt x="283184" y="37203"/>
                      <a:pt x="301695" y="109055"/>
                    </a:cubicBezTo>
                    <a:cubicBezTo>
                      <a:pt x="427841" y="574385"/>
                      <a:pt x="553987" y="1034240"/>
                      <a:pt x="680133" y="1499569"/>
                    </a:cubicBezTo>
                    <a:cubicBezTo>
                      <a:pt x="688360" y="1526941"/>
                      <a:pt x="696587" y="1555682"/>
                      <a:pt x="704814" y="1584423"/>
                    </a:cubicBezTo>
                    <a:lnTo>
                      <a:pt x="709175" y="1599415"/>
                    </a:lnTo>
                    <a:lnTo>
                      <a:pt x="391067" y="1599415"/>
                    </a:lnTo>
                    <a:lnTo>
                      <a:pt x="386706" y="1584423"/>
                    </a:lnTo>
                    <a:cubicBezTo>
                      <a:pt x="378480" y="1555682"/>
                      <a:pt x="370253" y="1526941"/>
                      <a:pt x="362026" y="1499569"/>
                    </a:cubicBezTo>
                    <a:cubicBezTo>
                      <a:pt x="268788" y="1149203"/>
                      <a:pt x="175549" y="804312"/>
                      <a:pt x="76827" y="453946"/>
                    </a:cubicBezTo>
                    <a:cubicBezTo>
                      <a:pt x="54888" y="366355"/>
                      <a:pt x="32950" y="278764"/>
                      <a:pt x="5527" y="191172"/>
                    </a:cubicBezTo>
                    <a:cubicBezTo>
                      <a:pt x="-25324" y="71418"/>
                      <a:pt x="78797" y="-5566"/>
                      <a:pt x="173278" y="314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4" name="íṥļïḍé">
                <a:extLst>
                  <a:ext uri="{FF2B5EF4-FFF2-40B4-BE49-F238E27FC236}">
                    <a16:creationId xmlns:a16="http://schemas.microsoft.com/office/drawing/2014/main" id="{969864EF-D245-497D-AC4F-C93DD1DAF63A}"/>
                  </a:ext>
                </a:extLst>
              </p:cNvPr>
              <p:cNvSpPr/>
              <p:nvPr/>
            </p:nvSpPr>
            <p:spPr bwMode="auto">
              <a:xfrm>
                <a:off x="4152302" y="2243812"/>
                <a:ext cx="3128110" cy="3257575"/>
              </a:xfrm>
              <a:custGeom>
                <a:avLst/>
                <a:gdLst>
                  <a:gd name="T0" fmla="*/ 116 w 428"/>
                  <a:gd name="T1" fmla="*/ 116 h 447"/>
                  <a:gd name="T2" fmla="*/ 286 w 428"/>
                  <a:gd name="T3" fmla="*/ 97 h 447"/>
                  <a:gd name="T4" fmla="*/ 363 w 428"/>
                  <a:gd name="T5" fmla="*/ 221 h 447"/>
                  <a:gd name="T6" fmla="*/ 143 w 428"/>
                  <a:gd name="T7" fmla="*/ 358 h 447"/>
                  <a:gd name="T8" fmla="*/ 67 w 428"/>
                  <a:gd name="T9" fmla="*/ 208 h 447"/>
                  <a:gd name="T10" fmla="*/ 7 w 428"/>
                  <a:gd name="T11" fmla="*/ 208 h 447"/>
                  <a:gd name="T12" fmla="*/ 95 w 428"/>
                  <a:gd name="T13" fmla="*/ 398 h 447"/>
                  <a:gd name="T14" fmla="*/ 307 w 428"/>
                  <a:gd name="T15" fmla="*/ 415 h 447"/>
                  <a:gd name="T16" fmla="*/ 423 w 428"/>
                  <a:gd name="T17" fmla="*/ 240 h 447"/>
                  <a:gd name="T18" fmla="*/ 330 w 428"/>
                  <a:gd name="T19" fmla="*/ 53 h 447"/>
                  <a:gd name="T20" fmla="*/ 74 w 428"/>
                  <a:gd name="T21" fmla="*/ 74 h 447"/>
                  <a:gd name="T22" fmla="*/ 116 w 428"/>
                  <a:gd name="T23" fmla="*/ 116 h 4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28" h="447">
                    <a:moveTo>
                      <a:pt x="116" y="116"/>
                    </a:moveTo>
                    <a:cubicBezTo>
                      <a:pt x="163" y="75"/>
                      <a:pt x="231" y="67"/>
                      <a:pt x="286" y="97"/>
                    </a:cubicBezTo>
                    <a:cubicBezTo>
                      <a:pt x="331" y="122"/>
                      <a:pt x="361" y="169"/>
                      <a:pt x="363" y="221"/>
                    </a:cubicBezTo>
                    <a:cubicBezTo>
                      <a:pt x="368" y="334"/>
                      <a:pt x="244" y="414"/>
                      <a:pt x="143" y="358"/>
                    </a:cubicBezTo>
                    <a:cubicBezTo>
                      <a:pt x="89" y="328"/>
                      <a:pt x="61" y="269"/>
                      <a:pt x="67" y="208"/>
                    </a:cubicBezTo>
                    <a:cubicBezTo>
                      <a:pt x="71" y="169"/>
                      <a:pt x="11" y="170"/>
                      <a:pt x="7" y="208"/>
                    </a:cubicBezTo>
                    <a:cubicBezTo>
                      <a:pt x="0" y="282"/>
                      <a:pt x="34" y="355"/>
                      <a:pt x="95" y="398"/>
                    </a:cubicBezTo>
                    <a:cubicBezTo>
                      <a:pt x="156" y="442"/>
                      <a:pt x="239" y="447"/>
                      <a:pt x="307" y="415"/>
                    </a:cubicBezTo>
                    <a:cubicBezTo>
                      <a:pt x="374" y="383"/>
                      <a:pt x="418" y="314"/>
                      <a:pt x="423" y="240"/>
                    </a:cubicBezTo>
                    <a:cubicBezTo>
                      <a:pt x="428" y="166"/>
                      <a:pt x="391" y="94"/>
                      <a:pt x="330" y="53"/>
                    </a:cubicBezTo>
                    <a:cubicBezTo>
                      <a:pt x="250" y="0"/>
                      <a:pt x="145" y="12"/>
                      <a:pt x="74" y="74"/>
                    </a:cubicBezTo>
                    <a:cubicBezTo>
                      <a:pt x="44" y="99"/>
                      <a:pt x="87" y="142"/>
                      <a:pt x="116" y="11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5" name="iSļïḍê">
                <a:extLst>
                  <a:ext uri="{FF2B5EF4-FFF2-40B4-BE49-F238E27FC236}">
                    <a16:creationId xmlns:a16="http://schemas.microsoft.com/office/drawing/2014/main" id="{E5327339-8081-4801-AA7F-D52B5253BD07}"/>
                  </a:ext>
                </a:extLst>
              </p:cNvPr>
              <p:cNvSpPr/>
              <p:nvPr/>
            </p:nvSpPr>
            <p:spPr bwMode="auto">
              <a:xfrm>
                <a:off x="5167211" y="3427884"/>
                <a:ext cx="1029534" cy="952486"/>
              </a:xfrm>
              <a:custGeom>
                <a:avLst/>
                <a:gdLst/>
                <a:ahLst/>
                <a:cxnLst>
                  <a:cxn ang="0">
                    <a:pos x="39" y="36"/>
                  </a:cxn>
                  <a:cxn ang="0">
                    <a:pos x="41" y="44"/>
                  </a:cxn>
                  <a:cxn ang="0">
                    <a:pos x="35" y="50"/>
                  </a:cxn>
                  <a:cxn ang="0">
                    <a:pos x="27" y="53"/>
                  </a:cxn>
                  <a:cxn ang="0">
                    <a:pos x="18" y="53"/>
                  </a:cxn>
                  <a:cxn ang="0">
                    <a:pos x="11" y="50"/>
                  </a:cxn>
                  <a:cxn ang="0">
                    <a:pos x="4" y="44"/>
                  </a:cxn>
                  <a:cxn ang="0">
                    <a:pos x="6" y="36"/>
                  </a:cxn>
                  <a:cxn ang="0">
                    <a:pos x="0" y="28"/>
                  </a:cxn>
                  <a:cxn ang="0">
                    <a:pos x="7" y="23"/>
                  </a:cxn>
                  <a:cxn ang="0">
                    <a:pos x="4" y="18"/>
                  </a:cxn>
                  <a:cxn ang="0">
                    <a:pos x="15" y="16"/>
                  </a:cxn>
                  <a:cxn ang="0">
                    <a:pos x="19" y="8"/>
                  </a:cxn>
                  <a:cxn ang="0">
                    <a:pos x="28" y="15"/>
                  </a:cxn>
                  <a:cxn ang="0">
                    <a:pos x="35" y="12"/>
                  </a:cxn>
                  <a:cxn ang="0">
                    <a:pos x="41" y="19"/>
                  </a:cxn>
                  <a:cxn ang="0">
                    <a:pos x="45" y="27"/>
                  </a:cxn>
                  <a:cxn ang="0">
                    <a:pos x="23" y="22"/>
                  </a:cxn>
                  <a:cxn ang="0">
                    <a:pos x="32" y="31"/>
                  </a:cxn>
                  <a:cxn ang="0">
                    <a:pos x="63" y="16"/>
                  </a:cxn>
                  <a:cxn ang="0">
                    <a:pos x="64" y="24"/>
                  </a:cxn>
                  <a:cxn ang="0">
                    <a:pos x="55" y="22"/>
                  </a:cxn>
                  <a:cxn ang="0">
                    <a:pos x="46" y="24"/>
                  </a:cxn>
                  <a:cxn ang="0">
                    <a:pos x="46" y="16"/>
                  </a:cxn>
                  <a:cxn ang="0">
                    <a:pos x="46" y="9"/>
                  </a:cxn>
                  <a:cxn ang="0">
                    <a:pos x="46" y="2"/>
                  </a:cxn>
                  <a:cxn ang="0">
                    <a:pos x="55" y="4"/>
                  </a:cxn>
                  <a:cxn ang="0">
                    <a:pos x="59" y="0"/>
                  </a:cxn>
                  <a:cxn ang="0">
                    <a:pos x="62" y="7"/>
                  </a:cxn>
                  <a:cxn ang="0">
                    <a:pos x="68" y="15"/>
                  </a:cxn>
                  <a:cxn ang="0">
                    <a:pos x="62" y="55"/>
                  </a:cxn>
                  <a:cxn ang="0">
                    <a:pos x="59" y="63"/>
                  </a:cxn>
                  <a:cxn ang="0">
                    <a:pos x="54" y="59"/>
                  </a:cxn>
                  <a:cxn ang="0">
                    <a:pos x="45" y="60"/>
                  </a:cxn>
                  <a:cxn ang="0">
                    <a:pos x="41" y="52"/>
                  </a:cxn>
                  <a:cxn ang="0">
                    <a:pos x="47" y="44"/>
                  </a:cxn>
                  <a:cxn ang="0">
                    <a:pos x="50" y="36"/>
                  </a:cxn>
                  <a:cxn ang="0">
                    <a:pos x="56" y="40"/>
                  </a:cxn>
                  <a:cxn ang="0">
                    <a:pos x="64" y="39"/>
                  </a:cxn>
                  <a:cxn ang="0">
                    <a:pos x="63" y="46"/>
                  </a:cxn>
                  <a:cxn ang="0">
                    <a:pos x="55" y="8"/>
                  </a:cxn>
                  <a:cxn ang="0">
                    <a:pos x="59" y="13"/>
                  </a:cxn>
                  <a:cxn ang="0">
                    <a:pos x="50" y="49"/>
                  </a:cxn>
                  <a:cxn ang="0">
                    <a:pos x="55" y="45"/>
                  </a:cxn>
                </a:cxnLst>
                <a:rect l="0" t="0" r="r" b="b"/>
                <a:pathLst>
                  <a:path w="68" h="63">
                    <a:moveTo>
                      <a:pt x="45" y="35"/>
                    </a:moveTo>
                    <a:cubicBezTo>
                      <a:pt x="45" y="35"/>
                      <a:pt x="45" y="36"/>
                      <a:pt x="45" y="36"/>
                    </a:cubicBezTo>
                    <a:cubicBezTo>
                      <a:pt x="39" y="36"/>
                      <a:pt x="39" y="36"/>
                      <a:pt x="39" y="36"/>
                    </a:cubicBezTo>
                    <a:cubicBezTo>
                      <a:pt x="39" y="37"/>
                      <a:pt x="38" y="38"/>
                      <a:pt x="38" y="39"/>
                    </a:cubicBezTo>
                    <a:cubicBezTo>
                      <a:pt x="39" y="41"/>
                      <a:pt x="40" y="42"/>
                      <a:pt x="41" y="43"/>
                    </a:cubicBezTo>
                    <a:cubicBezTo>
                      <a:pt x="41" y="43"/>
                      <a:pt x="41" y="44"/>
                      <a:pt x="41" y="44"/>
                    </a:cubicBezTo>
                    <a:cubicBezTo>
                      <a:pt x="41" y="44"/>
                      <a:pt x="41" y="44"/>
                      <a:pt x="41" y="45"/>
                    </a:cubicBezTo>
                    <a:cubicBezTo>
                      <a:pt x="40" y="46"/>
                      <a:pt x="36" y="50"/>
                      <a:pt x="35" y="50"/>
                    </a:cubicBezTo>
                    <a:cubicBezTo>
                      <a:pt x="35" y="50"/>
                      <a:pt x="35" y="50"/>
                      <a:pt x="35" y="50"/>
                    </a:cubicBezTo>
                    <a:cubicBezTo>
                      <a:pt x="31" y="47"/>
                      <a:pt x="31" y="47"/>
                      <a:pt x="31" y="47"/>
                    </a:cubicBezTo>
                    <a:cubicBezTo>
                      <a:pt x="30" y="47"/>
                      <a:pt x="29" y="47"/>
                      <a:pt x="28" y="48"/>
                    </a:cubicBezTo>
                    <a:cubicBezTo>
                      <a:pt x="28" y="49"/>
                      <a:pt x="27" y="51"/>
                      <a:pt x="27" y="53"/>
                    </a:cubicBezTo>
                    <a:cubicBezTo>
                      <a:pt x="27" y="54"/>
                      <a:pt x="26" y="54"/>
                      <a:pt x="26" y="54"/>
                    </a:cubicBezTo>
                    <a:cubicBezTo>
                      <a:pt x="19" y="54"/>
                      <a:pt x="19" y="54"/>
                      <a:pt x="19" y="54"/>
                    </a:cubicBezTo>
                    <a:cubicBezTo>
                      <a:pt x="19" y="54"/>
                      <a:pt x="18" y="54"/>
                      <a:pt x="18" y="53"/>
                    </a:cubicBezTo>
                    <a:cubicBezTo>
                      <a:pt x="17" y="48"/>
                      <a:pt x="17" y="48"/>
                      <a:pt x="17" y="48"/>
                    </a:cubicBezTo>
                    <a:cubicBezTo>
                      <a:pt x="16" y="47"/>
                      <a:pt x="16" y="47"/>
                      <a:pt x="15" y="47"/>
                    </a:cubicBezTo>
                    <a:cubicBezTo>
                      <a:pt x="11" y="50"/>
                      <a:pt x="11" y="50"/>
                      <a:pt x="11" y="50"/>
                    </a:cubicBezTo>
                    <a:cubicBezTo>
                      <a:pt x="10" y="50"/>
                      <a:pt x="10" y="50"/>
                      <a:pt x="10" y="50"/>
                    </a:cubicBezTo>
                    <a:cubicBezTo>
                      <a:pt x="10" y="50"/>
                      <a:pt x="9" y="50"/>
                      <a:pt x="9" y="50"/>
                    </a:cubicBezTo>
                    <a:cubicBezTo>
                      <a:pt x="8" y="49"/>
                      <a:pt x="4" y="45"/>
                      <a:pt x="4" y="44"/>
                    </a:cubicBezTo>
                    <a:cubicBezTo>
                      <a:pt x="4" y="44"/>
                      <a:pt x="4" y="44"/>
                      <a:pt x="4" y="43"/>
                    </a:cubicBezTo>
                    <a:cubicBezTo>
                      <a:pt x="5" y="42"/>
                      <a:pt x="6" y="41"/>
                      <a:pt x="7" y="39"/>
                    </a:cubicBezTo>
                    <a:cubicBezTo>
                      <a:pt x="7" y="38"/>
                      <a:pt x="6" y="37"/>
                      <a:pt x="6" y="36"/>
                    </a:cubicBezTo>
                    <a:cubicBezTo>
                      <a:pt x="1" y="35"/>
                      <a:pt x="1" y="35"/>
                      <a:pt x="1" y="35"/>
                    </a:cubicBezTo>
                    <a:cubicBezTo>
                      <a:pt x="0" y="35"/>
                      <a:pt x="0" y="35"/>
                      <a:pt x="0" y="34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27"/>
                      <a:pt x="0" y="27"/>
                      <a:pt x="1" y="27"/>
                    </a:cubicBezTo>
                    <a:cubicBezTo>
                      <a:pt x="6" y="26"/>
                      <a:pt x="6" y="26"/>
                      <a:pt x="6" y="26"/>
                    </a:cubicBezTo>
                    <a:cubicBezTo>
                      <a:pt x="6" y="25"/>
                      <a:pt x="7" y="24"/>
                      <a:pt x="7" y="23"/>
                    </a:cubicBezTo>
                    <a:cubicBezTo>
                      <a:pt x="6" y="22"/>
                      <a:pt x="5" y="20"/>
                      <a:pt x="4" y="19"/>
                    </a:cubicBezTo>
                    <a:cubicBezTo>
                      <a:pt x="4" y="19"/>
                      <a:pt x="4" y="19"/>
                      <a:pt x="4" y="18"/>
                    </a:cubicBezTo>
                    <a:cubicBezTo>
                      <a:pt x="4" y="18"/>
                      <a:pt x="4" y="18"/>
                      <a:pt x="4" y="18"/>
                    </a:cubicBezTo>
                    <a:cubicBezTo>
                      <a:pt x="5" y="17"/>
                      <a:pt x="9" y="12"/>
                      <a:pt x="10" y="12"/>
                    </a:cubicBezTo>
                    <a:cubicBezTo>
                      <a:pt x="10" y="12"/>
                      <a:pt x="10" y="12"/>
                      <a:pt x="11" y="13"/>
                    </a:cubicBezTo>
                    <a:cubicBezTo>
                      <a:pt x="15" y="16"/>
                      <a:pt x="15" y="16"/>
                      <a:pt x="15" y="16"/>
                    </a:cubicBezTo>
                    <a:cubicBezTo>
                      <a:pt x="16" y="15"/>
                      <a:pt x="16" y="15"/>
                      <a:pt x="17" y="15"/>
                    </a:cubicBezTo>
                    <a:cubicBezTo>
                      <a:pt x="18" y="13"/>
                      <a:pt x="18" y="11"/>
                      <a:pt x="18" y="9"/>
                    </a:cubicBezTo>
                    <a:cubicBezTo>
                      <a:pt x="18" y="9"/>
                      <a:pt x="19" y="8"/>
                      <a:pt x="19" y="8"/>
                    </a:cubicBezTo>
                    <a:cubicBezTo>
                      <a:pt x="26" y="8"/>
                      <a:pt x="26" y="8"/>
                      <a:pt x="26" y="8"/>
                    </a:cubicBezTo>
                    <a:cubicBezTo>
                      <a:pt x="26" y="8"/>
                      <a:pt x="27" y="9"/>
                      <a:pt x="27" y="9"/>
                    </a:cubicBezTo>
                    <a:cubicBezTo>
                      <a:pt x="28" y="15"/>
                      <a:pt x="28" y="15"/>
                      <a:pt x="28" y="15"/>
                    </a:cubicBezTo>
                    <a:cubicBezTo>
                      <a:pt x="29" y="15"/>
                      <a:pt x="30" y="15"/>
                      <a:pt x="31" y="16"/>
                    </a:cubicBezTo>
                    <a:cubicBezTo>
                      <a:pt x="35" y="13"/>
                      <a:pt x="35" y="13"/>
                      <a:pt x="35" y="13"/>
                    </a:cubicBezTo>
                    <a:cubicBezTo>
                      <a:pt x="35" y="12"/>
                      <a:pt x="35" y="12"/>
                      <a:pt x="35" y="12"/>
                    </a:cubicBezTo>
                    <a:cubicBezTo>
                      <a:pt x="36" y="12"/>
                      <a:pt x="36" y="12"/>
                      <a:pt x="36" y="13"/>
                    </a:cubicBezTo>
                    <a:cubicBezTo>
                      <a:pt x="37" y="13"/>
                      <a:pt x="41" y="17"/>
                      <a:pt x="41" y="18"/>
                    </a:cubicBezTo>
                    <a:cubicBezTo>
                      <a:pt x="41" y="19"/>
                      <a:pt x="41" y="19"/>
                      <a:pt x="41" y="19"/>
                    </a:cubicBezTo>
                    <a:cubicBezTo>
                      <a:pt x="40" y="20"/>
                      <a:pt x="39" y="22"/>
                      <a:pt x="38" y="23"/>
                    </a:cubicBezTo>
                    <a:cubicBezTo>
                      <a:pt x="38" y="24"/>
                      <a:pt x="39" y="25"/>
                      <a:pt x="39" y="26"/>
                    </a:cubicBezTo>
                    <a:cubicBezTo>
                      <a:pt x="45" y="27"/>
                      <a:pt x="45" y="27"/>
                      <a:pt x="45" y="27"/>
                    </a:cubicBezTo>
                    <a:cubicBezTo>
                      <a:pt x="45" y="27"/>
                      <a:pt x="45" y="27"/>
                      <a:pt x="45" y="28"/>
                    </a:cubicBezTo>
                    <a:lnTo>
                      <a:pt x="45" y="35"/>
                    </a:lnTo>
                    <a:close/>
                    <a:moveTo>
                      <a:pt x="23" y="22"/>
                    </a:moveTo>
                    <a:cubicBezTo>
                      <a:pt x="18" y="22"/>
                      <a:pt x="13" y="26"/>
                      <a:pt x="13" y="31"/>
                    </a:cubicBezTo>
                    <a:cubicBezTo>
                      <a:pt x="13" y="36"/>
                      <a:pt x="18" y="40"/>
                      <a:pt x="23" y="40"/>
                    </a:cubicBezTo>
                    <a:cubicBezTo>
                      <a:pt x="28" y="40"/>
                      <a:pt x="32" y="36"/>
                      <a:pt x="32" y="31"/>
                    </a:cubicBezTo>
                    <a:cubicBezTo>
                      <a:pt x="32" y="26"/>
                      <a:pt x="28" y="22"/>
                      <a:pt x="23" y="22"/>
                    </a:cubicBezTo>
                    <a:close/>
                    <a:moveTo>
                      <a:pt x="68" y="15"/>
                    </a:moveTo>
                    <a:cubicBezTo>
                      <a:pt x="68" y="16"/>
                      <a:pt x="64" y="16"/>
                      <a:pt x="63" y="16"/>
                    </a:cubicBezTo>
                    <a:cubicBezTo>
                      <a:pt x="63" y="17"/>
                      <a:pt x="62" y="18"/>
                      <a:pt x="62" y="18"/>
                    </a:cubicBezTo>
                    <a:cubicBezTo>
                      <a:pt x="62" y="19"/>
                      <a:pt x="64" y="23"/>
                      <a:pt x="64" y="23"/>
                    </a:cubicBezTo>
                    <a:cubicBezTo>
                      <a:pt x="64" y="23"/>
                      <a:pt x="64" y="23"/>
                      <a:pt x="64" y="24"/>
                    </a:cubicBezTo>
                    <a:cubicBezTo>
                      <a:pt x="63" y="24"/>
                      <a:pt x="59" y="26"/>
                      <a:pt x="59" y="26"/>
                    </a:cubicBezTo>
                    <a:cubicBezTo>
                      <a:pt x="59" y="26"/>
                      <a:pt x="56" y="22"/>
                      <a:pt x="56" y="22"/>
                    </a:cubicBezTo>
                    <a:cubicBezTo>
                      <a:pt x="55" y="22"/>
                      <a:pt x="55" y="22"/>
                      <a:pt x="55" y="22"/>
                    </a:cubicBezTo>
                    <a:cubicBezTo>
                      <a:pt x="54" y="22"/>
                      <a:pt x="54" y="22"/>
                      <a:pt x="54" y="22"/>
                    </a:cubicBezTo>
                    <a:cubicBezTo>
                      <a:pt x="53" y="22"/>
                      <a:pt x="50" y="26"/>
                      <a:pt x="50" y="26"/>
                    </a:cubicBezTo>
                    <a:cubicBezTo>
                      <a:pt x="50" y="26"/>
                      <a:pt x="46" y="24"/>
                      <a:pt x="46" y="24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7" y="19"/>
                      <a:pt x="47" y="18"/>
                    </a:cubicBezTo>
                    <a:cubicBezTo>
                      <a:pt x="47" y="18"/>
                      <a:pt x="46" y="17"/>
                      <a:pt x="46" y="16"/>
                    </a:cubicBezTo>
                    <a:cubicBezTo>
                      <a:pt x="45" y="16"/>
                      <a:pt x="41" y="16"/>
                      <a:pt x="41" y="15"/>
                    </a:cubicBezTo>
                    <a:cubicBezTo>
                      <a:pt x="41" y="10"/>
                      <a:pt x="41" y="10"/>
                      <a:pt x="41" y="10"/>
                    </a:cubicBezTo>
                    <a:cubicBezTo>
                      <a:pt x="41" y="10"/>
                      <a:pt x="45" y="9"/>
                      <a:pt x="46" y="9"/>
                    </a:cubicBezTo>
                    <a:cubicBezTo>
                      <a:pt x="46" y="9"/>
                      <a:pt x="47" y="8"/>
                      <a:pt x="47" y="7"/>
                    </a:cubicBezTo>
                    <a:cubicBezTo>
                      <a:pt x="47" y="7"/>
                      <a:pt x="45" y="3"/>
                      <a:pt x="45" y="2"/>
                    </a:cubicBezTo>
                    <a:cubicBezTo>
                      <a:pt x="45" y="2"/>
                      <a:pt x="45" y="2"/>
                      <a:pt x="46" y="2"/>
                    </a:cubicBezTo>
                    <a:cubicBezTo>
                      <a:pt x="46" y="2"/>
                      <a:pt x="50" y="0"/>
                      <a:pt x="50" y="0"/>
                    </a:cubicBezTo>
                    <a:cubicBezTo>
                      <a:pt x="50" y="0"/>
                      <a:pt x="53" y="3"/>
                      <a:pt x="54" y="4"/>
                    </a:cubicBezTo>
                    <a:cubicBezTo>
                      <a:pt x="54" y="4"/>
                      <a:pt x="54" y="4"/>
                      <a:pt x="55" y="4"/>
                    </a:cubicBezTo>
                    <a:cubicBezTo>
                      <a:pt x="55" y="4"/>
                      <a:pt x="55" y="4"/>
                      <a:pt x="56" y="4"/>
                    </a:cubicBezTo>
                    <a:cubicBezTo>
                      <a:pt x="57" y="2"/>
                      <a:pt x="58" y="1"/>
                      <a:pt x="59" y="0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59" y="0"/>
                      <a:pt x="63" y="2"/>
                      <a:pt x="64" y="2"/>
                    </a:cubicBezTo>
                    <a:cubicBezTo>
                      <a:pt x="64" y="2"/>
                      <a:pt x="64" y="2"/>
                      <a:pt x="64" y="2"/>
                    </a:cubicBezTo>
                    <a:cubicBezTo>
                      <a:pt x="64" y="3"/>
                      <a:pt x="62" y="7"/>
                      <a:pt x="62" y="7"/>
                    </a:cubicBezTo>
                    <a:cubicBezTo>
                      <a:pt x="62" y="8"/>
                      <a:pt x="63" y="9"/>
                      <a:pt x="63" y="9"/>
                    </a:cubicBezTo>
                    <a:cubicBezTo>
                      <a:pt x="64" y="9"/>
                      <a:pt x="68" y="10"/>
                      <a:pt x="68" y="10"/>
                    </a:cubicBezTo>
                    <a:lnTo>
                      <a:pt x="68" y="15"/>
                    </a:lnTo>
                    <a:close/>
                    <a:moveTo>
                      <a:pt x="68" y="52"/>
                    </a:moveTo>
                    <a:cubicBezTo>
                      <a:pt x="68" y="52"/>
                      <a:pt x="64" y="53"/>
                      <a:pt x="63" y="53"/>
                    </a:cubicBezTo>
                    <a:cubicBezTo>
                      <a:pt x="63" y="54"/>
                      <a:pt x="62" y="54"/>
                      <a:pt x="62" y="55"/>
                    </a:cubicBezTo>
                    <a:cubicBezTo>
                      <a:pt x="62" y="56"/>
                      <a:pt x="64" y="59"/>
                      <a:pt x="64" y="60"/>
                    </a:cubicBezTo>
                    <a:cubicBezTo>
                      <a:pt x="64" y="60"/>
                      <a:pt x="64" y="60"/>
                      <a:pt x="64" y="60"/>
                    </a:cubicBezTo>
                    <a:cubicBezTo>
                      <a:pt x="63" y="60"/>
                      <a:pt x="59" y="63"/>
                      <a:pt x="59" y="63"/>
                    </a:cubicBezTo>
                    <a:cubicBezTo>
                      <a:pt x="59" y="63"/>
                      <a:pt x="56" y="59"/>
                      <a:pt x="56" y="59"/>
                    </a:cubicBezTo>
                    <a:cubicBezTo>
                      <a:pt x="55" y="59"/>
                      <a:pt x="55" y="59"/>
                      <a:pt x="55" y="59"/>
                    </a:cubicBezTo>
                    <a:cubicBezTo>
                      <a:pt x="54" y="59"/>
                      <a:pt x="54" y="59"/>
                      <a:pt x="54" y="59"/>
                    </a:cubicBezTo>
                    <a:cubicBezTo>
                      <a:pt x="53" y="59"/>
                      <a:pt x="50" y="63"/>
                      <a:pt x="50" y="63"/>
                    </a:cubicBezTo>
                    <a:cubicBezTo>
                      <a:pt x="50" y="63"/>
                      <a:pt x="46" y="60"/>
                      <a:pt x="46" y="60"/>
                    </a:cubicBezTo>
                    <a:cubicBezTo>
                      <a:pt x="45" y="60"/>
                      <a:pt x="45" y="60"/>
                      <a:pt x="45" y="60"/>
                    </a:cubicBezTo>
                    <a:cubicBezTo>
                      <a:pt x="45" y="59"/>
                      <a:pt x="47" y="56"/>
                      <a:pt x="47" y="55"/>
                    </a:cubicBezTo>
                    <a:cubicBezTo>
                      <a:pt x="47" y="54"/>
                      <a:pt x="46" y="54"/>
                      <a:pt x="46" y="53"/>
                    </a:cubicBezTo>
                    <a:cubicBezTo>
                      <a:pt x="45" y="53"/>
                      <a:pt x="41" y="52"/>
                      <a:pt x="41" y="52"/>
                    </a:cubicBezTo>
                    <a:cubicBezTo>
                      <a:pt x="41" y="47"/>
                      <a:pt x="41" y="47"/>
                      <a:pt x="41" y="47"/>
                    </a:cubicBezTo>
                    <a:cubicBezTo>
                      <a:pt x="41" y="46"/>
                      <a:pt x="45" y="46"/>
                      <a:pt x="46" y="46"/>
                    </a:cubicBezTo>
                    <a:cubicBezTo>
                      <a:pt x="46" y="45"/>
                      <a:pt x="47" y="45"/>
                      <a:pt x="47" y="44"/>
                    </a:cubicBezTo>
                    <a:cubicBezTo>
                      <a:pt x="47" y="43"/>
                      <a:pt x="45" y="40"/>
                      <a:pt x="45" y="39"/>
                    </a:cubicBezTo>
                    <a:cubicBezTo>
                      <a:pt x="45" y="39"/>
                      <a:pt x="45" y="39"/>
                      <a:pt x="46" y="39"/>
                    </a:cubicBezTo>
                    <a:cubicBezTo>
                      <a:pt x="46" y="39"/>
                      <a:pt x="50" y="36"/>
                      <a:pt x="50" y="36"/>
                    </a:cubicBezTo>
                    <a:cubicBezTo>
                      <a:pt x="50" y="36"/>
                      <a:pt x="53" y="40"/>
                      <a:pt x="54" y="40"/>
                    </a:cubicBezTo>
                    <a:cubicBezTo>
                      <a:pt x="54" y="40"/>
                      <a:pt x="54" y="40"/>
                      <a:pt x="55" y="40"/>
                    </a:cubicBezTo>
                    <a:cubicBezTo>
                      <a:pt x="55" y="40"/>
                      <a:pt x="55" y="40"/>
                      <a:pt x="56" y="40"/>
                    </a:cubicBezTo>
                    <a:cubicBezTo>
                      <a:pt x="57" y="39"/>
                      <a:pt x="58" y="38"/>
                      <a:pt x="59" y="36"/>
                    </a:cubicBezTo>
                    <a:cubicBezTo>
                      <a:pt x="59" y="36"/>
                      <a:pt x="59" y="36"/>
                      <a:pt x="59" y="36"/>
                    </a:cubicBezTo>
                    <a:cubicBezTo>
                      <a:pt x="59" y="36"/>
                      <a:pt x="63" y="39"/>
                      <a:pt x="64" y="39"/>
                    </a:cubicBezTo>
                    <a:cubicBezTo>
                      <a:pt x="64" y="39"/>
                      <a:pt x="64" y="39"/>
                      <a:pt x="64" y="39"/>
                    </a:cubicBezTo>
                    <a:cubicBezTo>
                      <a:pt x="64" y="40"/>
                      <a:pt x="62" y="43"/>
                      <a:pt x="62" y="44"/>
                    </a:cubicBezTo>
                    <a:cubicBezTo>
                      <a:pt x="62" y="45"/>
                      <a:pt x="63" y="45"/>
                      <a:pt x="63" y="46"/>
                    </a:cubicBezTo>
                    <a:cubicBezTo>
                      <a:pt x="64" y="46"/>
                      <a:pt x="68" y="46"/>
                      <a:pt x="68" y="47"/>
                    </a:cubicBezTo>
                    <a:lnTo>
                      <a:pt x="68" y="52"/>
                    </a:lnTo>
                    <a:close/>
                    <a:moveTo>
                      <a:pt x="55" y="8"/>
                    </a:moveTo>
                    <a:cubicBezTo>
                      <a:pt x="52" y="8"/>
                      <a:pt x="50" y="10"/>
                      <a:pt x="50" y="13"/>
                    </a:cubicBezTo>
                    <a:cubicBezTo>
                      <a:pt x="50" y="15"/>
                      <a:pt x="52" y="17"/>
                      <a:pt x="55" y="17"/>
                    </a:cubicBezTo>
                    <a:cubicBezTo>
                      <a:pt x="57" y="17"/>
                      <a:pt x="59" y="15"/>
                      <a:pt x="59" y="13"/>
                    </a:cubicBezTo>
                    <a:cubicBezTo>
                      <a:pt x="59" y="10"/>
                      <a:pt x="57" y="8"/>
                      <a:pt x="55" y="8"/>
                    </a:cubicBezTo>
                    <a:close/>
                    <a:moveTo>
                      <a:pt x="55" y="45"/>
                    </a:moveTo>
                    <a:cubicBezTo>
                      <a:pt x="52" y="45"/>
                      <a:pt x="50" y="47"/>
                      <a:pt x="50" y="49"/>
                    </a:cubicBezTo>
                    <a:cubicBezTo>
                      <a:pt x="50" y="52"/>
                      <a:pt x="52" y="54"/>
                      <a:pt x="55" y="54"/>
                    </a:cubicBezTo>
                    <a:cubicBezTo>
                      <a:pt x="57" y="54"/>
                      <a:pt x="59" y="52"/>
                      <a:pt x="59" y="49"/>
                    </a:cubicBezTo>
                    <a:cubicBezTo>
                      <a:pt x="59" y="47"/>
                      <a:pt x="57" y="45"/>
                      <a:pt x="55" y="45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  <p:pic>
        <p:nvPicPr>
          <p:cNvPr id="24" name="Picture 23">
            <a:extLst>
              <a:ext uri="{FF2B5EF4-FFF2-40B4-BE49-F238E27FC236}">
                <a16:creationId xmlns:a16="http://schemas.microsoft.com/office/drawing/2014/main" id="{7E945813-8198-4520-A687-A4664A548D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924" y="2447490"/>
            <a:ext cx="3743325" cy="66675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B73D73E4-1C10-459D-A330-0B6F078DA9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924" y="4920766"/>
            <a:ext cx="2686050" cy="55245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77B91B91-AAB0-481E-88F0-CBA2ADBAF1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38120" y="3466607"/>
            <a:ext cx="2114550" cy="100965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3A2C08D-794A-4C26-B2B4-6D29ED43F0B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44229" y="1436811"/>
            <a:ext cx="7527943" cy="461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031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8AD124-D38B-4D76-87C4-9D2DD0A51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Spring Cloud Advantages and Disadvantages </a:t>
            </a:r>
            <a:endParaRPr lang="zh-CN" altLang="en-US" dirty="0"/>
          </a:p>
        </p:txBody>
      </p:sp>
      <p:sp>
        <p:nvSpPr>
          <p:cNvPr id="4" name="箭头: 右 3">
            <a:extLst>
              <a:ext uri="{FF2B5EF4-FFF2-40B4-BE49-F238E27FC236}">
                <a16:creationId xmlns:a16="http://schemas.microsoft.com/office/drawing/2014/main" id="{ADF16E49-D5F6-4588-B766-B69184550758}"/>
              </a:ext>
            </a:extLst>
          </p:cNvPr>
          <p:cNvSpPr/>
          <p:nvPr/>
        </p:nvSpPr>
        <p:spPr>
          <a:xfrm>
            <a:off x="669924" y="2153920"/>
            <a:ext cx="4053840" cy="94488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Strong community</a:t>
            </a:r>
            <a:endParaRPr lang="zh-CN" altLang="en-US" dirty="0"/>
          </a:p>
        </p:txBody>
      </p:sp>
      <p:sp>
        <p:nvSpPr>
          <p:cNvPr id="5" name="箭头: 右 4">
            <a:extLst>
              <a:ext uri="{FF2B5EF4-FFF2-40B4-BE49-F238E27FC236}">
                <a16:creationId xmlns:a16="http://schemas.microsoft.com/office/drawing/2014/main" id="{7A67DE90-01CA-4723-857C-9AE5F2A90FD7}"/>
              </a:ext>
            </a:extLst>
          </p:cNvPr>
          <p:cNvSpPr/>
          <p:nvPr/>
        </p:nvSpPr>
        <p:spPr>
          <a:xfrm>
            <a:off x="669924" y="3429000"/>
            <a:ext cx="4053840" cy="94488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Low development cost</a:t>
            </a:r>
            <a:endParaRPr lang="zh-CN" altLang="en-US" dirty="0"/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434C409B-1DBC-4AAE-A7D4-35896094171E}"/>
              </a:ext>
            </a:extLst>
          </p:cNvPr>
          <p:cNvSpPr/>
          <p:nvPr/>
        </p:nvSpPr>
        <p:spPr>
          <a:xfrm>
            <a:off x="669924" y="4645446"/>
            <a:ext cx="4053840" cy="94488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Cross-language</a:t>
            </a:r>
            <a:endParaRPr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0AB233E-8B18-41C0-A537-023680659B42}"/>
              </a:ext>
            </a:extLst>
          </p:cNvPr>
          <p:cNvSpPr/>
          <p:nvPr/>
        </p:nvSpPr>
        <p:spPr>
          <a:xfrm>
            <a:off x="497840" y="1402080"/>
            <a:ext cx="300092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36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Advantages</a:t>
            </a:r>
            <a:endParaRPr lang="zh-CN" altLang="en-US" sz="3600" b="1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F8F0510-8677-4697-9E2B-636EC633190E}"/>
              </a:ext>
            </a:extLst>
          </p:cNvPr>
          <p:cNvSpPr/>
          <p:nvPr/>
        </p:nvSpPr>
        <p:spPr>
          <a:xfrm>
            <a:off x="7183560" y="1402080"/>
            <a:ext cx="380249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36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Disadvantages</a:t>
            </a:r>
            <a:endParaRPr lang="zh-CN" altLang="en-US" sz="3600" b="1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</a:endParaRP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B67480EA-4049-45A4-8819-18E0A4B89BAB}"/>
              </a:ext>
            </a:extLst>
          </p:cNvPr>
          <p:cNvGrpSpPr/>
          <p:nvPr/>
        </p:nvGrpSpPr>
        <p:grpSpPr>
          <a:xfrm>
            <a:off x="6858662" y="3389032"/>
            <a:ext cx="4053840" cy="944881"/>
            <a:chOff x="6825752" y="4797993"/>
            <a:chExt cx="4053840" cy="944881"/>
          </a:xfrm>
        </p:grpSpPr>
        <p:sp>
          <p:nvSpPr>
            <p:cNvPr id="16" name="箭头: 右 15">
              <a:extLst>
                <a:ext uri="{FF2B5EF4-FFF2-40B4-BE49-F238E27FC236}">
                  <a16:creationId xmlns:a16="http://schemas.microsoft.com/office/drawing/2014/main" id="{2EF41286-45F5-4D84-9C13-67F54487E03C}"/>
                </a:ext>
              </a:extLst>
            </p:cNvPr>
            <p:cNvSpPr/>
            <p:nvPr/>
          </p:nvSpPr>
          <p:spPr>
            <a:xfrm rot="10800000">
              <a:off x="6825752" y="4797993"/>
              <a:ext cx="4053840" cy="944880"/>
            </a:xfrm>
            <a:prstGeom prst="rightArrow">
              <a:avLst/>
            </a:prstGeom>
            <a:solidFill>
              <a:srgbClr val="DC614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FCA42C74-4DDF-495C-9C47-C1CA4B1FAEEB}"/>
                </a:ext>
              </a:extLst>
            </p:cNvPr>
            <p:cNvSpPr txBox="1"/>
            <p:nvPr/>
          </p:nvSpPr>
          <p:spPr>
            <a:xfrm>
              <a:off x="8024630" y="5096543"/>
              <a:ext cx="235888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lt1"/>
                  </a:solidFill>
                </a:rPr>
                <a:t>Low</a:t>
              </a:r>
              <a:r>
                <a:rPr lang="en-US" altLang="zh-CN" dirty="0"/>
                <a:t> </a:t>
              </a:r>
              <a:r>
                <a:rPr lang="en-US" altLang="zh-CN" dirty="0">
                  <a:solidFill>
                    <a:schemeClr val="lt1"/>
                  </a:solidFill>
                </a:rPr>
                <a:t>performance</a:t>
              </a:r>
              <a:endParaRPr lang="zh-CN" altLang="en-US" dirty="0">
                <a:solidFill>
                  <a:schemeClr val="lt1"/>
                </a:solidFill>
              </a:endParaRPr>
            </a:p>
            <a:p>
              <a:endParaRPr lang="zh-CN" altLang="en-US" dirty="0"/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E8B5B8FF-FC58-44D5-8AF7-664DF50C37B4}"/>
              </a:ext>
            </a:extLst>
          </p:cNvPr>
          <p:cNvGrpSpPr/>
          <p:nvPr/>
        </p:nvGrpSpPr>
        <p:grpSpPr>
          <a:xfrm>
            <a:off x="6825752" y="2167712"/>
            <a:ext cx="4053840" cy="944881"/>
            <a:chOff x="6825752" y="4797993"/>
            <a:chExt cx="4053840" cy="944881"/>
          </a:xfrm>
        </p:grpSpPr>
        <p:sp>
          <p:nvSpPr>
            <p:cNvPr id="20" name="箭头: 右 19">
              <a:extLst>
                <a:ext uri="{FF2B5EF4-FFF2-40B4-BE49-F238E27FC236}">
                  <a16:creationId xmlns:a16="http://schemas.microsoft.com/office/drawing/2014/main" id="{98893741-23FF-4A40-A76A-597FBB10B142}"/>
                </a:ext>
              </a:extLst>
            </p:cNvPr>
            <p:cNvSpPr/>
            <p:nvPr/>
          </p:nvSpPr>
          <p:spPr>
            <a:xfrm rot="10800000">
              <a:off x="6825752" y="4797993"/>
              <a:ext cx="4053840" cy="944880"/>
            </a:xfrm>
            <a:prstGeom prst="rightArrow">
              <a:avLst/>
            </a:prstGeom>
            <a:solidFill>
              <a:srgbClr val="DC614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529AB64C-4DF2-4431-BBD2-AF86A6F7FB1D}"/>
                </a:ext>
              </a:extLst>
            </p:cNvPr>
            <p:cNvSpPr txBox="1"/>
            <p:nvPr/>
          </p:nvSpPr>
          <p:spPr>
            <a:xfrm>
              <a:off x="7232374" y="5096543"/>
              <a:ext cx="330641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solidFill>
                    <a:schemeClr val="lt1"/>
                  </a:solidFill>
                </a:rPr>
                <a:t>Interface definition is too light</a:t>
              </a:r>
              <a:endParaRPr lang="zh-CN" altLang="en-US" dirty="0">
                <a:solidFill>
                  <a:schemeClr val="lt1"/>
                </a:solidFill>
              </a:endParaRPr>
            </a:p>
            <a:p>
              <a:endParaRPr lang="zh-CN" altLang="en-US" dirty="0"/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B5848CA3-23C8-455D-B7CF-8B05F88B03E0}"/>
              </a:ext>
            </a:extLst>
          </p:cNvPr>
          <p:cNvGrpSpPr/>
          <p:nvPr/>
        </p:nvGrpSpPr>
        <p:grpSpPr>
          <a:xfrm>
            <a:off x="6825752" y="4645446"/>
            <a:ext cx="4053840" cy="944881"/>
            <a:chOff x="6825752" y="4797993"/>
            <a:chExt cx="4053840" cy="944881"/>
          </a:xfrm>
        </p:grpSpPr>
        <p:sp>
          <p:nvSpPr>
            <p:cNvPr id="23" name="箭头: 右 22">
              <a:extLst>
                <a:ext uri="{FF2B5EF4-FFF2-40B4-BE49-F238E27FC236}">
                  <a16:creationId xmlns:a16="http://schemas.microsoft.com/office/drawing/2014/main" id="{971BEECA-10B2-472B-B9AB-853C5A777B11}"/>
                </a:ext>
              </a:extLst>
            </p:cNvPr>
            <p:cNvSpPr/>
            <p:nvPr/>
          </p:nvSpPr>
          <p:spPr>
            <a:xfrm rot="10800000">
              <a:off x="6825752" y="4797993"/>
              <a:ext cx="4053840" cy="944880"/>
            </a:xfrm>
            <a:prstGeom prst="rightArrow">
              <a:avLst/>
            </a:prstGeom>
            <a:solidFill>
              <a:srgbClr val="DC614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FB37D479-13BF-44A6-980E-B4F33109AA33}"/>
                </a:ext>
              </a:extLst>
            </p:cNvPr>
            <p:cNvSpPr txBox="1"/>
            <p:nvPr/>
          </p:nvSpPr>
          <p:spPr>
            <a:xfrm>
              <a:off x="7858540" y="5096543"/>
              <a:ext cx="252497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lt1"/>
                  </a:solidFill>
                </a:rPr>
                <a:t>Document complexity</a:t>
              </a:r>
              <a:endParaRPr lang="zh-CN" altLang="en-US" dirty="0">
                <a:solidFill>
                  <a:schemeClr val="lt1"/>
                </a:solidFill>
              </a:endParaRPr>
            </a:p>
            <a:p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50571654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Dubbo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4F69230-F3A6-4586-9371-A858F4763E9F}"/>
              </a:ext>
            </a:extLst>
          </p:cNvPr>
          <p:cNvSpPr txBox="1"/>
          <p:nvPr/>
        </p:nvSpPr>
        <p:spPr>
          <a:xfrm>
            <a:off x="5584242" y="1968499"/>
            <a:ext cx="1023516" cy="889909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pc="100" dirty="0">
                <a:solidFill>
                  <a:schemeClr val="accent1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/03</a:t>
            </a:r>
            <a:endParaRPr lang="zh-CN" altLang="en-US" spc="100" dirty="0">
              <a:solidFill>
                <a:schemeClr val="accent1"/>
              </a:solidFill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DFCF0E7-2834-4EB4-9046-E99E7992D1E5}"/>
              </a:ext>
            </a:extLst>
          </p:cNvPr>
          <p:cNvSpPr txBox="1"/>
          <p:nvPr/>
        </p:nvSpPr>
        <p:spPr>
          <a:xfrm>
            <a:off x="3139440" y="3759200"/>
            <a:ext cx="60580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Dubbo is a distributed framework for remote service calls.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25617206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8AD124-D38B-4D76-87C4-9D2DD0A51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Dubbo Architecture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B928C48-A964-4092-88D9-B8E46C1A28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9785" y="1749026"/>
            <a:ext cx="6280702" cy="3921571"/>
          </a:xfrm>
          <a:prstGeom prst="rect">
            <a:avLst/>
          </a:prstGeom>
        </p:spPr>
      </p:pic>
      <p:sp>
        <p:nvSpPr>
          <p:cNvPr id="6" name="灯片编号占位符 3">
            <a:extLst>
              <a:ext uri="{FF2B5EF4-FFF2-40B4-BE49-F238E27FC236}">
                <a16:creationId xmlns:a16="http://schemas.microsoft.com/office/drawing/2014/main" id="{997F0FE2-9290-49DC-A7E4-771FC8538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10759" y="6427460"/>
            <a:ext cx="2909888" cy="206381"/>
          </a:xfrm>
        </p:spPr>
        <p:txBody>
          <a:bodyPr/>
          <a:lstStyle/>
          <a:p>
            <a:fld id="{5DD3DB80-B894-403A-B48E-6FDC1A72010E}" type="slidenum">
              <a:rPr lang="zh-CN" altLang="en-US" smtClean="0"/>
              <a:pPr/>
              <a:t>21</a:t>
            </a:fld>
            <a:endParaRPr lang="zh-CN" altLang="en-US"/>
          </a:p>
        </p:txBody>
      </p:sp>
      <p:sp>
        <p:nvSpPr>
          <p:cNvPr id="33" name="灯片编号占位符 3">
            <a:extLst>
              <a:ext uri="{FF2B5EF4-FFF2-40B4-BE49-F238E27FC236}">
                <a16:creationId xmlns:a16="http://schemas.microsoft.com/office/drawing/2014/main" id="{4969A0F4-A003-4A90-9054-948CBF5DE97F}"/>
              </a:ext>
            </a:extLst>
          </p:cNvPr>
          <p:cNvSpPr txBox="1">
            <a:spLocks/>
          </p:cNvSpPr>
          <p:nvPr/>
        </p:nvSpPr>
        <p:spPr>
          <a:xfrm>
            <a:off x="1462713" y="6530650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0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DD3DB80-B894-403A-B48E-6FDC1A72010E}" type="slidenum">
              <a:rPr lang="zh-CN" altLang="en-US" smtClean="0"/>
              <a:pPr/>
              <a:t>21</a:t>
            </a:fld>
            <a:endParaRPr lang="zh-CN" altLang="en-US"/>
          </a:p>
        </p:txBody>
      </p:sp>
      <p:grpSp>
        <p:nvGrpSpPr>
          <p:cNvPr id="34" name="îslïďé">
            <a:extLst>
              <a:ext uri="{FF2B5EF4-FFF2-40B4-BE49-F238E27FC236}">
                <a16:creationId xmlns:a16="http://schemas.microsoft.com/office/drawing/2014/main" id="{D9172204-3D14-4B37-ABAA-A83245BD2DAE}"/>
              </a:ext>
            </a:extLst>
          </p:cNvPr>
          <p:cNvGrpSpPr/>
          <p:nvPr/>
        </p:nvGrpSpPr>
        <p:grpSpPr>
          <a:xfrm>
            <a:off x="937088" y="1420487"/>
            <a:ext cx="3433926" cy="1308761"/>
            <a:chOff x="8084974" y="1130300"/>
            <a:chExt cx="3433926" cy="1308761"/>
          </a:xfrm>
        </p:grpSpPr>
        <p:grpSp>
          <p:nvGrpSpPr>
            <p:cNvPr id="35" name="îsliḋé">
              <a:extLst>
                <a:ext uri="{FF2B5EF4-FFF2-40B4-BE49-F238E27FC236}">
                  <a16:creationId xmlns:a16="http://schemas.microsoft.com/office/drawing/2014/main" id="{D675BCA0-B9A7-493B-802F-EB795286977D}"/>
                </a:ext>
              </a:extLst>
            </p:cNvPr>
            <p:cNvGrpSpPr/>
            <p:nvPr/>
          </p:nvGrpSpPr>
          <p:grpSpPr>
            <a:xfrm>
              <a:off x="8084974" y="1266924"/>
              <a:ext cx="836894" cy="836894"/>
              <a:chOff x="7043444" y="1148015"/>
              <a:chExt cx="1297072" cy="1297072"/>
            </a:xfrm>
          </p:grpSpPr>
          <p:sp>
            <p:nvSpPr>
              <p:cNvPr id="39" name="isḻiḋé">
                <a:extLst>
                  <a:ext uri="{FF2B5EF4-FFF2-40B4-BE49-F238E27FC236}">
                    <a16:creationId xmlns:a16="http://schemas.microsoft.com/office/drawing/2014/main" id="{F89FF1BF-8329-483B-BB44-478DEA0619AE}"/>
                  </a:ext>
                </a:extLst>
              </p:cNvPr>
              <p:cNvSpPr/>
              <p:nvPr/>
            </p:nvSpPr>
            <p:spPr bwMode="auto">
              <a:xfrm>
                <a:off x="7043444" y="1148015"/>
                <a:ext cx="1297072" cy="129707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95000"/>
                  </a:schemeClr>
                </a:solidFill>
              </a:ln>
              <a:effectLst>
                <a:outerShdw sx="110000" sy="110000" algn="ctr" rotWithShape="0">
                  <a:schemeClr val="tx2">
                    <a:alpha val="19000"/>
                  </a:schemeClr>
                </a:outerShdw>
              </a:effectLst>
            </p:spPr>
            <p:txBody>
              <a:bodyPr wrap="square" lIns="91440" tIns="45720" rIns="91440" bIns="45720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0" marR="0" lvl="0" indent="0" algn="l" defTabSz="91376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3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0" name="îşḷiḋè">
                <a:extLst>
                  <a:ext uri="{FF2B5EF4-FFF2-40B4-BE49-F238E27FC236}">
                    <a16:creationId xmlns:a16="http://schemas.microsoft.com/office/drawing/2014/main" id="{C789B157-6F09-465B-B86E-73265FE7952E}"/>
                  </a:ext>
                </a:extLst>
              </p:cNvPr>
              <p:cNvSpPr/>
              <p:nvPr/>
            </p:nvSpPr>
            <p:spPr bwMode="auto">
              <a:xfrm>
                <a:off x="7442648" y="1556431"/>
                <a:ext cx="498672" cy="480241"/>
              </a:xfrm>
              <a:custGeom>
                <a:avLst/>
                <a:gdLst>
                  <a:gd name="connsiteX0" fmla="*/ 216243 w 609050"/>
                  <a:gd name="connsiteY0" fmla="*/ 412730 h 586540"/>
                  <a:gd name="connsiteX1" fmla="*/ 216243 w 609050"/>
                  <a:gd name="connsiteY1" fmla="*/ 456594 h 586540"/>
                  <a:gd name="connsiteX2" fmla="*/ 293953 w 609050"/>
                  <a:gd name="connsiteY2" fmla="*/ 456594 h 586540"/>
                  <a:gd name="connsiteX3" fmla="*/ 293953 w 609050"/>
                  <a:gd name="connsiteY3" fmla="*/ 412730 h 586540"/>
                  <a:gd name="connsiteX4" fmla="*/ 69884 w 609050"/>
                  <a:gd name="connsiteY4" fmla="*/ 412730 h 586540"/>
                  <a:gd name="connsiteX5" fmla="*/ 69884 w 609050"/>
                  <a:gd name="connsiteY5" fmla="*/ 456594 h 586540"/>
                  <a:gd name="connsiteX6" fmla="*/ 147595 w 609050"/>
                  <a:gd name="connsiteY6" fmla="*/ 456594 h 586540"/>
                  <a:gd name="connsiteX7" fmla="*/ 147595 w 609050"/>
                  <a:gd name="connsiteY7" fmla="*/ 412730 h 586540"/>
                  <a:gd name="connsiteX8" fmla="*/ 460769 w 609050"/>
                  <a:gd name="connsiteY8" fmla="*/ 376268 h 586540"/>
                  <a:gd name="connsiteX9" fmla="*/ 460769 w 609050"/>
                  <a:gd name="connsiteY9" fmla="*/ 414786 h 586540"/>
                  <a:gd name="connsiteX10" fmla="*/ 555916 w 609050"/>
                  <a:gd name="connsiteY10" fmla="*/ 414786 h 586540"/>
                  <a:gd name="connsiteX11" fmla="*/ 555916 w 609050"/>
                  <a:gd name="connsiteY11" fmla="*/ 376268 h 586540"/>
                  <a:gd name="connsiteX12" fmla="*/ 216243 w 609050"/>
                  <a:gd name="connsiteY12" fmla="*/ 339670 h 586540"/>
                  <a:gd name="connsiteX13" fmla="*/ 216243 w 609050"/>
                  <a:gd name="connsiteY13" fmla="*/ 383533 h 586540"/>
                  <a:gd name="connsiteX14" fmla="*/ 293953 w 609050"/>
                  <a:gd name="connsiteY14" fmla="*/ 383533 h 586540"/>
                  <a:gd name="connsiteX15" fmla="*/ 293953 w 609050"/>
                  <a:gd name="connsiteY15" fmla="*/ 339670 h 586540"/>
                  <a:gd name="connsiteX16" fmla="*/ 69884 w 609050"/>
                  <a:gd name="connsiteY16" fmla="*/ 339670 h 586540"/>
                  <a:gd name="connsiteX17" fmla="*/ 69884 w 609050"/>
                  <a:gd name="connsiteY17" fmla="*/ 383533 h 586540"/>
                  <a:gd name="connsiteX18" fmla="*/ 147595 w 609050"/>
                  <a:gd name="connsiteY18" fmla="*/ 383533 h 586540"/>
                  <a:gd name="connsiteX19" fmla="*/ 147595 w 609050"/>
                  <a:gd name="connsiteY19" fmla="*/ 339670 h 586540"/>
                  <a:gd name="connsiteX20" fmla="*/ 460769 w 609050"/>
                  <a:gd name="connsiteY20" fmla="*/ 303071 h 586540"/>
                  <a:gd name="connsiteX21" fmla="*/ 460769 w 609050"/>
                  <a:gd name="connsiteY21" fmla="*/ 341726 h 586540"/>
                  <a:gd name="connsiteX22" fmla="*/ 555916 w 609050"/>
                  <a:gd name="connsiteY22" fmla="*/ 341726 h 586540"/>
                  <a:gd name="connsiteX23" fmla="*/ 555916 w 609050"/>
                  <a:gd name="connsiteY23" fmla="*/ 303071 h 586540"/>
                  <a:gd name="connsiteX24" fmla="*/ 216243 w 609050"/>
                  <a:gd name="connsiteY24" fmla="*/ 266609 h 586540"/>
                  <a:gd name="connsiteX25" fmla="*/ 216243 w 609050"/>
                  <a:gd name="connsiteY25" fmla="*/ 310473 h 586540"/>
                  <a:gd name="connsiteX26" fmla="*/ 293953 w 609050"/>
                  <a:gd name="connsiteY26" fmla="*/ 310473 h 586540"/>
                  <a:gd name="connsiteX27" fmla="*/ 293953 w 609050"/>
                  <a:gd name="connsiteY27" fmla="*/ 266609 h 586540"/>
                  <a:gd name="connsiteX28" fmla="*/ 69884 w 609050"/>
                  <a:gd name="connsiteY28" fmla="*/ 266609 h 586540"/>
                  <a:gd name="connsiteX29" fmla="*/ 69884 w 609050"/>
                  <a:gd name="connsiteY29" fmla="*/ 310473 h 586540"/>
                  <a:gd name="connsiteX30" fmla="*/ 147595 w 609050"/>
                  <a:gd name="connsiteY30" fmla="*/ 310473 h 586540"/>
                  <a:gd name="connsiteX31" fmla="*/ 147595 w 609050"/>
                  <a:gd name="connsiteY31" fmla="*/ 266609 h 586540"/>
                  <a:gd name="connsiteX32" fmla="*/ 460769 w 609050"/>
                  <a:gd name="connsiteY32" fmla="*/ 230010 h 586540"/>
                  <a:gd name="connsiteX33" fmla="*/ 460769 w 609050"/>
                  <a:gd name="connsiteY33" fmla="*/ 268528 h 586540"/>
                  <a:gd name="connsiteX34" fmla="*/ 555916 w 609050"/>
                  <a:gd name="connsiteY34" fmla="*/ 268528 h 586540"/>
                  <a:gd name="connsiteX35" fmla="*/ 555916 w 609050"/>
                  <a:gd name="connsiteY35" fmla="*/ 230010 h 586540"/>
                  <a:gd name="connsiteX36" fmla="*/ 216243 w 609050"/>
                  <a:gd name="connsiteY36" fmla="*/ 193549 h 586540"/>
                  <a:gd name="connsiteX37" fmla="*/ 216243 w 609050"/>
                  <a:gd name="connsiteY37" fmla="*/ 237412 h 586540"/>
                  <a:gd name="connsiteX38" fmla="*/ 293953 w 609050"/>
                  <a:gd name="connsiteY38" fmla="*/ 237412 h 586540"/>
                  <a:gd name="connsiteX39" fmla="*/ 293953 w 609050"/>
                  <a:gd name="connsiteY39" fmla="*/ 193549 h 586540"/>
                  <a:gd name="connsiteX40" fmla="*/ 69884 w 609050"/>
                  <a:gd name="connsiteY40" fmla="*/ 193549 h 586540"/>
                  <a:gd name="connsiteX41" fmla="*/ 69884 w 609050"/>
                  <a:gd name="connsiteY41" fmla="*/ 237412 h 586540"/>
                  <a:gd name="connsiteX42" fmla="*/ 147595 w 609050"/>
                  <a:gd name="connsiteY42" fmla="*/ 237412 h 586540"/>
                  <a:gd name="connsiteX43" fmla="*/ 147595 w 609050"/>
                  <a:gd name="connsiteY43" fmla="*/ 193549 h 586540"/>
                  <a:gd name="connsiteX44" fmla="*/ 460769 w 609050"/>
                  <a:gd name="connsiteY44" fmla="*/ 156950 h 586540"/>
                  <a:gd name="connsiteX45" fmla="*/ 460769 w 609050"/>
                  <a:gd name="connsiteY45" fmla="*/ 195468 h 586540"/>
                  <a:gd name="connsiteX46" fmla="*/ 555916 w 609050"/>
                  <a:gd name="connsiteY46" fmla="*/ 195468 h 586540"/>
                  <a:gd name="connsiteX47" fmla="*/ 555916 w 609050"/>
                  <a:gd name="connsiteY47" fmla="*/ 156950 h 586540"/>
                  <a:gd name="connsiteX48" fmla="*/ 192926 w 609050"/>
                  <a:gd name="connsiteY48" fmla="*/ 96251 h 586540"/>
                  <a:gd name="connsiteX49" fmla="*/ 361366 w 609050"/>
                  <a:gd name="connsiteY49" fmla="*/ 96251 h 586540"/>
                  <a:gd name="connsiteX50" fmla="*/ 361366 w 609050"/>
                  <a:gd name="connsiteY50" fmla="*/ 114880 h 586540"/>
                  <a:gd name="connsiteX51" fmla="*/ 192926 w 609050"/>
                  <a:gd name="connsiteY51" fmla="*/ 114880 h 586540"/>
                  <a:gd name="connsiteX52" fmla="*/ 192926 w 609050"/>
                  <a:gd name="connsiteY52" fmla="*/ 49819 h 586540"/>
                  <a:gd name="connsiteX53" fmla="*/ 361366 w 609050"/>
                  <a:gd name="connsiteY53" fmla="*/ 49819 h 586540"/>
                  <a:gd name="connsiteX54" fmla="*/ 361366 w 609050"/>
                  <a:gd name="connsiteY54" fmla="*/ 68307 h 586540"/>
                  <a:gd name="connsiteX55" fmla="*/ 192926 w 609050"/>
                  <a:gd name="connsiteY55" fmla="*/ 68307 h 586540"/>
                  <a:gd name="connsiteX56" fmla="*/ 166130 w 609050"/>
                  <a:gd name="connsiteY56" fmla="*/ 25222 h 586540"/>
                  <a:gd name="connsiteX57" fmla="*/ 166130 w 609050"/>
                  <a:gd name="connsiteY57" fmla="*/ 155716 h 586540"/>
                  <a:gd name="connsiteX58" fmla="*/ 338987 w 609050"/>
                  <a:gd name="connsiteY58" fmla="*/ 155716 h 586540"/>
                  <a:gd name="connsiteX59" fmla="*/ 338987 w 609050"/>
                  <a:gd name="connsiteY59" fmla="*/ 341040 h 586540"/>
                  <a:gd name="connsiteX60" fmla="*/ 338987 w 609050"/>
                  <a:gd name="connsiteY60" fmla="*/ 531710 h 586540"/>
                  <a:gd name="connsiteX61" fmla="*/ 366721 w 609050"/>
                  <a:gd name="connsiteY61" fmla="*/ 531710 h 586540"/>
                  <a:gd name="connsiteX62" fmla="*/ 366721 w 609050"/>
                  <a:gd name="connsiteY62" fmla="*/ 341040 h 586540"/>
                  <a:gd name="connsiteX63" fmla="*/ 366721 w 609050"/>
                  <a:gd name="connsiteY63" fmla="*/ 155305 h 586540"/>
                  <a:gd name="connsiteX64" fmla="*/ 388002 w 609050"/>
                  <a:gd name="connsiteY64" fmla="*/ 143517 h 586540"/>
                  <a:gd name="connsiteX65" fmla="*/ 388002 w 609050"/>
                  <a:gd name="connsiteY65" fmla="*/ 25222 h 586540"/>
                  <a:gd name="connsiteX66" fmla="*/ 140867 w 609050"/>
                  <a:gd name="connsiteY66" fmla="*/ 0 h 586540"/>
                  <a:gd name="connsiteX67" fmla="*/ 413402 w 609050"/>
                  <a:gd name="connsiteY67" fmla="*/ 0 h 586540"/>
                  <a:gd name="connsiteX68" fmla="*/ 413402 w 609050"/>
                  <a:gd name="connsiteY68" fmla="*/ 129398 h 586540"/>
                  <a:gd name="connsiteX69" fmla="*/ 432486 w 609050"/>
                  <a:gd name="connsiteY69" fmla="*/ 118843 h 586540"/>
                  <a:gd name="connsiteX70" fmla="*/ 584199 w 609050"/>
                  <a:gd name="connsiteY70" fmla="*/ 118843 h 586540"/>
                  <a:gd name="connsiteX71" fmla="*/ 584199 w 609050"/>
                  <a:gd name="connsiteY71" fmla="*/ 531710 h 586540"/>
                  <a:gd name="connsiteX72" fmla="*/ 609050 w 609050"/>
                  <a:gd name="connsiteY72" fmla="*/ 531710 h 586540"/>
                  <a:gd name="connsiteX73" fmla="*/ 609050 w 609050"/>
                  <a:gd name="connsiteY73" fmla="*/ 586540 h 586540"/>
                  <a:gd name="connsiteX74" fmla="*/ 0 w 609050"/>
                  <a:gd name="connsiteY74" fmla="*/ 586540 h 586540"/>
                  <a:gd name="connsiteX75" fmla="*/ 0 w 609050"/>
                  <a:gd name="connsiteY75" fmla="*/ 531710 h 586540"/>
                  <a:gd name="connsiteX76" fmla="*/ 24851 w 609050"/>
                  <a:gd name="connsiteY76" fmla="*/ 531710 h 586540"/>
                  <a:gd name="connsiteX77" fmla="*/ 24851 w 609050"/>
                  <a:gd name="connsiteY77" fmla="*/ 155716 h 586540"/>
                  <a:gd name="connsiteX78" fmla="*/ 140867 w 609050"/>
                  <a:gd name="connsiteY78" fmla="*/ 155716 h 5865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</a:cxnLst>
                <a:rect l="l" t="t" r="r" b="b"/>
                <a:pathLst>
                  <a:path w="609050" h="586540">
                    <a:moveTo>
                      <a:pt x="216243" y="412730"/>
                    </a:moveTo>
                    <a:lnTo>
                      <a:pt x="216243" y="456594"/>
                    </a:lnTo>
                    <a:lnTo>
                      <a:pt x="293953" y="456594"/>
                    </a:lnTo>
                    <a:lnTo>
                      <a:pt x="293953" y="412730"/>
                    </a:lnTo>
                    <a:close/>
                    <a:moveTo>
                      <a:pt x="69884" y="412730"/>
                    </a:moveTo>
                    <a:lnTo>
                      <a:pt x="69884" y="456594"/>
                    </a:lnTo>
                    <a:lnTo>
                      <a:pt x="147595" y="456594"/>
                    </a:lnTo>
                    <a:lnTo>
                      <a:pt x="147595" y="412730"/>
                    </a:lnTo>
                    <a:close/>
                    <a:moveTo>
                      <a:pt x="460769" y="376268"/>
                    </a:moveTo>
                    <a:lnTo>
                      <a:pt x="460769" y="414786"/>
                    </a:lnTo>
                    <a:lnTo>
                      <a:pt x="555916" y="414786"/>
                    </a:lnTo>
                    <a:lnTo>
                      <a:pt x="555916" y="376268"/>
                    </a:lnTo>
                    <a:close/>
                    <a:moveTo>
                      <a:pt x="216243" y="339670"/>
                    </a:moveTo>
                    <a:lnTo>
                      <a:pt x="216243" y="383533"/>
                    </a:lnTo>
                    <a:lnTo>
                      <a:pt x="293953" y="383533"/>
                    </a:lnTo>
                    <a:lnTo>
                      <a:pt x="293953" y="339670"/>
                    </a:lnTo>
                    <a:close/>
                    <a:moveTo>
                      <a:pt x="69884" y="339670"/>
                    </a:moveTo>
                    <a:lnTo>
                      <a:pt x="69884" y="383533"/>
                    </a:lnTo>
                    <a:lnTo>
                      <a:pt x="147595" y="383533"/>
                    </a:lnTo>
                    <a:lnTo>
                      <a:pt x="147595" y="339670"/>
                    </a:lnTo>
                    <a:close/>
                    <a:moveTo>
                      <a:pt x="460769" y="303071"/>
                    </a:moveTo>
                    <a:lnTo>
                      <a:pt x="460769" y="341726"/>
                    </a:lnTo>
                    <a:lnTo>
                      <a:pt x="555916" y="341726"/>
                    </a:lnTo>
                    <a:lnTo>
                      <a:pt x="555916" y="303071"/>
                    </a:lnTo>
                    <a:close/>
                    <a:moveTo>
                      <a:pt x="216243" y="266609"/>
                    </a:moveTo>
                    <a:lnTo>
                      <a:pt x="216243" y="310473"/>
                    </a:lnTo>
                    <a:lnTo>
                      <a:pt x="293953" y="310473"/>
                    </a:lnTo>
                    <a:lnTo>
                      <a:pt x="293953" y="266609"/>
                    </a:lnTo>
                    <a:close/>
                    <a:moveTo>
                      <a:pt x="69884" y="266609"/>
                    </a:moveTo>
                    <a:lnTo>
                      <a:pt x="69884" y="310473"/>
                    </a:lnTo>
                    <a:lnTo>
                      <a:pt x="147595" y="310473"/>
                    </a:lnTo>
                    <a:lnTo>
                      <a:pt x="147595" y="266609"/>
                    </a:lnTo>
                    <a:close/>
                    <a:moveTo>
                      <a:pt x="460769" y="230010"/>
                    </a:moveTo>
                    <a:lnTo>
                      <a:pt x="460769" y="268528"/>
                    </a:lnTo>
                    <a:lnTo>
                      <a:pt x="555916" y="268528"/>
                    </a:lnTo>
                    <a:lnTo>
                      <a:pt x="555916" y="230010"/>
                    </a:lnTo>
                    <a:close/>
                    <a:moveTo>
                      <a:pt x="216243" y="193549"/>
                    </a:moveTo>
                    <a:lnTo>
                      <a:pt x="216243" y="237412"/>
                    </a:lnTo>
                    <a:lnTo>
                      <a:pt x="293953" y="237412"/>
                    </a:lnTo>
                    <a:lnTo>
                      <a:pt x="293953" y="193549"/>
                    </a:lnTo>
                    <a:close/>
                    <a:moveTo>
                      <a:pt x="69884" y="193549"/>
                    </a:moveTo>
                    <a:lnTo>
                      <a:pt x="69884" y="237412"/>
                    </a:lnTo>
                    <a:lnTo>
                      <a:pt x="147595" y="237412"/>
                    </a:lnTo>
                    <a:lnTo>
                      <a:pt x="147595" y="193549"/>
                    </a:lnTo>
                    <a:close/>
                    <a:moveTo>
                      <a:pt x="460769" y="156950"/>
                    </a:moveTo>
                    <a:lnTo>
                      <a:pt x="460769" y="195468"/>
                    </a:lnTo>
                    <a:lnTo>
                      <a:pt x="555916" y="195468"/>
                    </a:lnTo>
                    <a:lnTo>
                      <a:pt x="555916" y="156950"/>
                    </a:lnTo>
                    <a:close/>
                    <a:moveTo>
                      <a:pt x="192926" y="96251"/>
                    </a:moveTo>
                    <a:lnTo>
                      <a:pt x="361366" y="96251"/>
                    </a:lnTo>
                    <a:lnTo>
                      <a:pt x="361366" y="114880"/>
                    </a:lnTo>
                    <a:lnTo>
                      <a:pt x="192926" y="114880"/>
                    </a:lnTo>
                    <a:close/>
                    <a:moveTo>
                      <a:pt x="192926" y="49819"/>
                    </a:moveTo>
                    <a:lnTo>
                      <a:pt x="361366" y="49819"/>
                    </a:lnTo>
                    <a:lnTo>
                      <a:pt x="361366" y="68307"/>
                    </a:lnTo>
                    <a:lnTo>
                      <a:pt x="192926" y="68307"/>
                    </a:lnTo>
                    <a:close/>
                    <a:moveTo>
                      <a:pt x="166130" y="25222"/>
                    </a:moveTo>
                    <a:lnTo>
                      <a:pt x="166130" y="155716"/>
                    </a:lnTo>
                    <a:lnTo>
                      <a:pt x="338987" y="155716"/>
                    </a:lnTo>
                    <a:lnTo>
                      <a:pt x="338987" y="341040"/>
                    </a:lnTo>
                    <a:lnTo>
                      <a:pt x="338987" y="531710"/>
                    </a:lnTo>
                    <a:lnTo>
                      <a:pt x="366721" y="531710"/>
                    </a:lnTo>
                    <a:lnTo>
                      <a:pt x="366721" y="341040"/>
                    </a:lnTo>
                    <a:lnTo>
                      <a:pt x="366721" y="155305"/>
                    </a:lnTo>
                    <a:lnTo>
                      <a:pt x="388002" y="143517"/>
                    </a:lnTo>
                    <a:lnTo>
                      <a:pt x="388002" y="25222"/>
                    </a:lnTo>
                    <a:close/>
                    <a:moveTo>
                      <a:pt x="140867" y="0"/>
                    </a:moveTo>
                    <a:lnTo>
                      <a:pt x="413402" y="0"/>
                    </a:lnTo>
                    <a:lnTo>
                      <a:pt x="413402" y="129398"/>
                    </a:lnTo>
                    <a:lnTo>
                      <a:pt x="432486" y="118843"/>
                    </a:lnTo>
                    <a:lnTo>
                      <a:pt x="584199" y="118843"/>
                    </a:lnTo>
                    <a:lnTo>
                      <a:pt x="584199" y="531710"/>
                    </a:lnTo>
                    <a:lnTo>
                      <a:pt x="609050" y="531710"/>
                    </a:lnTo>
                    <a:lnTo>
                      <a:pt x="609050" y="586540"/>
                    </a:lnTo>
                    <a:lnTo>
                      <a:pt x="0" y="586540"/>
                    </a:lnTo>
                    <a:lnTo>
                      <a:pt x="0" y="531710"/>
                    </a:lnTo>
                    <a:lnTo>
                      <a:pt x="24851" y="531710"/>
                    </a:lnTo>
                    <a:lnTo>
                      <a:pt x="24851" y="155716"/>
                    </a:lnTo>
                    <a:lnTo>
                      <a:pt x="140867" y="155716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wrap="square" lIns="91440" tIns="45720" rIns="91440" bIns="45720">
                <a:normAutofit fontScale="92500" lnSpcReduction="20000"/>
              </a:bodyPr>
              <a:lstStyle/>
              <a:p>
                <a:pPr marL="0" marR="0" lvl="0" indent="0" algn="l" defTabSz="91376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36" name="ïš1ïḑe">
              <a:extLst>
                <a:ext uri="{FF2B5EF4-FFF2-40B4-BE49-F238E27FC236}">
                  <a16:creationId xmlns:a16="http://schemas.microsoft.com/office/drawing/2014/main" id="{52DA173E-B0BD-4B21-858E-122F056B29BE}"/>
                </a:ext>
              </a:extLst>
            </p:cNvPr>
            <p:cNvGrpSpPr/>
            <p:nvPr/>
          </p:nvGrpSpPr>
          <p:grpSpPr>
            <a:xfrm>
              <a:off x="9131300" y="1130300"/>
              <a:ext cx="2387600" cy="1308761"/>
              <a:chOff x="673099" y="2252632"/>
              <a:chExt cx="3589337" cy="1308761"/>
            </a:xfrm>
          </p:grpSpPr>
          <p:sp>
            <p:nvSpPr>
              <p:cNvPr id="37" name="iṡḻiḑê">
                <a:extLst>
                  <a:ext uri="{FF2B5EF4-FFF2-40B4-BE49-F238E27FC236}">
                    <a16:creationId xmlns:a16="http://schemas.microsoft.com/office/drawing/2014/main" id="{F40BC949-3A31-447B-832C-23C60A5D473F}"/>
                  </a:ext>
                </a:extLst>
              </p:cNvPr>
              <p:cNvSpPr txBox="1"/>
              <p:nvPr/>
            </p:nvSpPr>
            <p:spPr bwMode="auto">
              <a:xfrm>
                <a:off x="673099" y="2252632"/>
                <a:ext cx="3589337" cy="44180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0" marR="0" lvl="0" indent="0" algn="l" defTabSz="913765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Text here</a:t>
                </a:r>
              </a:p>
            </p:txBody>
          </p:sp>
          <p:sp>
            <p:nvSpPr>
              <p:cNvPr id="38" name="îṧļíḓé">
                <a:extLst>
                  <a:ext uri="{FF2B5EF4-FFF2-40B4-BE49-F238E27FC236}">
                    <a16:creationId xmlns:a16="http://schemas.microsoft.com/office/drawing/2014/main" id="{588625D3-B973-4903-BFB7-154233022BCF}"/>
                  </a:ext>
                </a:extLst>
              </p:cNvPr>
              <p:cNvSpPr/>
              <p:nvPr/>
            </p:nvSpPr>
            <p:spPr bwMode="auto">
              <a:xfrm>
                <a:off x="673099" y="2694438"/>
                <a:ext cx="3589337" cy="8669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marR="0" lvl="0" indent="-171450" algn="l" defTabSz="913765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r>
                  <a:rPr kumimoji="0" lang="en-US" altLang="zh-CN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Copy paste fonts. Choose the only option to retain text.</a:t>
                </a:r>
              </a:p>
              <a:p>
                <a:pPr marL="171450" marR="0" lvl="0" indent="-171450" algn="l" defTabSz="913765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r>
                  <a:rPr kumimoji="0" lang="en-US" altLang="zh-CN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……</a:t>
                </a:r>
              </a:p>
            </p:txBody>
          </p:sp>
        </p:grpSp>
      </p:grpSp>
      <p:grpSp>
        <p:nvGrpSpPr>
          <p:cNvPr id="41" name="íṥlïďê">
            <a:extLst>
              <a:ext uri="{FF2B5EF4-FFF2-40B4-BE49-F238E27FC236}">
                <a16:creationId xmlns:a16="http://schemas.microsoft.com/office/drawing/2014/main" id="{E482823A-9AA3-49E7-8B6C-3ACCD0D549FD}"/>
              </a:ext>
            </a:extLst>
          </p:cNvPr>
          <p:cNvGrpSpPr/>
          <p:nvPr/>
        </p:nvGrpSpPr>
        <p:grpSpPr>
          <a:xfrm>
            <a:off x="937088" y="3268007"/>
            <a:ext cx="3433926" cy="1308761"/>
            <a:chOff x="8084974" y="1130300"/>
            <a:chExt cx="3433926" cy="1308761"/>
          </a:xfrm>
        </p:grpSpPr>
        <p:grpSp>
          <p:nvGrpSpPr>
            <p:cNvPr id="42" name="íṣľîḓe">
              <a:extLst>
                <a:ext uri="{FF2B5EF4-FFF2-40B4-BE49-F238E27FC236}">
                  <a16:creationId xmlns:a16="http://schemas.microsoft.com/office/drawing/2014/main" id="{C3ADAEF2-5425-4E83-92BC-0630D57300C7}"/>
                </a:ext>
              </a:extLst>
            </p:cNvPr>
            <p:cNvGrpSpPr/>
            <p:nvPr/>
          </p:nvGrpSpPr>
          <p:grpSpPr>
            <a:xfrm>
              <a:off x="8084974" y="1266924"/>
              <a:ext cx="836894" cy="836894"/>
              <a:chOff x="7043444" y="1148015"/>
              <a:chExt cx="1297072" cy="1297072"/>
            </a:xfrm>
          </p:grpSpPr>
          <p:sp>
            <p:nvSpPr>
              <p:cNvPr id="46" name="îṩľidé">
                <a:extLst>
                  <a:ext uri="{FF2B5EF4-FFF2-40B4-BE49-F238E27FC236}">
                    <a16:creationId xmlns:a16="http://schemas.microsoft.com/office/drawing/2014/main" id="{0B89D8CB-9883-4724-BCC6-B2FE54BBF93B}"/>
                  </a:ext>
                </a:extLst>
              </p:cNvPr>
              <p:cNvSpPr/>
              <p:nvPr/>
            </p:nvSpPr>
            <p:spPr bwMode="auto">
              <a:xfrm>
                <a:off x="7043444" y="1148015"/>
                <a:ext cx="1297072" cy="129707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bg1">
                    <a:lumMod val="95000"/>
                  </a:schemeClr>
                </a:solidFill>
              </a:ln>
              <a:effectLst>
                <a:outerShdw sx="110000" sy="110000" algn="ctr" rotWithShape="0">
                  <a:schemeClr val="tx2">
                    <a:alpha val="19000"/>
                  </a:schemeClr>
                </a:outerShdw>
              </a:effectLst>
            </p:spPr>
            <p:txBody>
              <a:bodyPr wrap="square" lIns="91440" tIns="45720" rIns="91440" bIns="45720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0" marR="0" lvl="0" indent="0" algn="l" defTabSz="91376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3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7" name="iśḷíḋê">
                <a:extLst>
                  <a:ext uri="{FF2B5EF4-FFF2-40B4-BE49-F238E27FC236}">
                    <a16:creationId xmlns:a16="http://schemas.microsoft.com/office/drawing/2014/main" id="{E7235219-1CAF-402C-80C2-DA3FD393D8C6}"/>
                  </a:ext>
                </a:extLst>
              </p:cNvPr>
              <p:cNvSpPr/>
              <p:nvPr/>
            </p:nvSpPr>
            <p:spPr bwMode="auto">
              <a:xfrm>
                <a:off x="7442648" y="1556431"/>
                <a:ext cx="498672" cy="480241"/>
              </a:xfrm>
              <a:custGeom>
                <a:avLst/>
                <a:gdLst>
                  <a:gd name="connsiteX0" fmla="*/ 216243 w 609050"/>
                  <a:gd name="connsiteY0" fmla="*/ 412730 h 586540"/>
                  <a:gd name="connsiteX1" fmla="*/ 216243 w 609050"/>
                  <a:gd name="connsiteY1" fmla="*/ 456594 h 586540"/>
                  <a:gd name="connsiteX2" fmla="*/ 293953 w 609050"/>
                  <a:gd name="connsiteY2" fmla="*/ 456594 h 586540"/>
                  <a:gd name="connsiteX3" fmla="*/ 293953 w 609050"/>
                  <a:gd name="connsiteY3" fmla="*/ 412730 h 586540"/>
                  <a:gd name="connsiteX4" fmla="*/ 69884 w 609050"/>
                  <a:gd name="connsiteY4" fmla="*/ 412730 h 586540"/>
                  <a:gd name="connsiteX5" fmla="*/ 69884 w 609050"/>
                  <a:gd name="connsiteY5" fmla="*/ 456594 h 586540"/>
                  <a:gd name="connsiteX6" fmla="*/ 147595 w 609050"/>
                  <a:gd name="connsiteY6" fmla="*/ 456594 h 586540"/>
                  <a:gd name="connsiteX7" fmla="*/ 147595 w 609050"/>
                  <a:gd name="connsiteY7" fmla="*/ 412730 h 586540"/>
                  <a:gd name="connsiteX8" fmla="*/ 460769 w 609050"/>
                  <a:gd name="connsiteY8" fmla="*/ 376268 h 586540"/>
                  <a:gd name="connsiteX9" fmla="*/ 460769 w 609050"/>
                  <a:gd name="connsiteY9" fmla="*/ 414786 h 586540"/>
                  <a:gd name="connsiteX10" fmla="*/ 555916 w 609050"/>
                  <a:gd name="connsiteY10" fmla="*/ 414786 h 586540"/>
                  <a:gd name="connsiteX11" fmla="*/ 555916 w 609050"/>
                  <a:gd name="connsiteY11" fmla="*/ 376268 h 586540"/>
                  <a:gd name="connsiteX12" fmla="*/ 216243 w 609050"/>
                  <a:gd name="connsiteY12" fmla="*/ 339670 h 586540"/>
                  <a:gd name="connsiteX13" fmla="*/ 216243 w 609050"/>
                  <a:gd name="connsiteY13" fmla="*/ 383533 h 586540"/>
                  <a:gd name="connsiteX14" fmla="*/ 293953 w 609050"/>
                  <a:gd name="connsiteY14" fmla="*/ 383533 h 586540"/>
                  <a:gd name="connsiteX15" fmla="*/ 293953 w 609050"/>
                  <a:gd name="connsiteY15" fmla="*/ 339670 h 586540"/>
                  <a:gd name="connsiteX16" fmla="*/ 69884 w 609050"/>
                  <a:gd name="connsiteY16" fmla="*/ 339670 h 586540"/>
                  <a:gd name="connsiteX17" fmla="*/ 69884 w 609050"/>
                  <a:gd name="connsiteY17" fmla="*/ 383533 h 586540"/>
                  <a:gd name="connsiteX18" fmla="*/ 147595 w 609050"/>
                  <a:gd name="connsiteY18" fmla="*/ 383533 h 586540"/>
                  <a:gd name="connsiteX19" fmla="*/ 147595 w 609050"/>
                  <a:gd name="connsiteY19" fmla="*/ 339670 h 586540"/>
                  <a:gd name="connsiteX20" fmla="*/ 460769 w 609050"/>
                  <a:gd name="connsiteY20" fmla="*/ 303071 h 586540"/>
                  <a:gd name="connsiteX21" fmla="*/ 460769 w 609050"/>
                  <a:gd name="connsiteY21" fmla="*/ 341726 h 586540"/>
                  <a:gd name="connsiteX22" fmla="*/ 555916 w 609050"/>
                  <a:gd name="connsiteY22" fmla="*/ 341726 h 586540"/>
                  <a:gd name="connsiteX23" fmla="*/ 555916 w 609050"/>
                  <a:gd name="connsiteY23" fmla="*/ 303071 h 586540"/>
                  <a:gd name="connsiteX24" fmla="*/ 216243 w 609050"/>
                  <a:gd name="connsiteY24" fmla="*/ 266609 h 586540"/>
                  <a:gd name="connsiteX25" fmla="*/ 216243 w 609050"/>
                  <a:gd name="connsiteY25" fmla="*/ 310473 h 586540"/>
                  <a:gd name="connsiteX26" fmla="*/ 293953 w 609050"/>
                  <a:gd name="connsiteY26" fmla="*/ 310473 h 586540"/>
                  <a:gd name="connsiteX27" fmla="*/ 293953 w 609050"/>
                  <a:gd name="connsiteY27" fmla="*/ 266609 h 586540"/>
                  <a:gd name="connsiteX28" fmla="*/ 69884 w 609050"/>
                  <a:gd name="connsiteY28" fmla="*/ 266609 h 586540"/>
                  <a:gd name="connsiteX29" fmla="*/ 69884 w 609050"/>
                  <a:gd name="connsiteY29" fmla="*/ 310473 h 586540"/>
                  <a:gd name="connsiteX30" fmla="*/ 147595 w 609050"/>
                  <a:gd name="connsiteY30" fmla="*/ 310473 h 586540"/>
                  <a:gd name="connsiteX31" fmla="*/ 147595 w 609050"/>
                  <a:gd name="connsiteY31" fmla="*/ 266609 h 586540"/>
                  <a:gd name="connsiteX32" fmla="*/ 460769 w 609050"/>
                  <a:gd name="connsiteY32" fmla="*/ 230010 h 586540"/>
                  <a:gd name="connsiteX33" fmla="*/ 460769 w 609050"/>
                  <a:gd name="connsiteY33" fmla="*/ 268528 h 586540"/>
                  <a:gd name="connsiteX34" fmla="*/ 555916 w 609050"/>
                  <a:gd name="connsiteY34" fmla="*/ 268528 h 586540"/>
                  <a:gd name="connsiteX35" fmla="*/ 555916 w 609050"/>
                  <a:gd name="connsiteY35" fmla="*/ 230010 h 586540"/>
                  <a:gd name="connsiteX36" fmla="*/ 216243 w 609050"/>
                  <a:gd name="connsiteY36" fmla="*/ 193549 h 586540"/>
                  <a:gd name="connsiteX37" fmla="*/ 216243 w 609050"/>
                  <a:gd name="connsiteY37" fmla="*/ 237412 h 586540"/>
                  <a:gd name="connsiteX38" fmla="*/ 293953 w 609050"/>
                  <a:gd name="connsiteY38" fmla="*/ 237412 h 586540"/>
                  <a:gd name="connsiteX39" fmla="*/ 293953 w 609050"/>
                  <a:gd name="connsiteY39" fmla="*/ 193549 h 586540"/>
                  <a:gd name="connsiteX40" fmla="*/ 69884 w 609050"/>
                  <a:gd name="connsiteY40" fmla="*/ 193549 h 586540"/>
                  <a:gd name="connsiteX41" fmla="*/ 69884 w 609050"/>
                  <a:gd name="connsiteY41" fmla="*/ 237412 h 586540"/>
                  <a:gd name="connsiteX42" fmla="*/ 147595 w 609050"/>
                  <a:gd name="connsiteY42" fmla="*/ 237412 h 586540"/>
                  <a:gd name="connsiteX43" fmla="*/ 147595 w 609050"/>
                  <a:gd name="connsiteY43" fmla="*/ 193549 h 586540"/>
                  <a:gd name="connsiteX44" fmla="*/ 460769 w 609050"/>
                  <a:gd name="connsiteY44" fmla="*/ 156950 h 586540"/>
                  <a:gd name="connsiteX45" fmla="*/ 460769 w 609050"/>
                  <a:gd name="connsiteY45" fmla="*/ 195468 h 586540"/>
                  <a:gd name="connsiteX46" fmla="*/ 555916 w 609050"/>
                  <a:gd name="connsiteY46" fmla="*/ 195468 h 586540"/>
                  <a:gd name="connsiteX47" fmla="*/ 555916 w 609050"/>
                  <a:gd name="connsiteY47" fmla="*/ 156950 h 586540"/>
                  <a:gd name="connsiteX48" fmla="*/ 192926 w 609050"/>
                  <a:gd name="connsiteY48" fmla="*/ 96251 h 586540"/>
                  <a:gd name="connsiteX49" fmla="*/ 361366 w 609050"/>
                  <a:gd name="connsiteY49" fmla="*/ 96251 h 586540"/>
                  <a:gd name="connsiteX50" fmla="*/ 361366 w 609050"/>
                  <a:gd name="connsiteY50" fmla="*/ 114880 h 586540"/>
                  <a:gd name="connsiteX51" fmla="*/ 192926 w 609050"/>
                  <a:gd name="connsiteY51" fmla="*/ 114880 h 586540"/>
                  <a:gd name="connsiteX52" fmla="*/ 192926 w 609050"/>
                  <a:gd name="connsiteY52" fmla="*/ 49819 h 586540"/>
                  <a:gd name="connsiteX53" fmla="*/ 361366 w 609050"/>
                  <a:gd name="connsiteY53" fmla="*/ 49819 h 586540"/>
                  <a:gd name="connsiteX54" fmla="*/ 361366 w 609050"/>
                  <a:gd name="connsiteY54" fmla="*/ 68307 h 586540"/>
                  <a:gd name="connsiteX55" fmla="*/ 192926 w 609050"/>
                  <a:gd name="connsiteY55" fmla="*/ 68307 h 586540"/>
                  <a:gd name="connsiteX56" fmla="*/ 166130 w 609050"/>
                  <a:gd name="connsiteY56" fmla="*/ 25222 h 586540"/>
                  <a:gd name="connsiteX57" fmla="*/ 166130 w 609050"/>
                  <a:gd name="connsiteY57" fmla="*/ 155716 h 586540"/>
                  <a:gd name="connsiteX58" fmla="*/ 338987 w 609050"/>
                  <a:gd name="connsiteY58" fmla="*/ 155716 h 586540"/>
                  <a:gd name="connsiteX59" fmla="*/ 338987 w 609050"/>
                  <a:gd name="connsiteY59" fmla="*/ 341040 h 586540"/>
                  <a:gd name="connsiteX60" fmla="*/ 338987 w 609050"/>
                  <a:gd name="connsiteY60" fmla="*/ 531710 h 586540"/>
                  <a:gd name="connsiteX61" fmla="*/ 366721 w 609050"/>
                  <a:gd name="connsiteY61" fmla="*/ 531710 h 586540"/>
                  <a:gd name="connsiteX62" fmla="*/ 366721 w 609050"/>
                  <a:gd name="connsiteY62" fmla="*/ 341040 h 586540"/>
                  <a:gd name="connsiteX63" fmla="*/ 366721 w 609050"/>
                  <a:gd name="connsiteY63" fmla="*/ 155305 h 586540"/>
                  <a:gd name="connsiteX64" fmla="*/ 388002 w 609050"/>
                  <a:gd name="connsiteY64" fmla="*/ 143517 h 586540"/>
                  <a:gd name="connsiteX65" fmla="*/ 388002 w 609050"/>
                  <a:gd name="connsiteY65" fmla="*/ 25222 h 586540"/>
                  <a:gd name="connsiteX66" fmla="*/ 140867 w 609050"/>
                  <a:gd name="connsiteY66" fmla="*/ 0 h 586540"/>
                  <a:gd name="connsiteX67" fmla="*/ 413402 w 609050"/>
                  <a:gd name="connsiteY67" fmla="*/ 0 h 586540"/>
                  <a:gd name="connsiteX68" fmla="*/ 413402 w 609050"/>
                  <a:gd name="connsiteY68" fmla="*/ 129398 h 586540"/>
                  <a:gd name="connsiteX69" fmla="*/ 432486 w 609050"/>
                  <a:gd name="connsiteY69" fmla="*/ 118843 h 586540"/>
                  <a:gd name="connsiteX70" fmla="*/ 584199 w 609050"/>
                  <a:gd name="connsiteY70" fmla="*/ 118843 h 586540"/>
                  <a:gd name="connsiteX71" fmla="*/ 584199 w 609050"/>
                  <a:gd name="connsiteY71" fmla="*/ 531710 h 586540"/>
                  <a:gd name="connsiteX72" fmla="*/ 609050 w 609050"/>
                  <a:gd name="connsiteY72" fmla="*/ 531710 h 586540"/>
                  <a:gd name="connsiteX73" fmla="*/ 609050 w 609050"/>
                  <a:gd name="connsiteY73" fmla="*/ 586540 h 586540"/>
                  <a:gd name="connsiteX74" fmla="*/ 0 w 609050"/>
                  <a:gd name="connsiteY74" fmla="*/ 586540 h 586540"/>
                  <a:gd name="connsiteX75" fmla="*/ 0 w 609050"/>
                  <a:gd name="connsiteY75" fmla="*/ 531710 h 586540"/>
                  <a:gd name="connsiteX76" fmla="*/ 24851 w 609050"/>
                  <a:gd name="connsiteY76" fmla="*/ 531710 h 586540"/>
                  <a:gd name="connsiteX77" fmla="*/ 24851 w 609050"/>
                  <a:gd name="connsiteY77" fmla="*/ 155716 h 586540"/>
                  <a:gd name="connsiteX78" fmla="*/ 140867 w 609050"/>
                  <a:gd name="connsiteY78" fmla="*/ 155716 h 5865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</a:cxnLst>
                <a:rect l="l" t="t" r="r" b="b"/>
                <a:pathLst>
                  <a:path w="609050" h="586540">
                    <a:moveTo>
                      <a:pt x="216243" y="412730"/>
                    </a:moveTo>
                    <a:lnTo>
                      <a:pt x="216243" y="456594"/>
                    </a:lnTo>
                    <a:lnTo>
                      <a:pt x="293953" y="456594"/>
                    </a:lnTo>
                    <a:lnTo>
                      <a:pt x="293953" y="412730"/>
                    </a:lnTo>
                    <a:close/>
                    <a:moveTo>
                      <a:pt x="69884" y="412730"/>
                    </a:moveTo>
                    <a:lnTo>
                      <a:pt x="69884" y="456594"/>
                    </a:lnTo>
                    <a:lnTo>
                      <a:pt x="147595" y="456594"/>
                    </a:lnTo>
                    <a:lnTo>
                      <a:pt x="147595" y="412730"/>
                    </a:lnTo>
                    <a:close/>
                    <a:moveTo>
                      <a:pt x="460769" y="376268"/>
                    </a:moveTo>
                    <a:lnTo>
                      <a:pt x="460769" y="414786"/>
                    </a:lnTo>
                    <a:lnTo>
                      <a:pt x="555916" y="414786"/>
                    </a:lnTo>
                    <a:lnTo>
                      <a:pt x="555916" y="376268"/>
                    </a:lnTo>
                    <a:close/>
                    <a:moveTo>
                      <a:pt x="216243" y="339670"/>
                    </a:moveTo>
                    <a:lnTo>
                      <a:pt x="216243" y="383533"/>
                    </a:lnTo>
                    <a:lnTo>
                      <a:pt x="293953" y="383533"/>
                    </a:lnTo>
                    <a:lnTo>
                      <a:pt x="293953" y="339670"/>
                    </a:lnTo>
                    <a:close/>
                    <a:moveTo>
                      <a:pt x="69884" y="339670"/>
                    </a:moveTo>
                    <a:lnTo>
                      <a:pt x="69884" y="383533"/>
                    </a:lnTo>
                    <a:lnTo>
                      <a:pt x="147595" y="383533"/>
                    </a:lnTo>
                    <a:lnTo>
                      <a:pt x="147595" y="339670"/>
                    </a:lnTo>
                    <a:close/>
                    <a:moveTo>
                      <a:pt x="460769" y="303071"/>
                    </a:moveTo>
                    <a:lnTo>
                      <a:pt x="460769" y="341726"/>
                    </a:lnTo>
                    <a:lnTo>
                      <a:pt x="555916" y="341726"/>
                    </a:lnTo>
                    <a:lnTo>
                      <a:pt x="555916" y="303071"/>
                    </a:lnTo>
                    <a:close/>
                    <a:moveTo>
                      <a:pt x="216243" y="266609"/>
                    </a:moveTo>
                    <a:lnTo>
                      <a:pt x="216243" y="310473"/>
                    </a:lnTo>
                    <a:lnTo>
                      <a:pt x="293953" y="310473"/>
                    </a:lnTo>
                    <a:lnTo>
                      <a:pt x="293953" y="266609"/>
                    </a:lnTo>
                    <a:close/>
                    <a:moveTo>
                      <a:pt x="69884" y="266609"/>
                    </a:moveTo>
                    <a:lnTo>
                      <a:pt x="69884" y="310473"/>
                    </a:lnTo>
                    <a:lnTo>
                      <a:pt x="147595" y="310473"/>
                    </a:lnTo>
                    <a:lnTo>
                      <a:pt x="147595" y="266609"/>
                    </a:lnTo>
                    <a:close/>
                    <a:moveTo>
                      <a:pt x="460769" y="230010"/>
                    </a:moveTo>
                    <a:lnTo>
                      <a:pt x="460769" y="268528"/>
                    </a:lnTo>
                    <a:lnTo>
                      <a:pt x="555916" y="268528"/>
                    </a:lnTo>
                    <a:lnTo>
                      <a:pt x="555916" y="230010"/>
                    </a:lnTo>
                    <a:close/>
                    <a:moveTo>
                      <a:pt x="216243" y="193549"/>
                    </a:moveTo>
                    <a:lnTo>
                      <a:pt x="216243" y="237412"/>
                    </a:lnTo>
                    <a:lnTo>
                      <a:pt x="293953" y="237412"/>
                    </a:lnTo>
                    <a:lnTo>
                      <a:pt x="293953" y="193549"/>
                    </a:lnTo>
                    <a:close/>
                    <a:moveTo>
                      <a:pt x="69884" y="193549"/>
                    </a:moveTo>
                    <a:lnTo>
                      <a:pt x="69884" y="237412"/>
                    </a:lnTo>
                    <a:lnTo>
                      <a:pt x="147595" y="237412"/>
                    </a:lnTo>
                    <a:lnTo>
                      <a:pt x="147595" y="193549"/>
                    </a:lnTo>
                    <a:close/>
                    <a:moveTo>
                      <a:pt x="460769" y="156950"/>
                    </a:moveTo>
                    <a:lnTo>
                      <a:pt x="460769" y="195468"/>
                    </a:lnTo>
                    <a:lnTo>
                      <a:pt x="555916" y="195468"/>
                    </a:lnTo>
                    <a:lnTo>
                      <a:pt x="555916" y="156950"/>
                    </a:lnTo>
                    <a:close/>
                    <a:moveTo>
                      <a:pt x="192926" y="96251"/>
                    </a:moveTo>
                    <a:lnTo>
                      <a:pt x="361366" y="96251"/>
                    </a:lnTo>
                    <a:lnTo>
                      <a:pt x="361366" y="114880"/>
                    </a:lnTo>
                    <a:lnTo>
                      <a:pt x="192926" y="114880"/>
                    </a:lnTo>
                    <a:close/>
                    <a:moveTo>
                      <a:pt x="192926" y="49819"/>
                    </a:moveTo>
                    <a:lnTo>
                      <a:pt x="361366" y="49819"/>
                    </a:lnTo>
                    <a:lnTo>
                      <a:pt x="361366" y="68307"/>
                    </a:lnTo>
                    <a:lnTo>
                      <a:pt x="192926" y="68307"/>
                    </a:lnTo>
                    <a:close/>
                    <a:moveTo>
                      <a:pt x="166130" y="25222"/>
                    </a:moveTo>
                    <a:lnTo>
                      <a:pt x="166130" y="155716"/>
                    </a:lnTo>
                    <a:lnTo>
                      <a:pt x="338987" y="155716"/>
                    </a:lnTo>
                    <a:lnTo>
                      <a:pt x="338987" y="341040"/>
                    </a:lnTo>
                    <a:lnTo>
                      <a:pt x="338987" y="531710"/>
                    </a:lnTo>
                    <a:lnTo>
                      <a:pt x="366721" y="531710"/>
                    </a:lnTo>
                    <a:lnTo>
                      <a:pt x="366721" y="341040"/>
                    </a:lnTo>
                    <a:lnTo>
                      <a:pt x="366721" y="155305"/>
                    </a:lnTo>
                    <a:lnTo>
                      <a:pt x="388002" y="143517"/>
                    </a:lnTo>
                    <a:lnTo>
                      <a:pt x="388002" y="25222"/>
                    </a:lnTo>
                    <a:close/>
                    <a:moveTo>
                      <a:pt x="140867" y="0"/>
                    </a:moveTo>
                    <a:lnTo>
                      <a:pt x="413402" y="0"/>
                    </a:lnTo>
                    <a:lnTo>
                      <a:pt x="413402" y="129398"/>
                    </a:lnTo>
                    <a:lnTo>
                      <a:pt x="432486" y="118843"/>
                    </a:lnTo>
                    <a:lnTo>
                      <a:pt x="584199" y="118843"/>
                    </a:lnTo>
                    <a:lnTo>
                      <a:pt x="584199" y="531710"/>
                    </a:lnTo>
                    <a:lnTo>
                      <a:pt x="609050" y="531710"/>
                    </a:lnTo>
                    <a:lnTo>
                      <a:pt x="609050" y="586540"/>
                    </a:lnTo>
                    <a:lnTo>
                      <a:pt x="0" y="586540"/>
                    </a:lnTo>
                    <a:lnTo>
                      <a:pt x="0" y="531710"/>
                    </a:lnTo>
                    <a:lnTo>
                      <a:pt x="24851" y="531710"/>
                    </a:lnTo>
                    <a:lnTo>
                      <a:pt x="24851" y="155716"/>
                    </a:lnTo>
                    <a:lnTo>
                      <a:pt x="140867" y="155716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wrap="square" lIns="91440" tIns="45720" rIns="91440" bIns="45720">
                <a:normAutofit fontScale="92500" lnSpcReduction="20000"/>
              </a:bodyPr>
              <a:lstStyle/>
              <a:p>
                <a:pPr marL="0" marR="0" lvl="0" indent="0" algn="l" defTabSz="91376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43" name="iSḻîḑê">
              <a:extLst>
                <a:ext uri="{FF2B5EF4-FFF2-40B4-BE49-F238E27FC236}">
                  <a16:creationId xmlns:a16="http://schemas.microsoft.com/office/drawing/2014/main" id="{3E7AFEE1-39DF-4723-8022-7883BB9C4623}"/>
                </a:ext>
              </a:extLst>
            </p:cNvPr>
            <p:cNvGrpSpPr/>
            <p:nvPr/>
          </p:nvGrpSpPr>
          <p:grpSpPr>
            <a:xfrm>
              <a:off x="9131300" y="1130300"/>
              <a:ext cx="2387600" cy="1308761"/>
              <a:chOff x="673099" y="2252632"/>
              <a:chExt cx="3589337" cy="1308761"/>
            </a:xfrm>
          </p:grpSpPr>
          <p:sp>
            <p:nvSpPr>
              <p:cNvPr id="44" name="îŝḻídê">
                <a:extLst>
                  <a:ext uri="{FF2B5EF4-FFF2-40B4-BE49-F238E27FC236}">
                    <a16:creationId xmlns:a16="http://schemas.microsoft.com/office/drawing/2014/main" id="{3A4C35A3-1A8A-48D1-B6D8-FEC728BD1FB3}"/>
                  </a:ext>
                </a:extLst>
              </p:cNvPr>
              <p:cNvSpPr txBox="1"/>
              <p:nvPr/>
            </p:nvSpPr>
            <p:spPr bwMode="auto">
              <a:xfrm>
                <a:off x="673099" y="2252632"/>
                <a:ext cx="3589337" cy="44180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0" marR="0" lvl="0" indent="0" algn="l" defTabSz="913765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Text here</a:t>
                </a:r>
              </a:p>
            </p:txBody>
          </p:sp>
          <p:sp>
            <p:nvSpPr>
              <p:cNvPr id="45" name="isḻíďè">
                <a:extLst>
                  <a:ext uri="{FF2B5EF4-FFF2-40B4-BE49-F238E27FC236}">
                    <a16:creationId xmlns:a16="http://schemas.microsoft.com/office/drawing/2014/main" id="{7A85EE22-99A4-4233-99BA-4DC95D868B26}"/>
                  </a:ext>
                </a:extLst>
              </p:cNvPr>
              <p:cNvSpPr/>
              <p:nvPr/>
            </p:nvSpPr>
            <p:spPr bwMode="auto">
              <a:xfrm>
                <a:off x="673099" y="2694438"/>
                <a:ext cx="3589337" cy="8669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marR="0" lvl="0" indent="-171450" algn="l" defTabSz="913765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r>
                  <a:rPr kumimoji="0" lang="en-US" altLang="zh-CN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Copy paste fonts. Choose the only option to retain text.</a:t>
                </a:r>
              </a:p>
              <a:p>
                <a:pPr marL="171450" marR="0" lvl="0" indent="-171450" algn="l" defTabSz="913765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r>
                  <a:rPr kumimoji="0" lang="en-US" altLang="zh-CN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……</a:t>
                </a:r>
              </a:p>
            </p:txBody>
          </p:sp>
        </p:grpSp>
      </p:grpSp>
      <p:grpSp>
        <p:nvGrpSpPr>
          <p:cNvPr id="48" name="îšḷîḍè">
            <a:extLst>
              <a:ext uri="{FF2B5EF4-FFF2-40B4-BE49-F238E27FC236}">
                <a16:creationId xmlns:a16="http://schemas.microsoft.com/office/drawing/2014/main" id="{B0D1D2A5-A7BF-464B-ADF1-6DD566F56F8F}"/>
              </a:ext>
            </a:extLst>
          </p:cNvPr>
          <p:cNvGrpSpPr/>
          <p:nvPr/>
        </p:nvGrpSpPr>
        <p:grpSpPr>
          <a:xfrm>
            <a:off x="937088" y="5115526"/>
            <a:ext cx="3433926" cy="1308761"/>
            <a:chOff x="8084974" y="1130300"/>
            <a:chExt cx="3433926" cy="1308761"/>
          </a:xfrm>
        </p:grpSpPr>
        <p:grpSp>
          <p:nvGrpSpPr>
            <p:cNvPr id="49" name="îSḷiďè">
              <a:extLst>
                <a:ext uri="{FF2B5EF4-FFF2-40B4-BE49-F238E27FC236}">
                  <a16:creationId xmlns:a16="http://schemas.microsoft.com/office/drawing/2014/main" id="{9CADBA95-363A-4D4D-979E-F25B9D7FC8D6}"/>
                </a:ext>
              </a:extLst>
            </p:cNvPr>
            <p:cNvGrpSpPr/>
            <p:nvPr/>
          </p:nvGrpSpPr>
          <p:grpSpPr>
            <a:xfrm>
              <a:off x="8084974" y="1266924"/>
              <a:ext cx="836894" cy="836894"/>
              <a:chOff x="7043444" y="1148015"/>
              <a:chExt cx="1297072" cy="1297072"/>
            </a:xfrm>
          </p:grpSpPr>
          <p:sp>
            <p:nvSpPr>
              <p:cNvPr id="53" name="îşḻïdê">
                <a:extLst>
                  <a:ext uri="{FF2B5EF4-FFF2-40B4-BE49-F238E27FC236}">
                    <a16:creationId xmlns:a16="http://schemas.microsoft.com/office/drawing/2014/main" id="{6353E94E-73CF-4963-AADF-E9B32E5B510B}"/>
                  </a:ext>
                </a:extLst>
              </p:cNvPr>
              <p:cNvSpPr/>
              <p:nvPr/>
            </p:nvSpPr>
            <p:spPr bwMode="auto">
              <a:xfrm>
                <a:off x="7043444" y="1148015"/>
                <a:ext cx="1297072" cy="129707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95000"/>
                  </a:schemeClr>
                </a:solidFill>
              </a:ln>
              <a:effectLst>
                <a:outerShdw sx="110000" sy="110000" algn="ctr" rotWithShape="0">
                  <a:schemeClr val="tx2">
                    <a:alpha val="19000"/>
                  </a:schemeClr>
                </a:outerShdw>
              </a:effectLst>
            </p:spPr>
            <p:txBody>
              <a:bodyPr wrap="square" lIns="91440" tIns="45720" rIns="91440" bIns="45720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0" marR="0" lvl="0" indent="0" algn="l" defTabSz="91376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3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4" name="íŝľíḍê">
                <a:extLst>
                  <a:ext uri="{FF2B5EF4-FFF2-40B4-BE49-F238E27FC236}">
                    <a16:creationId xmlns:a16="http://schemas.microsoft.com/office/drawing/2014/main" id="{F15F9A73-4BA6-4AF4-94C0-51EB59927F5A}"/>
                  </a:ext>
                </a:extLst>
              </p:cNvPr>
              <p:cNvSpPr/>
              <p:nvPr/>
            </p:nvSpPr>
            <p:spPr bwMode="auto">
              <a:xfrm>
                <a:off x="7442648" y="1556431"/>
                <a:ext cx="498672" cy="480241"/>
              </a:xfrm>
              <a:custGeom>
                <a:avLst/>
                <a:gdLst>
                  <a:gd name="connsiteX0" fmla="*/ 216243 w 609050"/>
                  <a:gd name="connsiteY0" fmla="*/ 412730 h 586540"/>
                  <a:gd name="connsiteX1" fmla="*/ 216243 w 609050"/>
                  <a:gd name="connsiteY1" fmla="*/ 456594 h 586540"/>
                  <a:gd name="connsiteX2" fmla="*/ 293953 w 609050"/>
                  <a:gd name="connsiteY2" fmla="*/ 456594 h 586540"/>
                  <a:gd name="connsiteX3" fmla="*/ 293953 w 609050"/>
                  <a:gd name="connsiteY3" fmla="*/ 412730 h 586540"/>
                  <a:gd name="connsiteX4" fmla="*/ 69884 w 609050"/>
                  <a:gd name="connsiteY4" fmla="*/ 412730 h 586540"/>
                  <a:gd name="connsiteX5" fmla="*/ 69884 w 609050"/>
                  <a:gd name="connsiteY5" fmla="*/ 456594 h 586540"/>
                  <a:gd name="connsiteX6" fmla="*/ 147595 w 609050"/>
                  <a:gd name="connsiteY6" fmla="*/ 456594 h 586540"/>
                  <a:gd name="connsiteX7" fmla="*/ 147595 w 609050"/>
                  <a:gd name="connsiteY7" fmla="*/ 412730 h 586540"/>
                  <a:gd name="connsiteX8" fmla="*/ 460769 w 609050"/>
                  <a:gd name="connsiteY8" fmla="*/ 376268 h 586540"/>
                  <a:gd name="connsiteX9" fmla="*/ 460769 w 609050"/>
                  <a:gd name="connsiteY9" fmla="*/ 414786 h 586540"/>
                  <a:gd name="connsiteX10" fmla="*/ 555916 w 609050"/>
                  <a:gd name="connsiteY10" fmla="*/ 414786 h 586540"/>
                  <a:gd name="connsiteX11" fmla="*/ 555916 w 609050"/>
                  <a:gd name="connsiteY11" fmla="*/ 376268 h 586540"/>
                  <a:gd name="connsiteX12" fmla="*/ 216243 w 609050"/>
                  <a:gd name="connsiteY12" fmla="*/ 339670 h 586540"/>
                  <a:gd name="connsiteX13" fmla="*/ 216243 w 609050"/>
                  <a:gd name="connsiteY13" fmla="*/ 383533 h 586540"/>
                  <a:gd name="connsiteX14" fmla="*/ 293953 w 609050"/>
                  <a:gd name="connsiteY14" fmla="*/ 383533 h 586540"/>
                  <a:gd name="connsiteX15" fmla="*/ 293953 w 609050"/>
                  <a:gd name="connsiteY15" fmla="*/ 339670 h 586540"/>
                  <a:gd name="connsiteX16" fmla="*/ 69884 w 609050"/>
                  <a:gd name="connsiteY16" fmla="*/ 339670 h 586540"/>
                  <a:gd name="connsiteX17" fmla="*/ 69884 w 609050"/>
                  <a:gd name="connsiteY17" fmla="*/ 383533 h 586540"/>
                  <a:gd name="connsiteX18" fmla="*/ 147595 w 609050"/>
                  <a:gd name="connsiteY18" fmla="*/ 383533 h 586540"/>
                  <a:gd name="connsiteX19" fmla="*/ 147595 w 609050"/>
                  <a:gd name="connsiteY19" fmla="*/ 339670 h 586540"/>
                  <a:gd name="connsiteX20" fmla="*/ 460769 w 609050"/>
                  <a:gd name="connsiteY20" fmla="*/ 303071 h 586540"/>
                  <a:gd name="connsiteX21" fmla="*/ 460769 w 609050"/>
                  <a:gd name="connsiteY21" fmla="*/ 341726 h 586540"/>
                  <a:gd name="connsiteX22" fmla="*/ 555916 w 609050"/>
                  <a:gd name="connsiteY22" fmla="*/ 341726 h 586540"/>
                  <a:gd name="connsiteX23" fmla="*/ 555916 w 609050"/>
                  <a:gd name="connsiteY23" fmla="*/ 303071 h 586540"/>
                  <a:gd name="connsiteX24" fmla="*/ 216243 w 609050"/>
                  <a:gd name="connsiteY24" fmla="*/ 266609 h 586540"/>
                  <a:gd name="connsiteX25" fmla="*/ 216243 w 609050"/>
                  <a:gd name="connsiteY25" fmla="*/ 310473 h 586540"/>
                  <a:gd name="connsiteX26" fmla="*/ 293953 w 609050"/>
                  <a:gd name="connsiteY26" fmla="*/ 310473 h 586540"/>
                  <a:gd name="connsiteX27" fmla="*/ 293953 w 609050"/>
                  <a:gd name="connsiteY27" fmla="*/ 266609 h 586540"/>
                  <a:gd name="connsiteX28" fmla="*/ 69884 w 609050"/>
                  <a:gd name="connsiteY28" fmla="*/ 266609 h 586540"/>
                  <a:gd name="connsiteX29" fmla="*/ 69884 w 609050"/>
                  <a:gd name="connsiteY29" fmla="*/ 310473 h 586540"/>
                  <a:gd name="connsiteX30" fmla="*/ 147595 w 609050"/>
                  <a:gd name="connsiteY30" fmla="*/ 310473 h 586540"/>
                  <a:gd name="connsiteX31" fmla="*/ 147595 w 609050"/>
                  <a:gd name="connsiteY31" fmla="*/ 266609 h 586540"/>
                  <a:gd name="connsiteX32" fmla="*/ 460769 w 609050"/>
                  <a:gd name="connsiteY32" fmla="*/ 230010 h 586540"/>
                  <a:gd name="connsiteX33" fmla="*/ 460769 w 609050"/>
                  <a:gd name="connsiteY33" fmla="*/ 268528 h 586540"/>
                  <a:gd name="connsiteX34" fmla="*/ 555916 w 609050"/>
                  <a:gd name="connsiteY34" fmla="*/ 268528 h 586540"/>
                  <a:gd name="connsiteX35" fmla="*/ 555916 w 609050"/>
                  <a:gd name="connsiteY35" fmla="*/ 230010 h 586540"/>
                  <a:gd name="connsiteX36" fmla="*/ 216243 w 609050"/>
                  <a:gd name="connsiteY36" fmla="*/ 193549 h 586540"/>
                  <a:gd name="connsiteX37" fmla="*/ 216243 w 609050"/>
                  <a:gd name="connsiteY37" fmla="*/ 237412 h 586540"/>
                  <a:gd name="connsiteX38" fmla="*/ 293953 w 609050"/>
                  <a:gd name="connsiteY38" fmla="*/ 237412 h 586540"/>
                  <a:gd name="connsiteX39" fmla="*/ 293953 w 609050"/>
                  <a:gd name="connsiteY39" fmla="*/ 193549 h 586540"/>
                  <a:gd name="connsiteX40" fmla="*/ 69884 w 609050"/>
                  <a:gd name="connsiteY40" fmla="*/ 193549 h 586540"/>
                  <a:gd name="connsiteX41" fmla="*/ 69884 w 609050"/>
                  <a:gd name="connsiteY41" fmla="*/ 237412 h 586540"/>
                  <a:gd name="connsiteX42" fmla="*/ 147595 w 609050"/>
                  <a:gd name="connsiteY42" fmla="*/ 237412 h 586540"/>
                  <a:gd name="connsiteX43" fmla="*/ 147595 w 609050"/>
                  <a:gd name="connsiteY43" fmla="*/ 193549 h 586540"/>
                  <a:gd name="connsiteX44" fmla="*/ 460769 w 609050"/>
                  <a:gd name="connsiteY44" fmla="*/ 156950 h 586540"/>
                  <a:gd name="connsiteX45" fmla="*/ 460769 w 609050"/>
                  <a:gd name="connsiteY45" fmla="*/ 195468 h 586540"/>
                  <a:gd name="connsiteX46" fmla="*/ 555916 w 609050"/>
                  <a:gd name="connsiteY46" fmla="*/ 195468 h 586540"/>
                  <a:gd name="connsiteX47" fmla="*/ 555916 w 609050"/>
                  <a:gd name="connsiteY47" fmla="*/ 156950 h 586540"/>
                  <a:gd name="connsiteX48" fmla="*/ 192926 w 609050"/>
                  <a:gd name="connsiteY48" fmla="*/ 96251 h 586540"/>
                  <a:gd name="connsiteX49" fmla="*/ 361366 w 609050"/>
                  <a:gd name="connsiteY49" fmla="*/ 96251 h 586540"/>
                  <a:gd name="connsiteX50" fmla="*/ 361366 w 609050"/>
                  <a:gd name="connsiteY50" fmla="*/ 114880 h 586540"/>
                  <a:gd name="connsiteX51" fmla="*/ 192926 w 609050"/>
                  <a:gd name="connsiteY51" fmla="*/ 114880 h 586540"/>
                  <a:gd name="connsiteX52" fmla="*/ 192926 w 609050"/>
                  <a:gd name="connsiteY52" fmla="*/ 49819 h 586540"/>
                  <a:gd name="connsiteX53" fmla="*/ 361366 w 609050"/>
                  <a:gd name="connsiteY53" fmla="*/ 49819 h 586540"/>
                  <a:gd name="connsiteX54" fmla="*/ 361366 w 609050"/>
                  <a:gd name="connsiteY54" fmla="*/ 68307 h 586540"/>
                  <a:gd name="connsiteX55" fmla="*/ 192926 w 609050"/>
                  <a:gd name="connsiteY55" fmla="*/ 68307 h 586540"/>
                  <a:gd name="connsiteX56" fmla="*/ 166130 w 609050"/>
                  <a:gd name="connsiteY56" fmla="*/ 25222 h 586540"/>
                  <a:gd name="connsiteX57" fmla="*/ 166130 w 609050"/>
                  <a:gd name="connsiteY57" fmla="*/ 155716 h 586540"/>
                  <a:gd name="connsiteX58" fmla="*/ 338987 w 609050"/>
                  <a:gd name="connsiteY58" fmla="*/ 155716 h 586540"/>
                  <a:gd name="connsiteX59" fmla="*/ 338987 w 609050"/>
                  <a:gd name="connsiteY59" fmla="*/ 341040 h 586540"/>
                  <a:gd name="connsiteX60" fmla="*/ 338987 w 609050"/>
                  <a:gd name="connsiteY60" fmla="*/ 531710 h 586540"/>
                  <a:gd name="connsiteX61" fmla="*/ 366721 w 609050"/>
                  <a:gd name="connsiteY61" fmla="*/ 531710 h 586540"/>
                  <a:gd name="connsiteX62" fmla="*/ 366721 w 609050"/>
                  <a:gd name="connsiteY62" fmla="*/ 341040 h 586540"/>
                  <a:gd name="connsiteX63" fmla="*/ 366721 w 609050"/>
                  <a:gd name="connsiteY63" fmla="*/ 155305 h 586540"/>
                  <a:gd name="connsiteX64" fmla="*/ 388002 w 609050"/>
                  <a:gd name="connsiteY64" fmla="*/ 143517 h 586540"/>
                  <a:gd name="connsiteX65" fmla="*/ 388002 w 609050"/>
                  <a:gd name="connsiteY65" fmla="*/ 25222 h 586540"/>
                  <a:gd name="connsiteX66" fmla="*/ 140867 w 609050"/>
                  <a:gd name="connsiteY66" fmla="*/ 0 h 586540"/>
                  <a:gd name="connsiteX67" fmla="*/ 413402 w 609050"/>
                  <a:gd name="connsiteY67" fmla="*/ 0 h 586540"/>
                  <a:gd name="connsiteX68" fmla="*/ 413402 w 609050"/>
                  <a:gd name="connsiteY68" fmla="*/ 129398 h 586540"/>
                  <a:gd name="connsiteX69" fmla="*/ 432486 w 609050"/>
                  <a:gd name="connsiteY69" fmla="*/ 118843 h 586540"/>
                  <a:gd name="connsiteX70" fmla="*/ 584199 w 609050"/>
                  <a:gd name="connsiteY70" fmla="*/ 118843 h 586540"/>
                  <a:gd name="connsiteX71" fmla="*/ 584199 w 609050"/>
                  <a:gd name="connsiteY71" fmla="*/ 531710 h 586540"/>
                  <a:gd name="connsiteX72" fmla="*/ 609050 w 609050"/>
                  <a:gd name="connsiteY72" fmla="*/ 531710 h 586540"/>
                  <a:gd name="connsiteX73" fmla="*/ 609050 w 609050"/>
                  <a:gd name="connsiteY73" fmla="*/ 586540 h 586540"/>
                  <a:gd name="connsiteX74" fmla="*/ 0 w 609050"/>
                  <a:gd name="connsiteY74" fmla="*/ 586540 h 586540"/>
                  <a:gd name="connsiteX75" fmla="*/ 0 w 609050"/>
                  <a:gd name="connsiteY75" fmla="*/ 531710 h 586540"/>
                  <a:gd name="connsiteX76" fmla="*/ 24851 w 609050"/>
                  <a:gd name="connsiteY76" fmla="*/ 531710 h 586540"/>
                  <a:gd name="connsiteX77" fmla="*/ 24851 w 609050"/>
                  <a:gd name="connsiteY77" fmla="*/ 155716 h 586540"/>
                  <a:gd name="connsiteX78" fmla="*/ 140867 w 609050"/>
                  <a:gd name="connsiteY78" fmla="*/ 155716 h 5865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</a:cxnLst>
                <a:rect l="l" t="t" r="r" b="b"/>
                <a:pathLst>
                  <a:path w="609050" h="586540">
                    <a:moveTo>
                      <a:pt x="216243" y="412730"/>
                    </a:moveTo>
                    <a:lnTo>
                      <a:pt x="216243" y="456594"/>
                    </a:lnTo>
                    <a:lnTo>
                      <a:pt x="293953" y="456594"/>
                    </a:lnTo>
                    <a:lnTo>
                      <a:pt x="293953" y="412730"/>
                    </a:lnTo>
                    <a:close/>
                    <a:moveTo>
                      <a:pt x="69884" y="412730"/>
                    </a:moveTo>
                    <a:lnTo>
                      <a:pt x="69884" y="456594"/>
                    </a:lnTo>
                    <a:lnTo>
                      <a:pt x="147595" y="456594"/>
                    </a:lnTo>
                    <a:lnTo>
                      <a:pt x="147595" y="412730"/>
                    </a:lnTo>
                    <a:close/>
                    <a:moveTo>
                      <a:pt x="460769" y="376268"/>
                    </a:moveTo>
                    <a:lnTo>
                      <a:pt x="460769" y="414786"/>
                    </a:lnTo>
                    <a:lnTo>
                      <a:pt x="555916" y="414786"/>
                    </a:lnTo>
                    <a:lnTo>
                      <a:pt x="555916" y="376268"/>
                    </a:lnTo>
                    <a:close/>
                    <a:moveTo>
                      <a:pt x="216243" y="339670"/>
                    </a:moveTo>
                    <a:lnTo>
                      <a:pt x="216243" y="383533"/>
                    </a:lnTo>
                    <a:lnTo>
                      <a:pt x="293953" y="383533"/>
                    </a:lnTo>
                    <a:lnTo>
                      <a:pt x="293953" y="339670"/>
                    </a:lnTo>
                    <a:close/>
                    <a:moveTo>
                      <a:pt x="69884" y="339670"/>
                    </a:moveTo>
                    <a:lnTo>
                      <a:pt x="69884" y="383533"/>
                    </a:lnTo>
                    <a:lnTo>
                      <a:pt x="147595" y="383533"/>
                    </a:lnTo>
                    <a:lnTo>
                      <a:pt x="147595" y="339670"/>
                    </a:lnTo>
                    <a:close/>
                    <a:moveTo>
                      <a:pt x="460769" y="303071"/>
                    </a:moveTo>
                    <a:lnTo>
                      <a:pt x="460769" y="341726"/>
                    </a:lnTo>
                    <a:lnTo>
                      <a:pt x="555916" y="341726"/>
                    </a:lnTo>
                    <a:lnTo>
                      <a:pt x="555916" y="303071"/>
                    </a:lnTo>
                    <a:close/>
                    <a:moveTo>
                      <a:pt x="216243" y="266609"/>
                    </a:moveTo>
                    <a:lnTo>
                      <a:pt x="216243" y="310473"/>
                    </a:lnTo>
                    <a:lnTo>
                      <a:pt x="293953" y="310473"/>
                    </a:lnTo>
                    <a:lnTo>
                      <a:pt x="293953" y="266609"/>
                    </a:lnTo>
                    <a:close/>
                    <a:moveTo>
                      <a:pt x="69884" y="266609"/>
                    </a:moveTo>
                    <a:lnTo>
                      <a:pt x="69884" y="310473"/>
                    </a:lnTo>
                    <a:lnTo>
                      <a:pt x="147595" y="310473"/>
                    </a:lnTo>
                    <a:lnTo>
                      <a:pt x="147595" y="266609"/>
                    </a:lnTo>
                    <a:close/>
                    <a:moveTo>
                      <a:pt x="460769" y="230010"/>
                    </a:moveTo>
                    <a:lnTo>
                      <a:pt x="460769" y="268528"/>
                    </a:lnTo>
                    <a:lnTo>
                      <a:pt x="555916" y="268528"/>
                    </a:lnTo>
                    <a:lnTo>
                      <a:pt x="555916" y="230010"/>
                    </a:lnTo>
                    <a:close/>
                    <a:moveTo>
                      <a:pt x="216243" y="193549"/>
                    </a:moveTo>
                    <a:lnTo>
                      <a:pt x="216243" y="237412"/>
                    </a:lnTo>
                    <a:lnTo>
                      <a:pt x="293953" y="237412"/>
                    </a:lnTo>
                    <a:lnTo>
                      <a:pt x="293953" y="193549"/>
                    </a:lnTo>
                    <a:close/>
                    <a:moveTo>
                      <a:pt x="69884" y="193549"/>
                    </a:moveTo>
                    <a:lnTo>
                      <a:pt x="69884" y="237412"/>
                    </a:lnTo>
                    <a:lnTo>
                      <a:pt x="147595" y="237412"/>
                    </a:lnTo>
                    <a:lnTo>
                      <a:pt x="147595" y="193549"/>
                    </a:lnTo>
                    <a:close/>
                    <a:moveTo>
                      <a:pt x="460769" y="156950"/>
                    </a:moveTo>
                    <a:lnTo>
                      <a:pt x="460769" y="195468"/>
                    </a:lnTo>
                    <a:lnTo>
                      <a:pt x="555916" y="195468"/>
                    </a:lnTo>
                    <a:lnTo>
                      <a:pt x="555916" y="156950"/>
                    </a:lnTo>
                    <a:close/>
                    <a:moveTo>
                      <a:pt x="192926" y="96251"/>
                    </a:moveTo>
                    <a:lnTo>
                      <a:pt x="361366" y="96251"/>
                    </a:lnTo>
                    <a:lnTo>
                      <a:pt x="361366" y="114880"/>
                    </a:lnTo>
                    <a:lnTo>
                      <a:pt x="192926" y="114880"/>
                    </a:lnTo>
                    <a:close/>
                    <a:moveTo>
                      <a:pt x="192926" y="49819"/>
                    </a:moveTo>
                    <a:lnTo>
                      <a:pt x="361366" y="49819"/>
                    </a:lnTo>
                    <a:lnTo>
                      <a:pt x="361366" y="68307"/>
                    </a:lnTo>
                    <a:lnTo>
                      <a:pt x="192926" y="68307"/>
                    </a:lnTo>
                    <a:close/>
                    <a:moveTo>
                      <a:pt x="166130" y="25222"/>
                    </a:moveTo>
                    <a:lnTo>
                      <a:pt x="166130" y="155716"/>
                    </a:lnTo>
                    <a:lnTo>
                      <a:pt x="338987" y="155716"/>
                    </a:lnTo>
                    <a:lnTo>
                      <a:pt x="338987" y="341040"/>
                    </a:lnTo>
                    <a:lnTo>
                      <a:pt x="338987" y="531710"/>
                    </a:lnTo>
                    <a:lnTo>
                      <a:pt x="366721" y="531710"/>
                    </a:lnTo>
                    <a:lnTo>
                      <a:pt x="366721" y="341040"/>
                    </a:lnTo>
                    <a:lnTo>
                      <a:pt x="366721" y="155305"/>
                    </a:lnTo>
                    <a:lnTo>
                      <a:pt x="388002" y="143517"/>
                    </a:lnTo>
                    <a:lnTo>
                      <a:pt x="388002" y="25222"/>
                    </a:lnTo>
                    <a:close/>
                    <a:moveTo>
                      <a:pt x="140867" y="0"/>
                    </a:moveTo>
                    <a:lnTo>
                      <a:pt x="413402" y="0"/>
                    </a:lnTo>
                    <a:lnTo>
                      <a:pt x="413402" y="129398"/>
                    </a:lnTo>
                    <a:lnTo>
                      <a:pt x="432486" y="118843"/>
                    </a:lnTo>
                    <a:lnTo>
                      <a:pt x="584199" y="118843"/>
                    </a:lnTo>
                    <a:lnTo>
                      <a:pt x="584199" y="531710"/>
                    </a:lnTo>
                    <a:lnTo>
                      <a:pt x="609050" y="531710"/>
                    </a:lnTo>
                    <a:lnTo>
                      <a:pt x="609050" y="586540"/>
                    </a:lnTo>
                    <a:lnTo>
                      <a:pt x="0" y="586540"/>
                    </a:lnTo>
                    <a:lnTo>
                      <a:pt x="0" y="531710"/>
                    </a:lnTo>
                    <a:lnTo>
                      <a:pt x="24851" y="531710"/>
                    </a:lnTo>
                    <a:lnTo>
                      <a:pt x="24851" y="155716"/>
                    </a:lnTo>
                    <a:lnTo>
                      <a:pt x="140867" y="155716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wrap="square" lIns="91440" tIns="45720" rIns="91440" bIns="45720">
                <a:normAutofit fontScale="92500" lnSpcReduction="20000"/>
              </a:bodyPr>
              <a:lstStyle/>
              <a:p>
                <a:pPr marL="0" marR="0" lvl="0" indent="0" algn="l" defTabSz="91376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50" name="îŝḷíḓe">
              <a:extLst>
                <a:ext uri="{FF2B5EF4-FFF2-40B4-BE49-F238E27FC236}">
                  <a16:creationId xmlns:a16="http://schemas.microsoft.com/office/drawing/2014/main" id="{0B0E801F-78FB-4B93-A7AC-D85A8034A6C5}"/>
                </a:ext>
              </a:extLst>
            </p:cNvPr>
            <p:cNvGrpSpPr/>
            <p:nvPr/>
          </p:nvGrpSpPr>
          <p:grpSpPr>
            <a:xfrm>
              <a:off x="9131300" y="1130300"/>
              <a:ext cx="2387600" cy="1308761"/>
              <a:chOff x="673099" y="2252632"/>
              <a:chExt cx="3589337" cy="1308761"/>
            </a:xfrm>
          </p:grpSpPr>
          <p:sp>
            <p:nvSpPr>
              <p:cNvPr id="51" name="iṩḻíďê">
                <a:extLst>
                  <a:ext uri="{FF2B5EF4-FFF2-40B4-BE49-F238E27FC236}">
                    <a16:creationId xmlns:a16="http://schemas.microsoft.com/office/drawing/2014/main" id="{2DBEEAF9-39A1-4AF4-B76B-57975D3C82F3}"/>
                  </a:ext>
                </a:extLst>
              </p:cNvPr>
              <p:cNvSpPr txBox="1"/>
              <p:nvPr/>
            </p:nvSpPr>
            <p:spPr bwMode="auto">
              <a:xfrm>
                <a:off x="673099" y="2252632"/>
                <a:ext cx="3589337" cy="44180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0" marR="0" lvl="0" indent="0" algn="l" defTabSz="913765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Text here</a:t>
                </a:r>
              </a:p>
            </p:txBody>
          </p:sp>
          <p:sp>
            <p:nvSpPr>
              <p:cNvPr id="52" name="îṧ1iḑê">
                <a:extLst>
                  <a:ext uri="{FF2B5EF4-FFF2-40B4-BE49-F238E27FC236}">
                    <a16:creationId xmlns:a16="http://schemas.microsoft.com/office/drawing/2014/main" id="{4E7850BF-6ECB-4E8A-98DD-6E3A5496B005}"/>
                  </a:ext>
                </a:extLst>
              </p:cNvPr>
              <p:cNvSpPr/>
              <p:nvPr/>
            </p:nvSpPr>
            <p:spPr bwMode="auto">
              <a:xfrm>
                <a:off x="673099" y="2694438"/>
                <a:ext cx="3589337" cy="8669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marR="0" lvl="0" indent="-171450" algn="l" defTabSz="913765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r>
                  <a:rPr kumimoji="0" lang="en-US" altLang="zh-CN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Copy paste fonts. Choose the only option to retain text.</a:t>
                </a:r>
              </a:p>
              <a:p>
                <a:pPr marL="171450" marR="0" lvl="0" indent="-171450" algn="l" defTabSz="913765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r>
                  <a:rPr kumimoji="0" lang="en-US" altLang="zh-CN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……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75169178"/>
      </p:ext>
    </p:extLst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4AFF03-2502-4483-8CE9-D9E6E78F7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Dubbo Build Environment</a:t>
            </a:r>
            <a:endParaRPr lang="zh-CN" altLang="en-US" dirty="0"/>
          </a:p>
        </p:txBody>
      </p:sp>
      <p:sp>
        <p:nvSpPr>
          <p:cNvPr id="14" name="iṥliḓê">
            <a:extLst>
              <a:ext uri="{FF2B5EF4-FFF2-40B4-BE49-F238E27FC236}">
                <a16:creationId xmlns:a16="http://schemas.microsoft.com/office/drawing/2014/main" id="{62C84822-86EC-4315-9ADD-38F24BB18C5C}"/>
              </a:ext>
            </a:extLst>
          </p:cNvPr>
          <p:cNvSpPr/>
          <p:nvPr/>
        </p:nvSpPr>
        <p:spPr>
          <a:xfrm>
            <a:off x="1386895" y="2448497"/>
            <a:ext cx="2167912" cy="2167912"/>
          </a:xfrm>
          <a:prstGeom prst="ellipse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tIns="46800" rIns="90000" bIns="46800" rtlCol="0" anchor="ctr">
            <a:normAutofit/>
          </a:bodyPr>
          <a:lstStyle/>
          <a:p>
            <a:pPr algn="ctr"/>
            <a:r>
              <a:rPr lang="en-US" altLang="zh-CN" sz="3200" dirty="0"/>
              <a:t>Docker</a:t>
            </a:r>
            <a:endParaRPr lang="zh-CN" altLang="en-US" sz="3200" dirty="0"/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69BD401F-59D6-441E-85F5-DB82B461D5A3}"/>
              </a:ext>
            </a:extLst>
          </p:cNvPr>
          <p:cNvGrpSpPr/>
          <p:nvPr/>
        </p:nvGrpSpPr>
        <p:grpSpPr>
          <a:xfrm>
            <a:off x="4308952" y="2736964"/>
            <a:ext cx="4405625" cy="1879445"/>
            <a:chOff x="4235400" y="2726804"/>
            <a:chExt cx="4405625" cy="1879445"/>
          </a:xfrm>
        </p:grpSpPr>
        <p:sp>
          <p:nvSpPr>
            <p:cNvPr id="7" name="í$ḷïḍè">
              <a:extLst>
                <a:ext uri="{FF2B5EF4-FFF2-40B4-BE49-F238E27FC236}">
                  <a16:creationId xmlns:a16="http://schemas.microsoft.com/office/drawing/2014/main" id="{1447629E-CEA5-48B8-9F3D-E38402FD93B2}"/>
                </a:ext>
              </a:extLst>
            </p:cNvPr>
            <p:cNvSpPr txBox="1"/>
            <p:nvPr/>
          </p:nvSpPr>
          <p:spPr bwMode="auto">
            <a:xfrm>
              <a:off x="4235400" y="2726804"/>
              <a:ext cx="4405625" cy="44180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/>
          </p:spPr>
          <p:txBody>
            <a:bodyPr wrap="none" lIns="90000" tIns="46800" rIns="90000" bIns="46800" anchor="ctr">
              <a:norm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2000" b="1" dirty="0">
                  <a:solidFill>
                    <a:schemeClr val="bg1"/>
                  </a:solidFill>
                </a:rPr>
                <a:t>Images</a:t>
              </a:r>
            </a:p>
          </p:txBody>
        </p:sp>
        <p:sp>
          <p:nvSpPr>
            <p:cNvPr id="8" name="iṡlíḓé">
              <a:extLst>
                <a:ext uri="{FF2B5EF4-FFF2-40B4-BE49-F238E27FC236}">
                  <a16:creationId xmlns:a16="http://schemas.microsoft.com/office/drawing/2014/main" id="{F401A0A7-047E-448D-A8FF-36B4672116CD}"/>
                </a:ext>
              </a:extLst>
            </p:cNvPr>
            <p:cNvSpPr/>
            <p:nvPr/>
          </p:nvSpPr>
          <p:spPr bwMode="auto">
            <a:xfrm>
              <a:off x="4235400" y="3168610"/>
              <a:ext cx="4405625" cy="14376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171450" indent="-17145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en-US" altLang="zh-CN" sz="2800" dirty="0"/>
                <a:t> Zookeeper</a:t>
              </a:r>
            </a:p>
            <a:p>
              <a:pPr marL="171450" indent="-17145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en-US" altLang="zh-CN" sz="2800" dirty="0"/>
                <a:t> Dubbo-admin</a:t>
              </a:r>
            </a:p>
            <a:p>
              <a:pPr>
                <a:lnSpc>
                  <a:spcPct val="150000"/>
                </a:lnSpc>
              </a:pPr>
              <a:endParaRPr lang="en-US" altLang="zh-CN" sz="2800" dirty="0"/>
            </a:p>
          </p:txBody>
        </p:sp>
      </p:grpSp>
    </p:spTree>
    <p:extLst>
      <p:ext uri="{BB962C8B-B14F-4D97-AF65-F5344CB8AC3E}">
        <p14:creationId xmlns:p14="http://schemas.microsoft.com/office/powerpoint/2010/main" val="3804795425"/>
      </p:ext>
    </p:extLst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8AD124-D38B-4D76-87C4-9D2DD0A51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Dubbo new features</a:t>
            </a:r>
            <a:endParaRPr lang="zh-CN" altLang="en-US" dirty="0"/>
          </a:p>
        </p:txBody>
      </p: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0F114034-7C26-41BC-8E26-4807F0C2B975}"/>
              </a:ext>
            </a:extLst>
          </p:cNvPr>
          <p:cNvGrpSpPr/>
          <p:nvPr/>
        </p:nvGrpSpPr>
        <p:grpSpPr>
          <a:xfrm>
            <a:off x="5403361" y="1613498"/>
            <a:ext cx="6447949" cy="4298684"/>
            <a:chOff x="3225317" y="2613883"/>
            <a:chExt cx="6447949" cy="4298684"/>
          </a:xfrm>
        </p:grpSpPr>
        <p:sp>
          <p:nvSpPr>
            <p:cNvPr id="28" name="iṩ1îḋè">
              <a:extLst>
                <a:ext uri="{FF2B5EF4-FFF2-40B4-BE49-F238E27FC236}">
                  <a16:creationId xmlns:a16="http://schemas.microsoft.com/office/drawing/2014/main" id="{156FA185-3546-42FC-BE1B-C48E7A41DF66}"/>
                </a:ext>
              </a:extLst>
            </p:cNvPr>
            <p:cNvSpPr/>
            <p:nvPr/>
          </p:nvSpPr>
          <p:spPr>
            <a:xfrm flipH="1">
              <a:off x="3470044" y="2990614"/>
              <a:ext cx="4706395" cy="876771"/>
            </a:xfrm>
            <a:prstGeom prst="homePlate">
              <a:avLst>
                <a:gd name="adj" fmla="val 29123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85000" lnSpcReduction="20000"/>
            </a:bodyPr>
            <a:lstStyle/>
            <a:p>
              <a:pPr algn="ctr"/>
              <a:endParaRPr lang="en-US" sz="7200"/>
            </a:p>
          </p:txBody>
        </p:sp>
        <p:sp>
          <p:nvSpPr>
            <p:cNvPr id="29" name="îś1íḋê">
              <a:extLst>
                <a:ext uri="{FF2B5EF4-FFF2-40B4-BE49-F238E27FC236}">
                  <a16:creationId xmlns:a16="http://schemas.microsoft.com/office/drawing/2014/main" id="{470A0165-08A6-4C28-B3D1-8FABB8B00B5B}"/>
                </a:ext>
              </a:extLst>
            </p:cNvPr>
            <p:cNvSpPr/>
            <p:nvPr/>
          </p:nvSpPr>
          <p:spPr>
            <a:xfrm rot="16200000" flipH="1">
              <a:off x="7950554" y="2872126"/>
              <a:ext cx="1226213" cy="779348"/>
            </a:xfrm>
            <a:custGeom>
              <a:avLst/>
              <a:gdLst>
                <a:gd name="connsiteX0" fmla="*/ 0 w 1016000"/>
                <a:gd name="connsiteY0" fmla="*/ 0 h 768404"/>
                <a:gd name="connsiteX1" fmla="*/ 1016000 w 1016000"/>
                <a:gd name="connsiteY1" fmla="*/ 0 h 768404"/>
                <a:gd name="connsiteX2" fmla="*/ 1016000 w 1016000"/>
                <a:gd name="connsiteY2" fmla="*/ 768404 h 768404"/>
                <a:gd name="connsiteX3" fmla="*/ 0 w 1016000"/>
                <a:gd name="connsiteY3" fmla="*/ 768404 h 768404"/>
                <a:gd name="connsiteX4" fmla="*/ 0 w 1016000"/>
                <a:gd name="connsiteY4" fmla="*/ 0 h 768404"/>
                <a:gd name="connsiteX0" fmla="*/ 729673 w 1745673"/>
                <a:gd name="connsiteY0" fmla="*/ 0 h 777641"/>
                <a:gd name="connsiteX1" fmla="*/ 1745673 w 1745673"/>
                <a:gd name="connsiteY1" fmla="*/ 0 h 777641"/>
                <a:gd name="connsiteX2" fmla="*/ 1745673 w 1745673"/>
                <a:gd name="connsiteY2" fmla="*/ 768404 h 777641"/>
                <a:gd name="connsiteX3" fmla="*/ 0 w 1745673"/>
                <a:gd name="connsiteY3" fmla="*/ 777641 h 777641"/>
                <a:gd name="connsiteX4" fmla="*/ 729673 w 1745673"/>
                <a:gd name="connsiteY4" fmla="*/ 0 h 777641"/>
                <a:gd name="connsiteX0" fmla="*/ 729673 w 1745673"/>
                <a:gd name="connsiteY0" fmla="*/ 0 h 777641"/>
                <a:gd name="connsiteX1" fmla="*/ 1745673 w 1745673"/>
                <a:gd name="connsiteY1" fmla="*/ 0 h 777641"/>
                <a:gd name="connsiteX2" fmla="*/ 1317048 w 1745673"/>
                <a:gd name="connsiteY2" fmla="*/ 770785 h 777641"/>
                <a:gd name="connsiteX3" fmla="*/ 0 w 1745673"/>
                <a:gd name="connsiteY3" fmla="*/ 777641 h 777641"/>
                <a:gd name="connsiteX4" fmla="*/ 729673 w 1745673"/>
                <a:gd name="connsiteY4" fmla="*/ 0 h 777641"/>
                <a:gd name="connsiteX0" fmla="*/ 720148 w 1736148"/>
                <a:gd name="connsiteY0" fmla="*/ 0 h 770785"/>
                <a:gd name="connsiteX1" fmla="*/ 1736148 w 1736148"/>
                <a:gd name="connsiteY1" fmla="*/ 0 h 770785"/>
                <a:gd name="connsiteX2" fmla="*/ 1307523 w 1736148"/>
                <a:gd name="connsiteY2" fmla="*/ 770785 h 770785"/>
                <a:gd name="connsiteX3" fmla="*/ 0 w 1736148"/>
                <a:gd name="connsiteY3" fmla="*/ 770497 h 770785"/>
                <a:gd name="connsiteX4" fmla="*/ 720148 w 1736148"/>
                <a:gd name="connsiteY4" fmla="*/ 0 h 770785"/>
                <a:gd name="connsiteX0" fmla="*/ 720148 w 1736148"/>
                <a:gd name="connsiteY0" fmla="*/ 0 h 770785"/>
                <a:gd name="connsiteX1" fmla="*/ 1736148 w 1736148"/>
                <a:gd name="connsiteY1" fmla="*/ 0 h 770785"/>
                <a:gd name="connsiteX2" fmla="*/ 1369545 w 1736148"/>
                <a:gd name="connsiteY2" fmla="*/ 770785 h 770785"/>
                <a:gd name="connsiteX3" fmla="*/ 0 w 1736148"/>
                <a:gd name="connsiteY3" fmla="*/ 770497 h 770785"/>
                <a:gd name="connsiteX4" fmla="*/ 720148 w 1736148"/>
                <a:gd name="connsiteY4" fmla="*/ 0 h 770785"/>
                <a:gd name="connsiteX0" fmla="*/ 446799 w 1736148"/>
                <a:gd name="connsiteY0" fmla="*/ 0 h 773231"/>
                <a:gd name="connsiteX1" fmla="*/ 1736148 w 1736148"/>
                <a:gd name="connsiteY1" fmla="*/ 2446 h 773231"/>
                <a:gd name="connsiteX2" fmla="*/ 1369545 w 1736148"/>
                <a:gd name="connsiteY2" fmla="*/ 773231 h 773231"/>
                <a:gd name="connsiteX3" fmla="*/ 0 w 1736148"/>
                <a:gd name="connsiteY3" fmla="*/ 772943 h 773231"/>
                <a:gd name="connsiteX4" fmla="*/ 446799 w 1736148"/>
                <a:gd name="connsiteY4" fmla="*/ 0 h 773231"/>
                <a:gd name="connsiteX0" fmla="*/ 446799 w 1605827"/>
                <a:gd name="connsiteY0" fmla="*/ 0 h 773231"/>
                <a:gd name="connsiteX1" fmla="*/ 1605827 w 1605827"/>
                <a:gd name="connsiteY1" fmla="*/ 2446 h 773231"/>
                <a:gd name="connsiteX2" fmla="*/ 1369545 w 1605827"/>
                <a:gd name="connsiteY2" fmla="*/ 773231 h 773231"/>
                <a:gd name="connsiteX3" fmla="*/ 0 w 1605827"/>
                <a:gd name="connsiteY3" fmla="*/ 772943 h 773231"/>
                <a:gd name="connsiteX4" fmla="*/ 446799 w 1605827"/>
                <a:gd name="connsiteY4" fmla="*/ 0 h 773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5827" h="773231">
                  <a:moveTo>
                    <a:pt x="446799" y="0"/>
                  </a:moveTo>
                  <a:lnTo>
                    <a:pt x="1605827" y="2446"/>
                  </a:lnTo>
                  <a:lnTo>
                    <a:pt x="1369545" y="773231"/>
                  </a:lnTo>
                  <a:lnTo>
                    <a:pt x="0" y="772943"/>
                  </a:lnTo>
                  <a:lnTo>
                    <a:pt x="446799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77500" lnSpcReduction="20000"/>
            </a:bodyPr>
            <a:lstStyle/>
            <a:p>
              <a:pPr algn="ctr"/>
              <a:endParaRPr lang="en-US" sz="7200"/>
            </a:p>
          </p:txBody>
        </p:sp>
        <p:sp>
          <p:nvSpPr>
            <p:cNvPr id="30" name="îṥḻíḑé">
              <a:extLst>
                <a:ext uri="{FF2B5EF4-FFF2-40B4-BE49-F238E27FC236}">
                  <a16:creationId xmlns:a16="http://schemas.microsoft.com/office/drawing/2014/main" id="{FC8D22E5-BED5-463D-860C-C3A40C1316F5}"/>
                </a:ext>
              </a:extLst>
            </p:cNvPr>
            <p:cNvSpPr/>
            <p:nvPr/>
          </p:nvSpPr>
          <p:spPr>
            <a:xfrm rot="16200000" flipH="1">
              <a:off x="8032026" y="3838832"/>
              <a:ext cx="1065726" cy="776895"/>
            </a:xfrm>
            <a:custGeom>
              <a:avLst/>
              <a:gdLst>
                <a:gd name="connsiteX0" fmla="*/ 0 w 1016000"/>
                <a:gd name="connsiteY0" fmla="*/ 0 h 768404"/>
                <a:gd name="connsiteX1" fmla="*/ 1016000 w 1016000"/>
                <a:gd name="connsiteY1" fmla="*/ 0 h 768404"/>
                <a:gd name="connsiteX2" fmla="*/ 1016000 w 1016000"/>
                <a:gd name="connsiteY2" fmla="*/ 768404 h 768404"/>
                <a:gd name="connsiteX3" fmla="*/ 0 w 1016000"/>
                <a:gd name="connsiteY3" fmla="*/ 768404 h 768404"/>
                <a:gd name="connsiteX4" fmla="*/ 0 w 1016000"/>
                <a:gd name="connsiteY4" fmla="*/ 0 h 768404"/>
                <a:gd name="connsiteX0" fmla="*/ 729673 w 1745673"/>
                <a:gd name="connsiteY0" fmla="*/ 0 h 777641"/>
                <a:gd name="connsiteX1" fmla="*/ 1745673 w 1745673"/>
                <a:gd name="connsiteY1" fmla="*/ 0 h 777641"/>
                <a:gd name="connsiteX2" fmla="*/ 1745673 w 1745673"/>
                <a:gd name="connsiteY2" fmla="*/ 768404 h 777641"/>
                <a:gd name="connsiteX3" fmla="*/ 0 w 1745673"/>
                <a:gd name="connsiteY3" fmla="*/ 777641 h 777641"/>
                <a:gd name="connsiteX4" fmla="*/ 729673 w 1745673"/>
                <a:gd name="connsiteY4" fmla="*/ 0 h 777641"/>
                <a:gd name="connsiteX0" fmla="*/ 729673 w 1745673"/>
                <a:gd name="connsiteY0" fmla="*/ 0 h 777641"/>
                <a:gd name="connsiteX1" fmla="*/ 1745673 w 1745673"/>
                <a:gd name="connsiteY1" fmla="*/ 0 h 777641"/>
                <a:gd name="connsiteX2" fmla="*/ 1317048 w 1745673"/>
                <a:gd name="connsiteY2" fmla="*/ 770785 h 777641"/>
                <a:gd name="connsiteX3" fmla="*/ 0 w 1745673"/>
                <a:gd name="connsiteY3" fmla="*/ 777641 h 777641"/>
                <a:gd name="connsiteX4" fmla="*/ 729673 w 1745673"/>
                <a:gd name="connsiteY4" fmla="*/ 0 h 777641"/>
                <a:gd name="connsiteX0" fmla="*/ 720148 w 1736148"/>
                <a:gd name="connsiteY0" fmla="*/ 0 h 770785"/>
                <a:gd name="connsiteX1" fmla="*/ 1736148 w 1736148"/>
                <a:gd name="connsiteY1" fmla="*/ 0 h 770785"/>
                <a:gd name="connsiteX2" fmla="*/ 1307523 w 1736148"/>
                <a:gd name="connsiteY2" fmla="*/ 770785 h 770785"/>
                <a:gd name="connsiteX3" fmla="*/ 0 w 1736148"/>
                <a:gd name="connsiteY3" fmla="*/ 770497 h 770785"/>
                <a:gd name="connsiteX4" fmla="*/ 720148 w 1736148"/>
                <a:gd name="connsiteY4" fmla="*/ 0 h 770785"/>
                <a:gd name="connsiteX0" fmla="*/ 720148 w 1736148"/>
                <a:gd name="connsiteY0" fmla="*/ 0 h 770497"/>
                <a:gd name="connsiteX1" fmla="*/ 1736148 w 1736148"/>
                <a:gd name="connsiteY1" fmla="*/ 0 h 770497"/>
                <a:gd name="connsiteX2" fmla="*/ 1590892 w 1736148"/>
                <a:gd name="connsiteY2" fmla="*/ 768404 h 770497"/>
                <a:gd name="connsiteX3" fmla="*/ 0 w 1736148"/>
                <a:gd name="connsiteY3" fmla="*/ 770497 h 770497"/>
                <a:gd name="connsiteX4" fmla="*/ 720148 w 1736148"/>
                <a:gd name="connsiteY4" fmla="*/ 0 h 770497"/>
                <a:gd name="connsiteX0" fmla="*/ 429636 w 1445636"/>
                <a:gd name="connsiteY0" fmla="*/ 0 h 768404"/>
                <a:gd name="connsiteX1" fmla="*/ 1445636 w 1445636"/>
                <a:gd name="connsiteY1" fmla="*/ 0 h 768404"/>
                <a:gd name="connsiteX2" fmla="*/ 1300380 w 1445636"/>
                <a:gd name="connsiteY2" fmla="*/ 768404 h 768404"/>
                <a:gd name="connsiteX3" fmla="*/ 0 w 1445636"/>
                <a:gd name="connsiteY3" fmla="*/ 768116 h 768404"/>
                <a:gd name="connsiteX4" fmla="*/ 429636 w 1445636"/>
                <a:gd name="connsiteY4" fmla="*/ 0 h 768404"/>
                <a:gd name="connsiteX0" fmla="*/ 433913 w 1449913"/>
                <a:gd name="connsiteY0" fmla="*/ 0 h 771964"/>
                <a:gd name="connsiteX1" fmla="*/ 1449913 w 1449913"/>
                <a:gd name="connsiteY1" fmla="*/ 0 h 771964"/>
                <a:gd name="connsiteX2" fmla="*/ 1304657 w 1449913"/>
                <a:gd name="connsiteY2" fmla="*/ 768404 h 771964"/>
                <a:gd name="connsiteX3" fmla="*/ 0 w 1449913"/>
                <a:gd name="connsiteY3" fmla="*/ 771964 h 771964"/>
                <a:gd name="connsiteX4" fmla="*/ 433913 w 1449913"/>
                <a:gd name="connsiteY4" fmla="*/ 0 h 771964"/>
                <a:gd name="connsiteX0" fmla="*/ 433913 w 1449913"/>
                <a:gd name="connsiteY0" fmla="*/ 0 h 774176"/>
                <a:gd name="connsiteX1" fmla="*/ 1449913 w 1449913"/>
                <a:gd name="connsiteY1" fmla="*/ 0 h 774176"/>
                <a:gd name="connsiteX2" fmla="*/ 1306795 w 1449913"/>
                <a:gd name="connsiteY2" fmla="*/ 774176 h 774176"/>
                <a:gd name="connsiteX3" fmla="*/ 0 w 1449913"/>
                <a:gd name="connsiteY3" fmla="*/ 771964 h 774176"/>
                <a:gd name="connsiteX4" fmla="*/ 433913 w 1449913"/>
                <a:gd name="connsiteY4" fmla="*/ 0 h 774176"/>
                <a:gd name="connsiteX0" fmla="*/ 429635 w 1445635"/>
                <a:gd name="connsiteY0" fmla="*/ 0 h 777737"/>
                <a:gd name="connsiteX1" fmla="*/ 1445635 w 1445635"/>
                <a:gd name="connsiteY1" fmla="*/ 0 h 777737"/>
                <a:gd name="connsiteX2" fmla="*/ 1302517 w 1445635"/>
                <a:gd name="connsiteY2" fmla="*/ 774176 h 777737"/>
                <a:gd name="connsiteX3" fmla="*/ 0 w 1445635"/>
                <a:gd name="connsiteY3" fmla="*/ 777737 h 777737"/>
                <a:gd name="connsiteX4" fmla="*/ 429635 w 1445635"/>
                <a:gd name="connsiteY4" fmla="*/ 0 h 777737"/>
                <a:gd name="connsiteX0" fmla="*/ 431773 w 1447773"/>
                <a:gd name="connsiteY0" fmla="*/ 0 h 774176"/>
                <a:gd name="connsiteX1" fmla="*/ 1447773 w 1447773"/>
                <a:gd name="connsiteY1" fmla="*/ 0 h 774176"/>
                <a:gd name="connsiteX2" fmla="*/ 1304655 w 1447773"/>
                <a:gd name="connsiteY2" fmla="*/ 774176 h 774176"/>
                <a:gd name="connsiteX3" fmla="*/ 0 w 1447773"/>
                <a:gd name="connsiteY3" fmla="*/ 773889 h 774176"/>
                <a:gd name="connsiteX4" fmla="*/ 431773 w 1447773"/>
                <a:gd name="connsiteY4" fmla="*/ 0 h 774176"/>
                <a:gd name="connsiteX0" fmla="*/ 429634 w 1447773"/>
                <a:gd name="connsiteY0" fmla="*/ 0 h 774176"/>
                <a:gd name="connsiteX1" fmla="*/ 1447773 w 1447773"/>
                <a:gd name="connsiteY1" fmla="*/ 0 h 774176"/>
                <a:gd name="connsiteX2" fmla="*/ 1304655 w 1447773"/>
                <a:gd name="connsiteY2" fmla="*/ 774176 h 774176"/>
                <a:gd name="connsiteX3" fmla="*/ 0 w 1447773"/>
                <a:gd name="connsiteY3" fmla="*/ 773889 h 774176"/>
                <a:gd name="connsiteX4" fmla="*/ 429634 w 1447773"/>
                <a:gd name="connsiteY4" fmla="*/ 0 h 774176"/>
                <a:gd name="connsiteX0" fmla="*/ 436049 w 1454188"/>
                <a:gd name="connsiteY0" fmla="*/ 0 h 774176"/>
                <a:gd name="connsiteX1" fmla="*/ 1454188 w 1454188"/>
                <a:gd name="connsiteY1" fmla="*/ 0 h 774176"/>
                <a:gd name="connsiteX2" fmla="*/ 1311070 w 1454188"/>
                <a:gd name="connsiteY2" fmla="*/ 774176 h 774176"/>
                <a:gd name="connsiteX3" fmla="*/ 0 w 1454188"/>
                <a:gd name="connsiteY3" fmla="*/ 773889 h 774176"/>
                <a:gd name="connsiteX4" fmla="*/ 436049 w 1454188"/>
                <a:gd name="connsiteY4" fmla="*/ 0 h 774176"/>
                <a:gd name="connsiteX0" fmla="*/ 436049 w 1458640"/>
                <a:gd name="connsiteY0" fmla="*/ 0 h 774176"/>
                <a:gd name="connsiteX1" fmla="*/ 1454188 w 1458640"/>
                <a:gd name="connsiteY1" fmla="*/ 0 h 774176"/>
                <a:gd name="connsiteX2" fmla="*/ 1458640 w 1458640"/>
                <a:gd name="connsiteY2" fmla="*/ 774176 h 774176"/>
                <a:gd name="connsiteX3" fmla="*/ 0 w 1458640"/>
                <a:gd name="connsiteY3" fmla="*/ 773889 h 774176"/>
                <a:gd name="connsiteX4" fmla="*/ 436049 w 1458640"/>
                <a:gd name="connsiteY4" fmla="*/ 0 h 774176"/>
                <a:gd name="connsiteX0" fmla="*/ 436049 w 1454363"/>
                <a:gd name="connsiteY0" fmla="*/ 0 h 774176"/>
                <a:gd name="connsiteX1" fmla="*/ 1454188 w 1454363"/>
                <a:gd name="connsiteY1" fmla="*/ 0 h 774176"/>
                <a:gd name="connsiteX2" fmla="*/ 1454363 w 1454363"/>
                <a:gd name="connsiteY2" fmla="*/ 774176 h 774176"/>
                <a:gd name="connsiteX3" fmla="*/ 0 w 1454363"/>
                <a:gd name="connsiteY3" fmla="*/ 773889 h 774176"/>
                <a:gd name="connsiteX4" fmla="*/ 436049 w 1454363"/>
                <a:gd name="connsiteY4" fmla="*/ 0 h 774176"/>
                <a:gd name="connsiteX0" fmla="*/ 369749 w 1388063"/>
                <a:gd name="connsiteY0" fmla="*/ 0 h 774176"/>
                <a:gd name="connsiteX1" fmla="*/ 1387888 w 1388063"/>
                <a:gd name="connsiteY1" fmla="*/ 0 h 774176"/>
                <a:gd name="connsiteX2" fmla="*/ 1388063 w 1388063"/>
                <a:gd name="connsiteY2" fmla="*/ 774176 h 774176"/>
                <a:gd name="connsiteX3" fmla="*/ 0 w 1388063"/>
                <a:gd name="connsiteY3" fmla="*/ 771964 h 774176"/>
                <a:gd name="connsiteX4" fmla="*/ 369749 w 1388063"/>
                <a:gd name="connsiteY4" fmla="*/ 0 h 774176"/>
                <a:gd name="connsiteX0" fmla="*/ 236254 w 1388063"/>
                <a:gd name="connsiteY0" fmla="*/ 0 h 774176"/>
                <a:gd name="connsiteX1" fmla="*/ 1387888 w 1388063"/>
                <a:gd name="connsiteY1" fmla="*/ 0 h 774176"/>
                <a:gd name="connsiteX2" fmla="*/ 1388063 w 1388063"/>
                <a:gd name="connsiteY2" fmla="*/ 774176 h 774176"/>
                <a:gd name="connsiteX3" fmla="*/ 0 w 1388063"/>
                <a:gd name="connsiteY3" fmla="*/ 771964 h 774176"/>
                <a:gd name="connsiteX4" fmla="*/ 236254 w 1388063"/>
                <a:gd name="connsiteY4" fmla="*/ 0 h 774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88063" h="774176">
                  <a:moveTo>
                    <a:pt x="236254" y="0"/>
                  </a:moveTo>
                  <a:lnTo>
                    <a:pt x="1387888" y="0"/>
                  </a:lnTo>
                  <a:cubicBezTo>
                    <a:pt x="1387946" y="258059"/>
                    <a:pt x="1388005" y="516117"/>
                    <a:pt x="1388063" y="774176"/>
                  </a:cubicBezTo>
                  <a:lnTo>
                    <a:pt x="0" y="771964"/>
                  </a:lnTo>
                  <a:lnTo>
                    <a:pt x="236254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77500" lnSpcReduction="20000"/>
            </a:bodyPr>
            <a:lstStyle/>
            <a:p>
              <a:pPr algn="ctr"/>
              <a:endParaRPr lang="en-US" sz="7200"/>
            </a:p>
          </p:txBody>
        </p:sp>
        <p:sp>
          <p:nvSpPr>
            <p:cNvPr id="31" name="íṩḻîḋé">
              <a:extLst>
                <a:ext uri="{FF2B5EF4-FFF2-40B4-BE49-F238E27FC236}">
                  <a16:creationId xmlns:a16="http://schemas.microsoft.com/office/drawing/2014/main" id="{A403BB90-5064-4073-9525-FC3BAF07BCF0}"/>
                </a:ext>
              </a:extLst>
            </p:cNvPr>
            <p:cNvSpPr/>
            <p:nvPr/>
          </p:nvSpPr>
          <p:spPr>
            <a:xfrm flipH="1">
              <a:off x="3225317" y="4760123"/>
              <a:ext cx="4941980" cy="892641"/>
            </a:xfrm>
            <a:prstGeom prst="homePlate">
              <a:avLst>
                <a:gd name="adj" fmla="val 29123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85000" lnSpcReduction="20000"/>
            </a:bodyPr>
            <a:lstStyle/>
            <a:p>
              <a:pPr algn="ctr"/>
              <a:endParaRPr lang="en-US" sz="7200"/>
            </a:p>
          </p:txBody>
        </p:sp>
        <p:sp>
          <p:nvSpPr>
            <p:cNvPr id="32" name="ïşḷiḓé">
              <a:extLst>
                <a:ext uri="{FF2B5EF4-FFF2-40B4-BE49-F238E27FC236}">
                  <a16:creationId xmlns:a16="http://schemas.microsoft.com/office/drawing/2014/main" id="{B9360A1E-D041-4472-8CE1-2982FA7D8373}"/>
                </a:ext>
              </a:extLst>
            </p:cNvPr>
            <p:cNvSpPr/>
            <p:nvPr/>
          </p:nvSpPr>
          <p:spPr>
            <a:xfrm rot="5400000" flipH="1" flipV="1">
              <a:off x="8029009" y="4905555"/>
              <a:ext cx="1071754" cy="776893"/>
            </a:xfrm>
            <a:custGeom>
              <a:avLst/>
              <a:gdLst>
                <a:gd name="connsiteX0" fmla="*/ 0 w 1016000"/>
                <a:gd name="connsiteY0" fmla="*/ 0 h 768404"/>
                <a:gd name="connsiteX1" fmla="*/ 1016000 w 1016000"/>
                <a:gd name="connsiteY1" fmla="*/ 0 h 768404"/>
                <a:gd name="connsiteX2" fmla="*/ 1016000 w 1016000"/>
                <a:gd name="connsiteY2" fmla="*/ 768404 h 768404"/>
                <a:gd name="connsiteX3" fmla="*/ 0 w 1016000"/>
                <a:gd name="connsiteY3" fmla="*/ 768404 h 768404"/>
                <a:gd name="connsiteX4" fmla="*/ 0 w 1016000"/>
                <a:gd name="connsiteY4" fmla="*/ 0 h 768404"/>
                <a:gd name="connsiteX0" fmla="*/ 729673 w 1745673"/>
                <a:gd name="connsiteY0" fmla="*/ 0 h 777641"/>
                <a:gd name="connsiteX1" fmla="*/ 1745673 w 1745673"/>
                <a:gd name="connsiteY1" fmla="*/ 0 h 777641"/>
                <a:gd name="connsiteX2" fmla="*/ 1745673 w 1745673"/>
                <a:gd name="connsiteY2" fmla="*/ 768404 h 777641"/>
                <a:gd name="connsiteX3" fmla="*/ 0 w 1745673"/>
                <a:gd name="connsiteY3" fmla="*/ 777641 h 777641"/>
                <a:gd name="connsiteX4" fmla="*/ 729673 w 1745673"/>
                <a:gd name="connsiteY4" fmla="*/ 0 h 777641"/>
                <a:gd name="connsiteX0" fmla="*/ 729673 w 1745673"/>
                <a:gd name="connsiteY0" fmla="*/ 0 h 777641"/>
                <a:gd name="connsiteX1" fmla="*/ 1745673 w 1745673"/>
                <a:gd name="connsiteY1" fmla="*/ 0 h 777641"/>
                <a:gd name="connsiteX2" fmla="*/ 1317048 w 1745673"/>
                <a:gd name="connsiteY2" fmla="*/ 770785 h 777641"/>
                <a:gd name="connsiteX3" fmla="*/ 0 w 1745673"/>
                <a:gd name="connsiteY3" fmla="*/ 777641 h 777641"/>
                <a:gd name="connsiteX4" fmla="*/ 729673 w 1745673"/>
                <a:gd name="connsiteY4" fmla="*/ 0 h 777641"/>
                <a:gd name="connsiteX0" fmla="*/ 720148 w 1736148"/>
                <a:gd name="connsiteY0" fmla="*/ 0 h 770785"/>
                <a:gd name="connsiteX1" fmla="*/ 1736148 w 1736148"/>
                <a:gd name="connsiteY1" fmla="*/ 0 h 770785"/>
                <a:gd name="connsiteX2" fmla="*/ 1307523 w 1736148"/>
                <a:gd name="connsiteY2" fmla="*/ 770785 h 770785"/>
                <a:gd name="connsiteX3" fmla="*/ 0 w 1736148"/>
                <a:gd name="connsiteY3" fmla="*/ 770497 h 770785"/>
                <a:gd name="connsiteX4" fmla="*/ 720148 w 1736148"/>
                <a:gd name="connsiteY4" fmla="*/ 0 h 770785"/>
                <a:gd name="connsiteX0" fmla="*/ 720148 w 1736148"/>
                <a:gd name="connsiteY0" fmla="*/ 0 h 770497"/>
                <a:gd name="connsiteX1" fmla="*/ 1736148 w 1736148"/>
                <a:gd name="connsiteY1" fmla="*/ 0 h 770497"/>
                <a:gd name="connsiteX2" fmla="*/ 1590892 w 1736148"/>
                <a:gd name="connsiteY2" fmla="*/ 768404 h 770497"/>
                <a:gd name="connsiteX3" fmla="*/ 0 w 1736148"/>
                <a:gd name="connsiteY3" fmla="*/ 770497 h 770497"/>
                <a:gd name="connsiteX4" fmla="*/ 720148 w 1736148"/>
                <a:gd name="connsiteY4" fmla="*/ 0 h 770497"/>
                <a:gd name="connsiteX0" fmla="*/ 429636 w 1445636"/>
                <a:gd name="connsiteY0" fmla="*/ 0 h 768404"/>
                <a:gd name="connsiteX1" fmla="*/ 1445636 w 1445636"/>
                <a:gd name="connsiteY1" fmla="*/ 0 h 768404"/>
                <a:gd name="connsiteX2" fmla="*/ 1300380 w 1445636"/>
                <a:gd name="connsiteY2" fmla="*/ 768404 h 768404"/>
                <a:gd name="connsiteX3" fmla="*/ 0 w 1445636"/>
                <a:gd name="connsiteY3" fmla="*/ 768116 h 768404"/>
                <a:gd name="connsiteX4" fmla="*/ 429636 w 1445636"/>
                <a:gd name="connsiteY4" fmla="*/ 0 h 768404"/>
                <a:gd name="connsiteX0" fmla="*/ 433913 w 1449913"/>
                <a:gd name="connsiteY0" fmla="*/ 0 h 771964"/>
                <a:gd name="connsiteX1" fmla="*/ 1449913 w 1449913"/>
                <a:gd name="connsiteY1" fmla="*/ 0 h 771964"/>
                <a:gd name="connsiteX2" fmla="*/ 1304657 w 1449913"/>
                <a:gd name="connsiteY2" fmla="*/ 768404 h 771964"/>
                <a:gd name="connsiteX3" fmla="*/ 0 w 1449913"/>
                <a:gd name="connsiteY3" fmla="*/ 771964 h 771964"/>
                <a:gd name="connsiteX4" fmla="*/ 433913 w 1449913"/>
                <a:gd name="connsiteY4" fmla="*/ 0 h 771964"/>
                <a:gd name="connsiteX0" fmla="*/ 433913 w 1449913"/>
                <a:gd name="connsiteY0" fmla="*/ 0 h 774176"/>
                <a:gd name="connsiteX1" fmla="*/ 1449913 w 1449913"/>
                <a:gd name="connsiteY1" fmla="*/ 0 h 774176"/>
                <a:gd name="connsiteX2" fmla="*/ 1306795 w 1449913"/>
                <a:gd name="connsiteY2" fmla="*/ 774176 h 774176"/>
                <a:gd name="connsiteX3" fmla="*/ 0 w 1449913"/>
                <a:gd name="connsiteY3" fmla="*/ 771964 h 774176"/>
                <a:gd name="connsiteX4" fmla="*/ 433913 w 1449913"/>
                <a:gd name="connsiteY4" fmla="*/ 0 h 774176"/>
                <a:gd name="connsiteX0" fmla="*/ 429635 w 1445635"/>
                <a:gd name="connsiteY0" fmla="*/ 0 h 777737"/>
                <a:gd name="connsiteX1" fmla="*/ 1445635 w 1445635"/>
                <a:gd name="connsiteY1" fmla="*/ 0 h 777737"/>
                <a:gd name="connsiteX2" fmla="*/ 1302517 w 1445635"/>
                <a:gd name="connsiteY2" fmla="*/ 774176 h 777737"/>
                <a:gd name="connsiteX3" fmla="*/ 0 w 1445635"/>
                <a:gd name="connsiteY3" fmla="*/ 777737 h 777737"/>
                <a:gd name="connsiteX4" fmla="*/ 429635 w 1445635"/>
                <a:gd name="connsiteY4" fmla="*/ 0 h 777737"/>
                <a:gd name="connsiteX0" fmla="*/ 431773 w 1447773"/>
                <a:gd name="connsiteY0" fmla="*/ 0 h 774176"/>
                <a:gd name="connsiteX1" fmla="*/ 1447773 w 1447773"/>
                <a:gd name="connsiteY1" fmla="*/ 0 h 774176"/>
                <a:gd name="connsiteX2" fmla="*/ 1304655 w 1447773"/>
                <a:gd name="connsiteY2" fmla="*/ 774176 h 774176"/>
                <a:gd name="connsiteX3" fmla="*/ 0 w 1447773"/>
                <a:gd name="connsiteY3" fmla="*/ 773889 h 774176"/>
                <a:gd name="connsiteX4" fmla="*/ 431773 w 1447773"/>
                <a:gd name="connsiteY4" fmla="*/ 0 h 774176"/>
                <a:gd name="connsiteX0" fmla="*/ 429634 w 1447773"/>
                <a:gd name="connsiteY0" fmla="*/ 0 h 774176"/>
                <a:gd name="connsiteX1" fmla="*/ 1447773 w 1447773"/>
                <a:gd name="connsiteY1" fmla="*/ 0 h 774176"/>
                <a:gd name="connsiteX2" fmla="*/ 1304655 w 1447773"/>
                <a:gd name="connsiteY2" fmla="*/ 774176 h 774176"/>
                <a:gd name="connsiteX3" fmla="*/ 0 w 1447773"/>
                <a:gd name="connsiteY3" fmla="*/ 773889 h 774176"/>
                <a:gd name="connsiteX4" fmla="*/ 429634 w 1447773"/>
                <a:gd name="connsiteY4" fmla="*/ 0 h 774176"/>
                <a:gd name="connsiteX0" fmla="*/ 436049 w 1454188"/>
                <a:gd name="connsiteY0" fmla="*/ 0 h 774176"/>
                <a:gd name="connsiteX1" fmla="*/ 1454188 w 1454188"/>
                <a:gd name="connsiteY1" fmla="*/ 0 h 774176"/>
                <a:gd name="connsiteX2" fmla="*/ 1311070 w 1454188"/>
                <a:gd name="connsiteY2" fmla="*/ 774176 h 774176"/>
                <a:gd name="connsiteX3" fmla="*/ 0 w 1454188"/>
                <a:gd name="connsiteY3" fmla="*/ 773889 h 774176"/>
                <a:gd name="connsiteX4" fmla="*/ 436049 w 1454188"/>
                <a:gd name="connsiteY4" fmla="*/ 0 h 774176"/>
                <a:gd name="connsiteX0" fmla="*/ 436049 w 1458640"/>
                <a:gd name="connsiteY0" fmla="*/ 0 h 774176"/>
                <a:gd name="connsiteX1" fmla="*/ 1454188 w 1458640"/>
                <a:gd name="connsiteY1" fmla="*/ 0 h 774176"/>
                <a:gd name="connsiteX2" fmla="*/ 1458640 w 1458640"/>
                <a:gd name="connsiteY2" fmla="*/ 774176 h 774176"/>
                <a:gd name="connsiteX3" fmla="*/ 0 w 1458640"/>
                <a:gd name="connsiteY3" fmla="*/ 773889 h 774176"/>
                <a:gd name="connsiteX4" fmla="*/ 436049 w 1458640"/>
                <a:gd name="connsiteY4" fmla="*/ 0 h 774176"/>
                <a:gd name="connsiteX0" fmla="*/ 436049 w 1454363"/>
                <a:gd name="connsiteY0" fmla="*/ 0 h 774176"/>
                <a:gd name="connsiteX1" fmla="*/ 1454188 w 1454363"/>
                <a:gd name="connsiteY1" fmla="*/ 0 h 774176"/>
                <a:gd name="connsiteX2" fmla="*/ 1454363 w 1454363"/>
                <a:gd name="connsiteY2" fmla="*/ 774176 h 774176"/>
                <a:gd name="connsiteX3" fmla="*/ 0 w 1454363"/>
                <a:gd name="connsiteY3" fmla="*/ 773889 h 774176"/>
                <a:gd name="connsiteX4" fmla="*/ 436049 w 1454363"/>
                <a:gd name="connsiteY4" fmla="*/ 0 h 774176"/>
                <a:gd name="connsiteX0" fmla="*/ 369749 w 1388063"/>
                <a:gd name="connsiteY0" fmla="*/ 0 h 774176"/>
                <a:gd name="connsiteX1" fmla="*/ 1387888 w 1388063"/>
                <a:gd name="connsiteY1" fmla="*/ 0 h 774176"/>
                <a:gd name="connsiteX2" fmla="*/ 1388063 w 1388063"/>
                <a:gd name="connsiteY2" fmla="*/ 774176 h 774176"/>
                <a:gd name="connsiteX3" fmla="*/ 0 w 1388063"/>
                <a:gd name="connsiteY3" fmla="*/ 771964 h 774176"/>
                <a:gd name="connsiteX4" fmla="*/ 369749 w 1388063"/>
                <a:gd name="connsiteY4" fmla="*/ 0 h 774176"/>
                <a:gd name="connsiteX0" fmla="*/ 236254 w 1388063"/>
                <a:gd name="connsiteY0" fmla="*/ 0 h 774176"/>
                <a:gd name="connsiteX1" fmla="*/ 1387888 w 1388063"/>
                <a:gd name="connsiteY1" fmla="*/ 0 h 774176"/>
                <a:gd name="connsiteX2" fmla="*/ 1388063 w 1388063"/>
                <a:gd name="connsiteY2" fmla="*/ 774176 h 774176"/>
                <a:gd name="connsiteX3" fmla="*/ 0 w 1388063"/>
                <a:gd name="connsiteY3" fmla="*/ 771964 h 774176"/>
                <a:gd name="connsiteX4" fmla="*/ 236254 w 1388063"/>
                <a:gd name="connsiteY4" fmla="*/ 0 h 774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88063" h="774176">
                  <a:moveTo>
                    <a:pt x="236254" y="0"/>
                  </a:moveTo>
                  <a:lnTo>
                    <a:pt x="1387888" y="0"/>
                  </a:lnTo>
                  <a:cubicBezTo>
                    <a:pt x="1387946" y="258059"/>
                    <a:pt x="1388005" y="516117"/>
                    <a:pt x="1388063" y="774176"/>
                  </a:cubicBezTo>
                  <a:lnTo>
                    <a:pt x="0" y="771964"/>
                  </a:lnTo>
                  <a:lnTo>
                    <a:pt x="236254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77500" lnSpcReduction="20000"/>
            </a:bodyPr>
            <a:lstStyle/>
            <a:p>
              <a:pPr algn="ctr"/>
              <a:endParaRPr lang="en-US" sz="7200"/>
            </a:p>
          </p:txBody>
        </p:sp>
        <p:sp>
          <p:nvSpPr>
            <p:cNvPr id="33" name="íSľidè">
              <a:extLst>
                <a:ext uri="{FF2B5EF4-FFF2-40B4-BE49-F238E27FC236}">
                  <a16:creationId xmlns:a16="http://schemas.microsoft.com/office/drawing/2014/main" id="{5C582422-B900-49C3-97C5-4D8F083C631B}"/>
                </a:ext>
              </a:extLst>
            </p:cNvPr>
            <p:cNvSpPr/>
            <p:nvPr/>
          </p:nvSpPr>
          <p:spPr>
            <a:xfrm flipH="1">
              <a:off x="4099634" y="5646402"/>
              <a:ext cx="4076804" cy="891576"/>
            </a:xfrm>
            <a:prstGeom prst="homePlate">
              <a:avLst>
                <a:gd name="adj" fmla="val 29123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85000" lnSpcReduction="20000"/>
            </a:bodyPr>
            <a:lstStyle/>
            <a:p>
              <a:pPr algn="ctr"/>
              <a:endParaRPr lang="en-US" sz="7200"/>
            </a:p>
          </p:txBody>
        </p:sp>
        <p:sp>
          <p:nvSpPr>
            <p:cNvPr id="34" name="iṧḷiḓé">
              <a:extLst>
                <a:ext uri="{FF2B5EF4-FFF2-40B4-BE49-F238E27FC236}">
                  <a16:creationId xmlns:a16="http://schemas.microsoft.com/office/drawing/2014/main" id="{C60E2031-7946-4EC5-BD70-09D22A14F447}"/>
                </a:ext>
              </a:extLst>
            </p:cNvPr>
            <p:cNvSpPr/>
            <p:nvPr/>
          </p:nvSpPr>
          <p:spPr>
            <a:xfrm rot="5400000" flipH="1" flipV="1">
              <a:off x="7944852" y="5872494"/>
              <a:ext cx="1237619" cy="779348"/>
            </a:xfrm>
            <a:custGeom>
              <a:avLst/>
              <a:gdLst>
                <a:gd name="connsiteX0" fmla="*/ 0 w 1016000"/>
                <a:gd name="connsiteY0" fmla="*/ 0 h 768404"/>
                <a:gd name="connsiteX1" fmla="*/ 1016000 w 1016000"/>
                <a:gd name="connsiteY1" fmla="*/ 0 h 768404"/>
                <a:gd name="connsiteX2" fmla="*/ 1016000 w 1016000"/>
                <a:gd name="connsiteY2" fmla="*/ 768404 h 768404"/>
                <a:gd name="connsiteX3" fmla="*/ 0 w 1016000"/>
                <a:gd name="connsiteY3" fmla="*/ 768404 h 768404"/>
                <a:gd name="connsiteX4" fmla="*/ 0 w 1016000"/>
                <a:gd name="connsiteY4" fmla="*/ 0 h 768404"/>
                <a:gd name="connsiteX0" fmla="*/ 729673 w 1745673"/>
                <a:gd name="connsiteY0" fmla="*/ 0 h 777641"/>
                <a:gd name="connsiteX1" fmla="*/ 1745673 w 1745673"/>
                <a:gd name="connsiteY1" fmla="*/ 0 h 777641"/>
                <a:gd name="connsiteX2" fmla="*/ 1745673 w 1745673"/>
                <a:gd name="connsiteY2" fmla="*/ 768404 h 777641"/>
                <a:gd name="connsiteX3" fmla="*/ 0 w 1745673"/>
                <a:gd name="connsiteY3" fmla="*/ 777641 h 777641"/>
                <a:gd name="connsiteX4" fmla="*/ 729673 w 1745673"/>
                <a:gd name="connsiteY4" fmla="*/ 0 h 777641"/>
                <a:gd name="connsiteX0" fmla="*/ 729673 w 1745673"/>
                <a:gd name="connsiteY0" fmla="*/ 0 h 777641"/>
                <a:gd name="connsiteX1" fmla="*/ 1745673 w 1745673"/>
                <a:gd name="connsiteY1" fmla="*/ 0 h 777641"/>
                <a:gd name="connsiteX2" fmla="*/ 1317048 w 1745673"/>
                <a:gd name="connsiteY2" fmla="*/ 770785 h 777641"/>
                <a:gd name="connsiteX3" fmla="*/ 0 w 1745673"/>
                <a:gd name="connsiteY3" fmla="*/ 777641 h 777641"/>
                <a:gd name="connsiteX4" fmla="*/ 729673 w 1745673"/>
                <a:gd name="connsiteY4" fmla="*/ 0 h 777641"/>
                <a:gd name="connsiteX0" fmla="*/ 720148 w 1736148"/>
                <a:gd name="connsiteY0" fmla="*/ 0 h 770785"/>
                <a:gd name="connsiteX1" fmla="*/ 1736148 w 1736148"/>
                <a:gd name="connsiteY1" fmla="*/ 0 h 770785"/>
                <a:gd name="connsiteX2" fmla="*/ 1307523 w 1736148"/>
                <a:gd name="connsiteY2" fmla="*/ 770785 h 770785"/>
                <a:gd name="connsiteX3" fmla="*/ 0 w 1736148"/>
                <a:gd name="connsiteY3" fmla="*/ 770497 h 770785"/>
                <a:gd name="connsiteX4" fmla="*/ 720148 w 1736148"/>
                <a:gd name="connsiteY4" fmla="*/ 0 h 770785"/>
                <a:gd name="connsiteX0" fmla="*/ 720148 w 1736148"/>
                <a:gd name="connsiteY0" fmla="*/ 0 h 770785"/>
                <a:gd name="connsiteX1" fmla="*/ 1736148 w 1736148"/>
                <a:gd name="connsiteY1" fmla="*/ 0 h 770785"/>
                <a:gd name="connsiteX2" fmla="*/ 1369545 w 1736148"/>
                <a:gd name="connsiteY2" fmla="*/ 770785 h 770785"/>
                <a:gd name="connsiteX3" fmla="*/ 0 w 1736148"/>
                <a:gd name="connsiteY3" fmla="*/ 770497 h 770785"/>
                <a:gd name="connsiteX4" fmla="*/ 720148 w 1736148"/>
                <a:gd name="connsiteY4" fmla="*/ 0 h 770785"/>
                <a:gd name="connsiteX0" fmla="*/ 446799 w 1736148"/>
                <a:gd name="connsiteY0" fmla="*/ 0 h 773231"/>
                <a:gd name="connsiteX1" fmla="*/ 1736148 w 1736148"/>
                <a:gd name="connsiteY1" fmla="*/ 2446 h 773231"/>
                <a:gd name="connsiteX2" fmla="*/ 1369545 w 1736148"/>
                <a:gd name="connsiteY2" fmla="*/ 773231 h 773231"/>
                <a:gd name="connsiteX3" fmla="*/ 0 w 1736148"/>
                <a:gd name="connsiteY3" fmla="*/ 772943 h 773231"/>
                <a:gd name="connsiteX4" fmla="*/ 446799 w 1736148"/>
                <a:gd name="connsiteY4" fmla="*/ 0 h 773231"/>
                <a:gd name="connsiteX0" fmla="*/ 446799 w 1605827"/>
                <a:gd name="connsiteY0" fmla="*/ 0 h 773231"/>
                <a:gd name="connsiteX1" fmla="*/ 1605827 w 1605827"/>
                <a:gd name="connsiteY1" fmla="*/ 2446 h 773231"/>
                <a:gd name="connsiteX2" fmla="*/ 1369545 w 1605827"/>
                <a:gd name="connsiteY2" fmla="*/ 773231 h 773231"/>
                <a:gd name="connsiteX3" fmla="*/ 0 w 1605827"/>
                <a:gd name="connsiteY3" fmla="*/ 772943 h 773231"/>
                <a:gd name="connsiteX4" fmla="*/ 446799 w 1605827"/>
                <a:gd name="connsiteY4" fmla="*/ 0 h 773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5827" h="773231">
                  <a:moveTo>
                    <a:pt x="446799" y="0"/>
                  </a:moveTo>
                  <a:lnTo>
                    <a:pt x="1605827" y="2446"/>
                  </a:lnTo>
                  <a:lnTo>
                    <a:pt x="1369545" y="773231"/>
                  </a:lnTo>
                  <a:lnTo>
                    <a:pt x="0" y="772943"/>
                  </a:lnTo>
                  <a:lnTo>
                    <a:pt x="446799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77500" lnSpcReduction="20000"/>
            </a:bodyPr>
            <a:lstStyle/>
            <a:p>
              <a:pPr algn="ctr"/>
              <a:endParaRPr lang="en-US" sz="7200" dirty="0"/>
            </a:p>
          </p:txBody>
        </p:sp>
        <p:sp>
          <p:nvSpPr>
            <p:cNvPr id="35" name="ïŝ1ïḑe">
              <a:extLst>
                <a:ext uri="{FF2B5EF4-FFF2-40B4-BE49-F238E27FC236}">
                  <a16:creationId xmlns:a16="http://schemas.microsoft.com/office/drawing/2014/main" id="{56E9EFF5-AAE1-4D1A-923D-F710FC83A70F}"/>
                </a:ext>
              </a:extLst>
            </p:cNvPr>
            <p:cNvSpPr/>
            <p:nvPr/>
          </p:nvSpPr>
          <p:spPr>
            <a:xfrm flipH="1">
              <a:off x="8554358" y="2613883"/>
              <a:ext cx="1111790" cy="1111790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77500" lnSpcReduction="20000"/>
            </a:bodyPr>
            <a:lstStyle/>
            <a:p>
              <a:pPr algn="ctr"/>
              <a:endParaRPr lang="en-US" sz="7200"/>
            </a:p>
          </p:txBody>
        </p:sp>
        <p:sp>
          <p:nvSpPr>
            <p:cNvPr id="36" name="ïŝḻídê">
              <a:extLst>
                <a:ext uri="{FF2B5EF4-FFF2-40B4-BE49-F238E27FC236}">
                  <a16:creationId xmlns:a16="http://schemas.microsoft.com/office/drawing/2014/main" id="{D48F9BD7-6C60-4CE1-BFC0-80983A9E5536}"/>
                </a:ext>
              </a:extLst>
            </p:cNvPr>
            <p:cNvSpPr/>
            <p:nvPr/>
          </p:nvSpPr>
          <p:spPr>
            <a:xfrm flipH="1">
              <a:off x="8539518" y="3662750"/>
              <a:ext cx="1127058" cy="1127058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chemeClr val="bg1">
                  <a:lumMod val="9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íš1îḋè">
              <a:extLst>
                <a:ext uri="{FF2B5EF4-FFF2-40B4-BE49-F238E27FC236}">
                  <a16:creationId xmlns:a16="http://schemas.microsoft.com/office/drawing/2014/main" id="{F2E2B2A9-2731-4A41-9A89-9505B64BB5EF}"/>
                </a:ext>
              </a:extLst>
            </p:cNvPr>
            <p:cNvSpPr/>
            <p:nvPr/>
          </p:nvSpPr>
          <p:spPr>
            <a:xfrm flipH="1">
              <a:off x="8532828" y="4721482"/>
              <a:ext cx="1140438" cy="1140438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77500" lnSpcReduction="20000"/>
            </a:bodyPr>
            <a:lstStyle/>
            <a:p>
              <a:pPr algn="ctr"/>
              <a:endParaRPr lang="en-US" sz="7200"/>
            </a:p>
          </p:txBody>
        </p:sp>
        <p:sp>
          <p:nvSpPr>
            <p:cNvPr id="38" name="iṥļíďê">
              <a:extLst>
                <a:ext uri="{FF2B5EF4-FFF2-40B4-BE49-F238E27FC236}">
                  <a16:creationId xmlns:a16="http://schemas.microsoft.com/office/drawing/2014/main" id="{7C1CC9AB-6942-42E4-92B9-940A8C51D4C0}"/>
                </a:ext>
              </a:extLst>
            </p:cNvPr>
            <p:cNvSpPr/>
            <p:nvPr/>
          </p:nvSpPr>
          <p:spPr>
            <a:xfrm flipH="1">
              <a:off x="8541260" y="5788975"/>
              <a:ext cx="1125268" cy="1123592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chemeClr val="bg1">
                  <a:lumMod val="9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îṥľîdé">
              <a:extLst>
                <a:ext uri="{FF2B5EF4-FFF2-40B4-BE49-F238E27FC236}">
                  <a16:creationId xmlns:a16="http://schemas.microsoft.com/office/drawing/2014/main" id="{CB62777A-32D8-4F7C-BD2C-BED47313FF6D}"/>
                </a:ext>
              </a:extLst>
            </p:cNvPr>
            <p:cNvSpPr/>
            <p:nvPr/>
          </p:nvSpPr>
          <p:spPr bwMode="auto">
            <a:xfrm flipH="1">
              <a:off x="8853032" y="5051181"/>
              <a:ext cx="500030" cy="481040"/>
            </a:xfrm>
            <a:custGeom>
              <a:avLst/>
              <a:gdLst>
                <a:gd name="connsiteX0" fmla="*/ 195114 w 608814"/>
                <a:gd name="connsiteY0" fmla="*/ 351627 h 585693"/>
                <a:gd name="connsiteX1" fmla="*/ 258290 w 608814"/>
                <a:gd name="connsiteY1" fmla="*/ 351627 h 585693"/>
                <a:gd name="connsiteX2" fmla="*/ 282731 w 608814"/>
                <a:gd name="connsiteY2" fmla="*/ 376018 h 585693"/>
                <a:gd name="connsiteX3" fmla="*/ 282731 w 608814"/>
                <a:gd name="connsiteY3" fmla="*/ 561210 h 585693"/>
                <a:gd name="connsiteX4" fmla="*/ 258290 w 608814"/>
                <a:gd name="connsiteY4" fmla="*/ 585693 h 585693"/>
                <a:gd name="connsiteX5" fmla="*/ 195114 w 608814"/>
                <a:gd name="connsiteY5" fmla="*/ 585693 h 585693"/>
                <a:gd name="connsiteX6" fmla="*/ 170673 w 608814"/>
                <a:gd name="connsiteY6" fmla="*/ 561210 h 585693"/>
                <a:gd name="connsiteX7" fmla="*/ 170673 w 608814"/>
                <a:gd name="connsiteY7" fmla="*/ 376018 h 585693"/>
                <a:gd name="connsiteX8" fmla="*/ 195114 w 608814"/>
                <a:gd name="connsiteY8" fmla="*/ 351627 h 585693"/>
                <a:gd name="connsiteX9" fmla="*/ 358100 w 608814"/>
                <a:gd name="connsiteY9" fmla="*/ 249872 h 585693"/>
                <a:gd name="connsiteX10" fmla="*/ 421316 w 608814"/>
                <a:gd name="connsiteY10" fmla="*/ 249872 h 585693"/>
                <a:gd name="connsiteX11" fmla="*/ 445737 w 608814"/>
                <a:gd name="connsiteY11" fmla="*/ 274267 h 585693"/>
                <a:gd name="connsiteX12" fmla="*/ 445737 w 608814"/>
                <a:gd name="connsiteY12" fmla="*/ 561206 h 585693"/>
                <a:gd name="connsiteX13" fmla="*/ 421316 w 608814"/>
                <a:gd name="connsiteY13" fmla="*/ 585693 h 585693"/>
                <a:gd name="connsiteX14" fmla="*/ 358100 w 608814"/>
                <a:gd name="connsiteY14" fmla="*/ 585693 h 585693"/>
                <a:gd name="connsiteX15" fmla="*/ 333679 w 608814"/>
                <a:gd name="connsiteY15" fmla="*/ 561206 h 585693"/>
                <a:gd name="connsiteX16" fmla="*/ 333679 w 608814"/>
                <a:gd name="connsiteY16" fmla="*/ 274267 h 585693"/>
                <a:gd name="connsiteX17" fmla="*/ 358100 w 608814"/>
                <a:gd name="connsiteY17" fmla="*/ 249872 h 585693"/>
                <a:gd name="connsiteX18" fmla="*/ 140260 w 608814"/>
                <a:gd name="connsiteY18" fmla="*/ 224680 h 585693"/>
                <a:gd name="connsiteX19" fmla="*/ 191844 w 608814"/>
                <a:gd name="connsiteY19" fmla="*/ 276122 h 585693"/>
                <a:gd name="connsiteX20" fmla="*/ 140260 w 608814"/>
                <a:gd name="connsiteY20" fmla="*/ 327564 h 585693"/>
                <a:gd name="connsiteX21" fmla="*/ 88676 w 608814"/>
                <a:gd name="connsiteY21" fmla="*/ 276122 h 585693"/>
                <a:gd name="connsiteX22" fmla="*/ 140260 w 608814"/>
                <a:gd name="connsiteY22" fmla="*/ 224680 h 585693"/>
                <a:gd name="connsiteX23" fmla="*/ 521177 w 608814"/>
                <a:gd name="connsiteY23" fmla="*/ 148117 h 585693"/>
                <a:gd name="connsiteX24" fmla="*/ 584301 w 608814"/>
                <a:gd name="connsiteY24" fmla="*/ 148117 h 585693"/>
                <a:gd name="connsiteX25" fmla="*/ 608814 w 608814"/>
                <a:gd name="connsiteY25" fmla="*/ 172601 h 585693"/>
                <a:gd name="connsiteX26" fmla="*/ 608814 w 608814"/>
                <a:gd name="connsiteY26" fmla="*/ 561209 h 585693"/>
                <a:gd name="connsiteX27" fmla="*/ 584301 w 608814"/>
                <a:gd name="connsiteY27" fmla="*/ 585693 h 585693"/>
                <a:gd name="connsiteX28" fmla="*/ 521177 w 608814"/>
                <a:gd name="connsiteY28" fmla="*/ 585693 h 585693"/>
                <a:gd name="connsiteX29" fmla="*/ 496756 w 608814"/>
                <a:gd name="connsiteY29" fmla="*/ 561209 h 585693"/>
                <a:gd name="connsiteX30" fmla="*/ 496756 w 608814"/>
                <a:gd name="connsiteY30" fmla="*/ 172601 h 585693"/>
                <a:gd name="connsiteX31" fmla="*/ 521177 w 608814"/>
                <a:gd name="connsiteY31" fmla="*/ 148117 h 585693"/>
                <a:gd name="connsiteX32" fmla="*/ 116229 w 608814"/>
                <a:gd name="connsiteY32" fmla="*/ 131322 h 585693"/>
                <a:gd name="connsiteX33" fmla="*/ 164246 w 608814"/>
                <a:gd name="connsiteY33" fmla="*/ 131322 h 585693"/>
                <a:gd name="connsiteX34" fmla="*/ 184061 w 608814"/>
                <a:gd name="connsiteY34" fmla="*/ 151113 h 585693"/>
                <a:gd name="connsiteX35" fmla="*/ 184061 w 608814"/>
                <a:gd name="connsiteY35" fmla="*/ 171457 h 585693"/>
                <a:gd name="connsiteX36" fmla="*/ 208669 w 608814"/>
                <a:gd name="connsiteY36" fmla="*/ 186094 h 585693"/>
                <a:gd name="connsiteX37" fmla="*/ 226641 w 608814"/>
                <a:gd name="connsiteY37" fmla="*/ 175692 h 585693"/>
                <a:gd name="connsiteX38" fmla="*/ 253737 w 608814"/>
                <a:gd name="connsiteY38" fmla="*/ 182964 h 585693"/>
                <a:gd name="connsiteX39" fmla="*/ 277792 w 608814"/>
                <a:gd name="connsiteY39" fmla="*/ 224572 h 585693"/>
                <a:gd name="connsiteX40" fmla="*/ 279727 w 608814"/>
                <a:gd name="connsiteY40" fmla="*/ 239577 h 585693"/>
                <a:gd name="connsiteX41" fmla="*/ 270511 w 608814"/>
                <a:gd name="connsiteY41" fmla="*/ 251544 h 585693"/>
                <a:gd name="connsiteX42" fmla="*/ 252355 w 608814"/>
                <a:gd name="connsiteY42" fmla="*/ 262038 h 585693"/>
                <a:gd name="connsiteX43" fmla="*/ 253829 w 608814"/>
                <a:gd name="connsiteY43" fmla="*/ 276122 h 585693"/>
                <a:gd name="connsiteX44" fmla="*/ 252355 w 608814"/>
                <a:gd name="connsiteY44" fmla="*/ 290206 h 585693"/>
                <a:gd name="connsiteX45" fmla="*/ 270511 w 608814"/>
                <a:gd name="connsiteY45" fmla="*/ 300700 h 585693"/>
                <a:gd name="connsiteX46" fmla="*/ 278714 w 608814"/>
                <a:gd name="connsiteY46" fmla="*/ 325094 h 585693"/>
                <a:gd name="connsiteX47" fmla="*/ 258253 w 608814"/>
                <a:gd name="connsiteY47" fmla="*/ 321136 h 585693"/>
                <a:gd name="connsiteX48" fmla="*/ 195858 w 608814"/>
                <a:gd name="connsiteY48" fmla="*/ 321136 h 585693"/>
                <a:gd name="connsiteX49" fmla="*/ 212171 w 608814"/>
                <a:gd name="connsiteY49" fmla="*/ 276122 h 585693"/>
                <a:gd name="connsiteX50" fmla="*/ 140191 w 608814"/>
                <a:gd name="connsiteY50" fmla="*/ 204320 h 585693"/>
                <a:gd name="connsiteX51" fmla="*/ 68304 w 608814"/>
                <a:gd name="connsiteY51" fmla="*/ 276122 h 585693"/>
                <a:gd name="connsiteX52" fmla="*/ 140191 w 608814"/>
                <a:gd name="connsiteY52" fmla="*/ 348016 h 585693"/>
                <a:gd name="connsiteX53" fmla="*/ 148486 w 608814"/>
                <a:gd name="connsiteY53" fmla="*/ 347095 h 585693"/>
                <a:gd name="connsiteX54" fmla="*/ 140099 w 608814"/>
                <a:gd name="connsiteY54" fmla="*/ 376000 h 585693"/>
                <a:gd name="connsiteX55" fmla="*/ 140099 w 608814"/>
                <a:gd name="connsiteY55" fmla="*/ 420922 h 585693"/>
                <a:gd name="connsiteX56" fmla="*/ 116229 w 608814"/>
                <a:gd name="connsiteY56" fmla="*/ 420922 h 585693"/>
                <a:gd name="connsiteX57" fmla="*/ 96413 w 608814"/>
                <a:gd name="connsiteY57" fmla="*/ 401131 h 585693"/>
                <a:gd name="connsiteX58" fmla="*/ 96413 w 608814"/>
                <a:gd name="connsiteY58" fmla="*/ 380787 h 585693"/>
                <a:gd name="connsiteX59" fmla="*/ 71806 w 608814"/>
                <a:gd name="connsiteY59" fmla="*/ 366150 h 585693"/>
                <a:gd name="connsiteX60" fmla="*/ 53742 w 608814"/>
                <a:gd name="connsiteY60" fmla="*/ 376552 h 585693"/>
                <a:gd name="connsiteX61" fmla="*/ 38719 w 608814"/>
                <a:gd name="connsiteY61" fmla="*/ 378577 h 585693"/>
                <a:gd name="connsiteX62" fmla="*/ 26738 w 608814"/>
                <a:gd name="connsiteY62" fmla="*/ 369372 h 585693"/>
                <a:gd name="connsiteX63" fmla="*/ 2683 w 608814"/>
                <a:gd name="connsiteY63" fmla="*/ 327764 h 585693"/>
                <a:gd name="connsiteX64" fmla="*/ 9872 w 608814"/>
                <a:gd name="connsiteY64" fmla="*/ 300700 h 585693"/>
                <a:gd name="connsiteX65" fmla="*/ 28120 w 608814"/>
                <a:gd name="connsiteY65" fmla="*/ 290206 h 585693"/>
                <a:gd name="connsiteX66" fmla="*/ 26645 w 608814"/>
                <a:gd name="connsiteY66" fmla="*/ 276122 h 585693"/>
                <a:gd name="connsiteX67" fmla="*/ 28120 w 608814"/>
                <a:gd name="connsiteY67" fmla="*/ 262038 h 585693"/>
                <a:gd name="connsiteX68" fmla="*/ 9872 w 608814"/>
                <a:gd name="connsiteY68" fmla="*/ 251544 h 585693"/>
                <a:gd name="connsiteX69" fmla="*/ 2683 w 608814"/>
                <a:gd name="connsiteY69" fmla="*/ 224572 h 585693"/>
                <a:gd name="connsiteX70" fmla="*/ 26738 w 608814"/>
                <a:gd name="connsiteY70" fmla="*/ 182964 h 585693"/>
                <a:gd name="connsiteX71" fmla="*/ 38719 w 608814"/>
                <a:gd name="connsiteY71" fmla="*/ 173759 h 585693"/>
                <a:gd name="connsiteX72" fmla="*/ 53742 w 608814"/>
                <a:gd name="connsiteY72" fmla="*/ 175692 h 585693"/>
                <a:gd name="connsiteX73" fmla="*/ 71806 w 608814"/>
                <a:gd name="connsiteY73" fmla="*/ 186094 h 585693"/>
                <a:gd name="connsiteX74" fmla="*/ 96413 w 608814"/>
                <a:gd name="connsiteY74" fmla="*/ 171457 h 585693"/>
                <a:gd name="connsiteX75" fmla="*/ 96413 w 608814"/>
                <a:gd name="connsiteY75" fmla="*/ 151113 h 585693"/>
                <a:gd name="connsiteX76" fmla="*/ 116229 w 608814"/>
                <a:gd name="connsiteY76" fmla="*/ 131322 h 585693"/>
                <a:gd name="connsiteX77" fmla="*/ 445756 w 608814"/>
                <a:gd name="connsiteY77" fmla="*/ 83476 h 585693"/>
                <a:gd name="connsiteX78" fmla="*/ 414140 w 608814"/>
                <a:gd name="connsiteY78" fmla="*/ 115044 h 585693"/>
                <a:gd name="connsiteX79" fmla="*/ 445756 w 608814"/>
                <a:gd name="connsiteY79" fmla="*/ 146520 h 585693"/>
                <a:gd name="connsiteX80" fmla="*/ 477371 w 608814"/>
                <a:gd name="connsiteY80" fmla="*/ 115044 h 585693"/>
                <a:gd name="connsiteX81" fmla="*/ 445756 w 608814"/>
                <a:gd name="connsiteY81" fmla="*/ 83476 h 585693"/>
                <a:gd name="connsiteX82" fmla="*/ 426676 w 608814"/>
                <a:gd name="connsiteY82" fmla="*/ 0 h 585693"/>
                <a:gd name="connsiteX83" fmla="*/ 464835 w 608814"/>
                <a:gd name="connsiteY83" fmla="*/ 0 h 585693"/>
                <a:gd name="connsiteX84" fmla="*/ 480597 w 608814"/>
                <a:gd name="connsiteY84" fmla="*/ 15738 h 585693"/>
                <a:gd name="connsiteX85" fmla="*/ 480597 w 608814"/>
                <a:gd name="connsiteY85" fmla="*/ 31936 h 585693"/>
                <a:gd name="connsiteX86" fmla="*/ 500138 w 608814"/>
                <a:gd name="connsiteY86" fmla="*/ 43533 h 585693"/>
                <a:gd name="connsiteX87" fmla="*/ 514425 w 608814"/>
                <a:gd name="connsiteY87" fmla="*/ 35249 h 585693"/>
                <a:gd name="connsiteX88" fmla="*/ 535901 w 608814"/>
                <a:gd name="connsiteY88" fmla="*/ 40956 h 585693"/>
                <a:gd name="connsiteX89" fmla="*/ 554981 w 608814"/>
                <a:gd name="connsiteY89" fmla="*/ 73996 h 585693"/>
                <a:gd name="connsiteX90" fmla="*/ 556640 w 608814"/>
                <a:gd name="connsiteY90" fmla="*/ 85961 h 585693"/>
                <a:gd name="connsiteX91" fmla="*/ 549266 w 608814"/>
                <a:gd name="connsiteY91" fmla="*/ 95440 h 585693"/>
                <a:gd name="connsiteX92" fmla="*/ 534887 w 608814"/>
                <a:gd name="connsiteY92" fmla="*/ 103815 h 585693"/>
                <a:gd name="connsiteX93" fmla="*/ 535993 w 608814"/>
                <a:gd name="connsiteY93" fmla="*/ 115044 h 585693"/>
                <a:gd name="connsiteX94" fmla="*/ 535717 w 608814"/>
                <a:gd name="connsiteY94" fmla="*/ 117621 h 585693"/>
                <a:gd name="connsiteX95" fmla="*/ 521153 w 608814"/>
                <a:gd name="connsiteY95" fmla="*/ 117621 h 585693"/>
                <a:gd name="connsiteX96" fmla="*/ 466126 w 608814"/>
                <a:gd name="connsiteY96" fmla="*/ 172565 h 585693"/>
                <a:gd name="connsiteX97" fmla="*/ 466126 w 608814"/>
                <a:gd name="connsiteY97" fmla="*/ 229719 h 585693"/>
                <a:gd name="connsiteX98" fmla="*/ 466126 w 608814"/>
                <a:gd name="connsiteY98" fmla="*/ 242604 h 585693"/>
                <a:gd name="connsiteX99" fmla="*/ 453590 w 608814"/>
                <a:gd name="connsiteY99" fmla="*/ 229995 h 585693"/>
                <a:gd name="connsiteX100" fmla="*/ 421330 w 608814"/>
                <a:gd name="connsiteY100" fmla="*/ 219319 h 585693"/>
                <a:gd name="connsiteX101" fmla="*/ 411928 w 608814"/>
                <a:gd name="connsiteY101" fmla="*/ 219319 h 585693"/>
                <a:gd name="connsiteX102" fmla="*/ 410914 w 608814"/>
                <a:gd name="connsiteY102" fmla="*/ 214257 h 585693"/>
                <a:gd name="connsiteX103" fmla="*/ 410914 w 608814"/>
                <a:gd name="connsiteY103" fmla="*/ 198059 h 585693"/>
                <a:gd name="connsiteX104" fmla="*/ 391373 w 608814"/>
                <a:gd name="connsiteY104" fmla="*/ 186463 h 585693"/>
                <a:gd name="connsiteX105" fmla="*/ 377086 w 608814"/>
                <a:gd name="connsiteY105" fmla="*/ 194746 h 585693"/>
                <a:gd name="connsiteX106" fmla="*/ 365104 w 608814"/>
                <a:gd name="connsiteY106" fmla="*/ 196310 h 585693"/>
                <a:gd name="connsiteX107" fmla="*/ 355610 w 608814"/>
                <a:gd name="connsiteY107" fmla="*/ 189040 h 585693"/>
                <a:gd name="connsiteX108" fmla="*/ 336530 w 608814"/>
                <a:gd name="connsiteY108" fmla="*/ 155999 h 585693"/>
                <a:gd name="connsiteX109" fmla="*/ 342245 w 608814"/>
                <a:gd name="connsiteY109" fmla="*/ 134463 h 585693"/>
                <a:gd name="connsiteX110" fmla="*/ 356716 w 608814"/>
                <a:gd name="connsiteY110" fmla="*/ 126180 h 585693"/>
                <a:gd name="connsiteX111" fmla="*/ 355518 w 608814"/>
                <a:gd name="connsiteY111" fmla="*/ 115044 h 585693"/>
                <a:gd name="connsiteX112" fmla="*/ 356716 w 608814"/>
                <a:gd name="connsiteY112" fmla="*/ 103815 h 585693"/>
                <a:gd name="connsiteX113" fmla="*/ 342245 w 608814"/>
                <a:gd name="connsiteY113" fmla="*/ 95440 h 585693"/>
                <a:gd name="connsiteX114" fmla="*/ 336530 w 608814"/>
                <a:gd name="connsiteY114" fmla="*/ 73996 h 585693"/>
                <a:gd name="connsiteX115" fmla="*/ 355610 w 608814"/>
                <a:gd name="connsiteY115" fmla="*/ 40956 h 585693"/>
                <a:gd name="connsiteX116" fmla="*/ 365104 w 608814"/>
                <a:gd name="connsiteY116" fmla="*/ 33685 h 585693"/>
                <a:gd name="connsiteX117" fmla="*/ 377086 w 608814"/>
                <a:gd name="connsiteY117" fmla="*/ 35249 h 585693"/>
                <a:gd name="connsiteX118" fmla="*/ 391373 w 608814"/>
                <a:gd name="connsiteY118" fmla="*/ 43533 h 585693"/>
                <a:gd name="connsiteX119" fmla="*/ 410914 w 608814"/>
                <a:gd name="connsiteY119" fmla="*/ 31936 h 585693"/>
                <a:gd name="connsiteX120" fmla="*/ 410914 w 608814"/>
                <a:gd name="connsiteY120" fmla="*/ 15738 h 585693"/>
                <a:gd name="connsiteX121" fmla="*/ 426676 w 608814"/>
                <a:gd name="connsiteY121" fmla="*/ 0 h 585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608814" h="585693">
                  <a:moveTo>
                    <a:pt x="195114" y="351627"/>
                  </a:moveTo>
                  <a:lnTo>
                    <a:pt x="258290" y="351627"/>
                  </a:lnTo>
                  <a:cubicBezTo>
                    <a:pt x="271848" y="351627"/>
                    <a:pt x="282731" y="362580"/>
                    <a:pt x="282731" y="376018"/>
                  </a:cubicBezTo>
                  <a:lnTo>
                    <a:pt x="282731" y="561210"/>
                  </a:lnTo>
                  <a:cubicBezTo>
                    <a:pt x="282731" y="574740"/>
                    <a:pt x="271848" y="585693"/>
                    <a:pt x="258290" y="585693"/>
                  </a:cubicBezTo>
                  <a:lnTo>
                    <a:pt x="195114" y="585693"/>
                  </a:lnTo>
                  <a:cubicBezTo>
                    <a:pt x="181556" y="585693"/>
                    <a:pt x="170673" y="574740"/>
                    <a:pt x="170673" y="561210"/>
                  </a:cubicBezTo>
                  <a:lnTo>
                    <a:pt x="170673" y="376018"/>
                  </a:lnTo>
                  <a:cubicBezTo>
                    <a:pt x="170673" y="362580"/>
                    <a:pt x="181556" y="351627"/>
                    <a:pt x="195114" y="351627"/>
                  </a:cubicBezTo>
                  <a:close/>
                  <a:moveTo>
                    <a:pt x="358100" y="249872"/>
                  </a:moveTo>
                  <a:lnTo>
                    <a:pt x="421316" y="249872"/>
                  </a:lnTo>
                  <a:cubicBezTo>
                    <a:pt x="434771" y="249872"/>
                    <a:pt x="445737" y="260735"/>
                    <a:pt x="445737" y="274267"/>
                  </a:cubicBezTo>
                  <a:lnTo>
                    <a:pt x="445737" y="561206"/>
                  </a:lnTo>
                  <a:cubicBezTo>
                    <a:pt x="445737" y="574738"/>
                    <a:pt x="434771" y="585693"/>
                    <a:pt x="421316" y="585693"/>
                  </a:cubicBezTo>
                  <a:lnTo>
                    <a:pt x="358100" y="585693"/>
                  </a:lnTo>
                  <a:cubicBezTo>
                    <a:pt x="344645" y="585693"/>
                    <a:pt x="333679" y="574738"/>
                    <a:pt x="333679" y="561206"/>
                  </a:cubicBezTo>
                  <a:lnTo>
                    <a:pt x="333679" y="274267"/>
                  </a:lnTo>
                  <a:cubicBezTo>
                    <a:pt x="333679" y="260735"/>
                    <a:pt x="344645" y="249872"/>
                    <a:pt x="358100" y="249872"/>
                  </a:cubicBezTo>
                  <a:close/>
                  <a:moveTo>
                    <a:pt x="140260" y="224680"/>
                  </a:moveTo>
                  <a:cubicBezTo>
                    <a:pt x="168749" y="224680"/>
                    <a:pt x="191844" y="247711"/>
                    <a:pt x="191844" y="276122"/>
                  </a:cubicBezTo>
                  <a:cubicBezTo>
                    <a:pt x="191844" y="304533"/>
                    <a:pt x="168749" y="327564"/>
                    <a:pt x="140260" y="327564"/>
                  </a:cubicBezTo>
                  <a:cubicBezTo>
                    <a:pt x="111771" y="327564"/>
                    <a:pt x="88676" y="304533"/>
                    <a:pt x="88676" y="276122"/>
                  </a:cubicBezTo>
                  <a:cubicBezTo>
                    <a:pt x="88676" y="247711"/>
                    <a:pt x="111771" y="224680"/>
                    <a:pt x="140260" y="224680"/>
                  </a:cubicBezTo>
                  <a:close/>
                  <a:moveTo>
                    <a:pt x="521177" y="148117"/>
                  </a:moveTo>
                  <a:lnTo>
                    <a:pt x="584301" y="148117"/>
                  </a:lnTo>
                  <a:cubicBezTo>
                    <a:pt x="597848" y="148117"/>
                    <a:pt x="608814" y="159070"/>
                    <a:pt x="608814" y="172601"/>
                  </a:cubicBezTo>
                  <a:lnTo>
                    <a:pt x="608814" y="561209"/>
                  </a:lnTo>
                  <a:cubicBezTo>
                    <a:pt x="608814" y="574740"/>
                    <a:pt x="597848" y="585693"/>
                    <a:pt x="584301" y="585693"/>
                  </a:cubicBezTo>
                  <a:lnTo>
                    <a:pt x="521177" y="585693"/>
                  </a:lnTo>
                  <a:cubicBezTo>
                    <a:pt x="507722" y="585693"/>
                    <a:pt x="496756" y="574740"/>
                    <a:pt x="496756" y="561209"/>
                  </a:cubicBezTo>
                  <a:lnTo>
                    <a:pt x="496756" y="172601"/>
                  </a:lnTo>
                  <a:cubicBezTo>
                    <a:pt x="496756" y="159070"/>
                    <a:pt x="507722" y="148117"/>
                    <a:pt x="521177" y="148117"/>
                  </a:cubicBezTo>
                  <a:close/>
                  <a:moveTo>
                    <a:pt x="116229" y="131322"/>
                  </a:moveTo>
                  <a:lnTo>
                    <a:pt x="164246" y="131322"/>
                  </a:lnTo>
                  <a:cubicBezTo>
                    <a:pt x="175214" y="131322"/>
                    <a:pt x="184061" y="140159"/>
                    <a:pt x="184061" y="151113"/>
                  </a:cubicBezTo>
                  <a:lnTo>
                    <a:pt x="184061" y="171457"/>
                  </a:lnTo>
                  <a:cubicBezTo>
                    <a:pt x="193001" y="175231"/>
                    <a:pt x="201019" y="180386"/>
                    <a:pt x="208669" y="186094"/>
                  </a:cubicBezTo>
                  <a:lnTo>
                    <a:pt x="226641" y="175692"/>
                  </a:lnTo>
                  <a:cubicBezTo>
                    <a:pt x="236134" y="170261"/>
                    <a:pt x="248300" y="173482"/>
                    <a:pt x="253737" y="182964"/>
                  </a:cubicBezTo>
                  <a:lnTo>
                    <a:pt x="277792" y="224572"/>
                  </a:lnTo>
                  <a:cubicBezTo>
                    <a:pt x="280465" y="229083"/>
                    <a:pt x="281110" y="234514"/>
                    <a:pt x="279727" y="239577"/>
                  </a:cubicBezTo>
                  <a:cubicBezTo>
                    <a:pt x="278437" y="244640"/>
                    <a:pt x="275119" y="248966"/>
                    <a:pt x="270511" y="251544"/>
                  </a:cubicBezTo>
                  <a:lnTo>
                    <a:pt x="252355" y="262038"/>
                  </a:lnTo>
                  <a:cubicBezTo>
                    <a:pt x="253000" y="266733"/>
                    <a:pt x="253829" y="271335"/>
                    <a:pt x="253829" y="276122"/>
                  </a:cubicBezTo>
                  <a:cubicBezTo>
                    <a:pt x="253829" y="281001"/>
                    <a:pt x="253000" y="285604"/>
                    <a:pt x="252355" y="290206"/>
                  </a:cubicBezTo>
                  <a:lnTo>
                    <a:pt x="270511" y="300700"/>
                  </a:lnTo>
                  <a:cubicBezTo>
                    <a:pt x="279174" y="305671"/>
                    <a:pt x="282308" y="316165"/>
                    <a:pt x="278714" y="325094"/>
                  </a:cubicBezTo>
                  <a:cubicBezTo>
                    <a:pt x="272354" y="322609"/>
                    <a:pt x="265442" y="321136"/>
                    <a:pt x="258253" y="321136"/>
                  </a:cubicBezTo>
                  <a:lnTo>
                    <a:pt x="195858" y="321136"/>
                  </a:lnTo>
                  <a:cubicBezTo>
                    <a:pt x="205904" y="308709"/>
                    <a:pt x="212171" y="293244"/>
                    <a:pt x="212171" y="276122"/>
                  </a:cubicBezTo>
                  <a:cubicBezTo>
                    <a:pt x="212171" y="236539"/>
                    <a:pt x="179914" y="204320"/>
                    <a:pt x="140191" y="204320"/>
                  </a:cubicBezTo>
                  <a:cubicBezTo>
                    <a:pt x="100561" y="204320"/>
                    <a:pt x="68304" y="236539"/>
                    <a:pt x="68304" y="276122"/>
                  </a:cubicBezTo>
                  <a:cubicBezTo>
                    <a:pt x="68304" y="315797"/>
                    <a:pt x="100561" y="348016"/>
                    <a:pt x="140191" y="348016"/>
                  </a:cubicBezTo>
                  <a:cubicBezTo>
                    <a:pt x="143048" y="348016"/>
                    <a:pt x="145721" y="347463"/>
                    <a:pt x="148486" y="347095"/>
                  </a:cubicBezTo>
                  <a:cubicBezTo>
                    <a:pt x="143233" y="355564"/>
                    <a:pt x="140099" y="365414"/>
                    <a:pt x="140099" y="376000"/>
                  </a:cubicBezTo>
                  <a:lnTo>
                    <a:pt x="140099" y="420922"/>
                  </a:lnTo>
                  <a:lnTo>
                    <a:pt x="116229" y="420922"/>
                  </a:lnTo>
                  <a:cubicBezTo>
                    <a:pt x="105261" y="420922"/>
                    <a:pt x="96413" y="412085"/>
                    <a:pt x="96413" y="401131"/>
                  </a:cubicBezTo>
                  <a:lnTo>
                    <a:pt x="96413" y="380787"/>
                  </a:lnTo>
                  <a:cubicBezTo>
                    <a:pt x="87474" y="377013"/>
                    <a:pt x="79455" y="371950"/>
                    <a:pt x="71806" y="366150"/>
                  </a:cubicBezTo>
                  <a:lnTo>
                    <a:pt x="53742" y="376552"/>
                  </a:lnTo>
                  <a:cubicBezTo>
                    <a:pt x="49226" y="379222"/>
                    <a:pt x="43788" y="379866"/>
                    <a:pt x="38719" y="378577"/>
                  </a:cubicBezTo>
                  <a:cubicBezTo>
                    <a:pt x="33650" y="377197"/>
                    <a:pt x="29318" y="373883"/>
                    <a:pt x="26738" y="369372"/>
                  </a:cubicBezTo>
                  <a:lnTo>
                    <a:pt x="2683" y="327764"/>
                  </a:lnTo>
                  <a:cubicBezTo>
                    <a:pt x="-2847" y="318282"/>
                    <a:pt x="471" y="306131"/>
                    <a:pt x="9872" y="300700"/>
                  </a:cubicBezTo>
                  <a:lnTo>
                    <a:pt x="28120" y="290206"/>
                  </a:lnTo>
                  <a:cubicBezTo>
                    <a:pt x="27475" y="285604"/>
                    <a:pt x="26645" y="281001"/>
                    <a:pt x="26645" y="276122"/>
                  </a:cubicBezTo>
                  <a:cubicBezTo>
                    <a:pt x="26645" y="271335"/>
                    <a:pt x="27475" y="266733"/>
                    <a:pt x="28120" y="262038"/>
                  </a:cubicBezTo>
                  <a:lnTo>
                    <a:pt x="9872" y="251544"/>
                  </a:lnTo>
                  <a:cubicBezTo>
                    <a:pt x="471" y="246113"/>
                    <a:pt x="-2847" y="233962"/>
                    <a:pt x="2683" y="224572"/>
                  </a:cubicBezTo>
                  <a:lnTo>
                    <a:pt x="26738" y="182964"/>
                  </a:lnTo>
                  <a:cubicBezTo>
                    <a:pt x="29318" y="178361"/>
                    <a:pt x="33650" y="175139"/>
                    <a:pt x="38719" y="173759"/>
                  </a:cubicBezTo>
                  <a:cubicBezTo>
                    <a:pt x="43788" y="172378"/>
                    <a:pt x="49226" y="173114"/>
                    <a:pt x="53742" y="175692"/>
                  </a:cubicBezTo>
                  <a:lnTo>
                    <a:pt x="71806" y="186094"/>
                  </a:lnTo>
                  <a:cubicBezTo>
                    <a:pt x="79455" y="180386"/>
                    <a:pt x="87474" y="175231"/>
                    <a:pt x="96413" y="171457"/>
                  </a:cubicBezTo>
                  <a:lnTo>
                    <a:pt x="96413" y="151113"/>
                  </a:lnTo>
                  <a:cubicBezTo>
                    <a:pt x="96413" y="140159"/>
                    <a:pt x="105261" y="131322"/>
                    <a:pt x="116229" y="131322"/>
                  </a:cubicBezTo>
                  <a:close/>
                  <a:moveTo>
                    <a:pt x="445756" y="83476"/>
                  </a:moveTo>
                  <a:cubicBezTo>
                    <a:pt x="428335" y="83476"/>
                    <a:pt x="414140" y="97557"/>
                    <a:pt x="414140" y="115044"/>
                  </a:cubicBezTo>
                  <a:cubicBezTo>
                    <a:pt x="414140" y="132438"/>
                    <a:pt x="428335" y="146520"/>
                    <a:pt x="445756" y="146520"/>
                  </a:cubicBezTo>
                  <a:cubicBezTo>
                    <a:pt x="463176" y="146520"/>
                    <a:pt x="477371" y="132438"/>
                    <a:pt x="477371" y="115044"/>
                  </a:cubicBezTo>
                  <a:cubicBezTo>
                    <a:pt x="477371" y="97557"/>
                    <a:pt x="463176" y="83476"/>
                    <a:pt x="445756" y="83476"/>
                  </a:cubicBezTo>
                  <a:close/>
                  <a:moveTo>
                    <a:pt x="426676" y="0"/>
                  </a:moveTo>
                  <a:lnTo>
                    <a:pt x="464835" y="0"/>
                  </a:lnTo>
                  <a:cubicBezTo>
                    <a:pt x="473500" y="0"/>
                    <a:pt x="480597" y="7087"/>
                    <a:pt x="480597" y="15738"/>
                  </a:cubicBezTo>
                  <a:lnTo>
                    <a:pt x="480597" y="31936"/>
                  </a:lnTo>
                  <a:cubicBezTo>
                    <a:pt x="487694" y="34881"/>
                    <a:pt x="494054" y="38931"/>
                    <a:pt x="500138" y="43533"/>
                  </a:cubicBezTo>
                  <a:lnTo>
                    <a:pt x="514425" y="35249"/>
                  </a:lnTo>
                  <a:cubicBezTo>
                    <a:pt x="521983" y="30924"/>
                    <a:pt x="531569" y="33501"/>
                    <a:pt x="535901" y="40956"/>
                  </a:cubicBezTo>
                  <a:lnTo>
                    <a:pt x="554981" y="73996"/>
                  </a:lnTo>
                  <a:cubicBezTo>
                    <a:pt x="557101" y="77585"/>
                    <a:pt x="557654" y="81911"/>
                    <a:pt x="556640" y="85961"/>
                  </a:cubicBezTo>
                  <a:cubicBezTo>
                    <a:pt x="555534" y="89918"/>
                    <a:pt x="552861" y="93415"/>
                    <a:pt x="549266" y="95440"/>
                  </a:cubicBezTo>
                  <a:lnTo>
                    <a:pt x="534887" y="103815"/>
                  </a:lnTo>
                  <a:cubicBezTo>
                    <a:pt x="535348" y="107497"/>
                    <a:pt x="535993" y="111178"/>
                    <a:pt x="535993" y="115044"/>
                  </a:cubicBezTo>
                  <a:cubicBezTo>
                    <a:pt x="535993" y="115872"/>
                    <a:pt x="535809" y="116700"/>
                    <a:pt x="535717" y="117621"/>
                  </a:cubicBezTo>
                  <a:lnTo>
                    <a:pt x="521153" y="117621"/>
                  </a:lnTo>
                  <a:cubicBezTo>
                    <a:pt x="490828" y="117621"/>
                    <a:pt x="466126" y="142286"/>
                    <a:pt x="466126" y="172565"/>
                  </a:cubicBezTo>
                  <a:lnTo>
                    <a:pt x="466126" y="229719"/>
                  </a:lnTo>
                  <a:lnTo>
                    <a:pt x="466126" y="242604"/>
                  </a:lnTo>
                  <a:cubicBezTo>
                    <a:pt x="462715" y="237726"/>
                    <a:pt x="458383" y="233493"/>
                    <a:pt x="453590" y="229995"/>
                  </a:cubicBezTo>
                  <a:cubicBezTo>
                    <a:pt x="444465" y="223369"/>
                    <a:pt x="433404" y="219319"/>
                    <a:pt x="421330" y="219319"/>
                  </a:cubicBezTo>
                  <a:lnTo>
                    <a:pt x="411928" y="219319"/>
                  </a:lnTo>
                  <a:cubicBezTo>
                    <a:pt x="411375" y="217755"/>
                    <a:pt x="410914" y="216098"/>
                    <a:pt x="410914" y="214257"/>
                  </a:cubicBezTo>
                  <a:lnTo>
                    <a:pt x="410914" y="198059"/>
                  </a:lnTo>
                  <a:cubicBezTo>
                    <a:pt x="403817" y="195114"/>
                    <a:pt x="397457" y="191064"/>
                    <a:pt x="391373" y="186463"/>
                  </a:cubicBezTo>
                  <a:lnTo>
                    <a:pt x="377086" y="194746"/>
                  </a:lnTo>
                  <a:cubicBezTo>
                    <a:pt x="373492" y="196863"/>
                    <a:pt x="369160" y="197415"/>
                    <a:pt x="365104" y="196310"/>
                  </a:cubicBezTo>
                  <a:cubicBezTo>
                    <a:pt x="361140" y="195206"/>
                    <a:pt x="357638" y="192629"/>
                    <a:pt x="355610" y="189040"/>
                  </a:cubicBezTo>
                  <a:lnTo>
                    <a:pt x="336530" y="155999"/>
                  </a:lnTo>
                  <a:cubicBezTo>
                    <a:pt x="332198" y="148452"/>
                    <a:pt x="334687" y="138881"/>
                    <a:pt x="342245" y="134463"/>
                  </a:cubicBezTo>
                  <a:lnTo>
                    <a:pt x="356716" y="126180"/>
                  </a:lnTo>
                  <a:cubicBezTo>
                    <a:pt x="356163" y="122498"/>
                    <a:pt x="355518" y="118817"/>
                    <a:pt x="355518" y="115044"/>
                  </a:cubicBezTo>
                  <a:cubicBezTo>
                    <a:pt x="355518" y="111178"/>
                    <a:pt x="356163" y="107497"/>
                    <a:pt x="356716" y="103815"/>
                  </a:cubicBezTo>
                  <a:lnTo>
                    <a:pt x="342245" y="95440"/>
                  </a:lnTo>
                  <a:cubicBezTo>
                    <a:pt x="334687" y="91115"/>
                    <a:pt x="332198" y="81543"/>
                    <a:pt x="336530" y="73996"/>
                  </a:cubicBezTo>
                  <a:lnTo>
                    <a:pt x="355610" y="40956"/>
                  </a:lnTo>
                  <a:cubicBezTo>
                    <a:pt x="357638" y="37366"/>
                    <a:pt x="361140" y="34789"/>
                    <a:pt x="365104" y="33685"/>
                  </a:cubicBezTo>
                  <a:cubicBezTo>
                    <a:pt x="369160" y="32580"/>
                    <a:pt x="373492" y="33133"/>
                    <a:pt x="377086" y="35249"/>
                  </a:cubicBezTo>
                  <a:lnTo>
                    <a:pt x="391373" y="43533"/>
                  </a:lnTo>
                  <a:cubicBezTo>
                    <a:pt x="397457" y="38931"/>
                    <a:pt x="403817" y="34881"/>
                    <a:pt x="410914" y="31936"/>
                  </a:cubicBezTo>
                  <a:lnTo>
                    <a:pt x="410914" y="15738"/>
                  </a:lnTo>
                  <a:cubicBezTo>
                    <a:pt x="410914" y="7087"/>
                    <a:pt x="418011" y="0"/>
                    <a:pt x="4266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ïṩḷiḑé">
              <a:extLst>
                <a:ext uri="{FF2B5EF4-FFF2-40B4-BE49-F238E27FC236}">
                  <a16:creationId xmlns:a16="http://schemas.microsoft.com/office/drawing/2014/main" id="{923B245A-51B5-4A0F-8B6C-5833F8C9BD57}"/>
                </a:ext>
              </a:extLst>
            </p:cNvPr>
            <p:cNvSpPr/>
            <p:nvPr/>
          </p:nvSpPr>
          <p:spPr bwMode="auto">
            <a:xfrm flipH="1">
              <a:off x="8870258" y="3993926"/>
              <a:ext cx="465578" cy="464706"/>
            </a:xfrm>
            <a:custGeom>
              <a:avLst/>
              <a:gdLst>
                <a:gd name="connsiteX0" fmla="*/ 290910 w 605702"/>
                <a:gd name="connsiteY0" fmla="*/ 156336 h 604568"/>
                <a:gd name="connsiteX1" fmla="*/ 335849 w 605702"/>
                <a:gd name="connsiteY1" fmla="*/ 164992 h 604568"/>
                <a:gd name="connsiteX2" fmla="*/ 288310 w 605702"/>
                <a:gd name="connsiteY2" fmla="*/ 212456 h 604568"/>
                <a:gd name="connsiteX3" fmla="*/ 203632 w 605702"/>
                <a:gd name="connsiteY3" fmla="*/ 244717 h 604568"/>
                <a:gd name="connsiteX4" fmla="*/ 203632 w 605702"/>
                <a:gd name="connsiteY4" fmla="*/ 401388 h 604568"/>
                <a:gd name="connsiteX5" fmla="*/ 360547 w 605702"/>
                <a:gd name="connsiteY5" fmla="*/ 401388 h 604568"/>
                <a:gd name="connsiteX6" fmla="*/ 392859 w 605702"/>
                <a:gd name="connsiteY6" fmla="*/ 316749 h 604568"/>
                <a:gd name="connsiteX7" fmla="*/ 440397 w 605702"/>
                <a:gd name="connsiteY7" fmla="*/ 269284 h 604568"/>
                <a:gd name="connsiteX8" fmla="*/ 400287 w 605702"/>
                <a:gd name="connsiteY8" fmla="*/ 441065 h 604568"/>
                <a:gd name="connsiteX9" fmla="*/ 163892 w 605702"/>
                <a:gd name="connsiteY9" fmla="*/ 441065 h 604568"/>
                <a:gd name="connsiteX10" fmla="*/ 163892 w 605702"/>
                <a:gd name="connsiteY10" fmla="*/ 205040 h 604568"/>
                <a:gd name="connsiteX11" fmla="*/ 290910 w 605702"/>
                <a:gd name="connsiteY11" fmla="*/ 156336 h 604568"/>
                <a:gd name="connsiteX12" fmla="*/ 246542 w 605702"/>
                <a:gd name="connsiteY12" fmla="*/ 43775 h 604568"/>
                <a:gd name="connsiteX13" fmla="*/ 422196 w 605702"/>
                <a:gd name="connsiteY13" fmla="*/ 78723 h 604568"/>
                <a:gd name="connsiteX14" fmla="*/ 376794 w 605702"/>
                <a:gd name="connsiteY14" fmla="*/ 124054 h 604568"/>
                <a:gd name="connsiteX15" fmla="*/ 126109 w 605702"/>
                <a:gd name="connsiteY15" fmla="*/ 167345 h 604568"/>
                <a:gd name="connsiteX16" fmla="*/ 126109 w 605702"/>
                <a:gd name="connsiteY16" fmla="*/ 478820 h 604568"/>
                <a:gd name="connsiteX17" fmla="*/ 438073 w 605702"/>
                <a:gd name="connsiteY17" fmla="*/ 478820 h 604568"/>
                <a:gd name="connsiteX18" fmla="*/ 481432 w 605702"/>
                <a:gd name="connsiteY18" fmla="*/ 228527 h 604568"/>
                <a:gd name="connsiteX19" fmla="*/ 526741 w 605702"/>
                <a:gd name="connsiteY19" fmla="*/ 183011 h 604568"/>
                <a:gd name="connsiteX20" fmla="*/ 481432 w 605702"/>
                <a:gd name="connsiteY20" fmla="*/ 522111 h 604568"/>
                <a:gd name="connsiteX21" fmla="*/ 82657 w 605702"/>
                <a:gd name="connsiteY21" fmla="*/ 522111 h 604568"/>
                <a:gd name="connsiteX22" fmla="*/ 82657 w 605702"/>
                <a:gd name="connsiteY22" fmla="*/ 123961 h 604568"/>
                <a:gd name="connsiteX23" fmla="*/ 246542 w 605702"/>
                <a:gd name="connsiteY23" fmla="*/ 43775 h 604568"/>
                <a:gd name="connsiteX24" fmla="*/ 536061 w 605702"/>
                <a:gd name="connsiteY24" fmla="*/ 0 h 604568"/>
                <a:gd name="connsiteX25" fmla="*/ 544232 w 605702"/>
                <a:gd name="connsiteY25" fmla="*/ 61368 h 604568"/>
                <a:gd name="connsiteX26" fmla="*/ 605702 w 605702"/>
                <a:gd name="connsiteY26" fmla="*/ 69526 h 604568"/>
                <a:gd name="connsiteX27" fmla="*/ 524361 w 605702"/>
                <a:gd name="connsiteY27" fmla="*/ 150732 h 604568"/>
                <a:gd name="connsiteX28" fmla="*/ 498361 w 605702"/>
                <a:gd name="connsiteY28" fmla="*/ 147302 h 604568"/>
                <a:gd name="connsiteX29" fmla="*/ 337721 w 605702"/>
                <a:gd name="connsiteY29" fmla="*/ 307767 h 604568"/>
                <a:gd name="connsiteX30" fmla="*/ 339764 w 605702"/>
                <a:gd name="connsiteY30" fmla="*/ 323063 h 604568"/>
                <a:gd name="connsiteX31" fmla="*/ 282101 w 605702"/>
                <a:gd name="connsiteY31" fmla="*/ 380630 h 604568"/>
                <a:gd name="connsiteX32" fmla="*/ 224437 w 605702"/>
                <a:gd name="connsiteY32" fmla="*/ 323063 h 604568"/>
                <a:gd name="connsiteX33" fmla="*/ 282101 w 605702"/>
                <a:gd name="connsiteY33" fmla="*/ 265495 h 604568"/>
                <a:gd name="connsiteX34" fmla="*/ 297422 w 605702"/>
                <a:gd name="connsiteY34" fmla="*/ 267535 h 604568"/>
                <a:gd name="connsiteX35" fmla="*/ 458155 w 605702"/>
                <a:gd name="connsiteY35" fmla="*/ 107162 h 604568"/>
                <a:gd name="connsiteX36" fmla="*/ 454719 w 605702"/>
                <a:gd name="connsiteY36" fmla="*/ 81206 h 604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605702" h="604568">
                  <a:moveTo>
                    <a:pt x="290910" y="156336"/>
                  </a:moveTo>
                  <a:cubicBezTo>
                    <a:pt x="306137" y="157147"/>
                    <a:pt x="321272" y="160032"/>
                    <a:pt x="335849" y="164992"/>
                  </a:cubicBezTo>
                  <a:lnTo>
                    <a:pt x="288310" y="212456"/>
                  </a:lnTo>
                  <a:cubicBezTo>
                    <a:pt x="257856" y="210695"/>
                    <a:pt x="226844" y="221449"/>
                    <a:pt x="203632" y="244717"/>
                  </a:cubicBezTo>
                  <a:cubicBezTo>
                    <a:pt x="160271" y="287918"/>
                    <a:pt x="160271" y="358187"/>
                    <a:pt x="203632" y="401388"/>
                  </a:cubicBezTo>
                  <a:cubicBezTo>
                    <a:pt x="246900" y="444680"/>
                    <a:pt x="317279" y="444680"/>
                    <a:pt x="360547" y="401388"/>
                  </a:cubicBezTo>
                  <a:cubicBezTo>
                    <a:pt x="383852" y="378211"/>
                    <a:pt x="394623" y="347156"/>
                    <a:pt x="392859" y="316749"/>
                  </a:cubicBezTo>
                  <a:lnTo>
                    <a:pt x="440397" y="269284"/>
                  </a:lnTo>
                  <a:cubicBezTo>
                    <a:pt x="460267" y="327595"/>
                    <a:pt x="446897" y="394620"/>
                    <a:pt x="400287" y="441065"/>
                  </a:cubicBezTo>
                  <a:cubicBezTo>
                    <a:pt x="335106" y="506236"/>
                    <a:pt x="229073" y="506236"/>
                    <a:pt x="163892" y="441065"/>
                  </a:cubicBezTo>
                  <a:cubicBezTo>
                    <a:pt x="98619" y="375987"/>
                    <a:pt x="98619" y="270118"/>
                    <a:pt x="163892" y="205040"/>
                  </a:cubicBezTo>
                  <a:cubicBezTo>
                    <a:pt x="198711" y="170137"/>
                    <a:pt x="245228" y="153902"/>
                    <a:pt x="290910" y="156336"/>
                  </a:cubicBezTo>
                  <a:close/>
                  <a:moveTo>
                    <a:pt x="246542" y="43775"/>
                  </a:moveTo>
                  <a:cubicBezTo>
                    <a:pt x="306463" y="36243"/>
                    <a:pt x="368345" y="47900"/>
                    <a:pt x="422196" y="78723"/>
                  </a:cubicBezTo>
                  <a:lnTo>
                    <a:pt x="376794" y="124054"/>
                  </a:lnTo>
                  <a:cubicBezTo>
                    <a:pt x="294811" y="85305"/>
                    <a:pt x="193980" y="99581"/>
                    <a:pt x="126109" y="167345"/>
                  </a:cubicBezTo>
                  <a:cubicBezTo>
                    <a:pt x="39948" y="253371"/>
                    <a:pt x="39948" y="392793"/>
                    <a:pt x="126109" y="478820"/>
                  </a:cubicBezTo>
                  <a:cubicBezTo>
                    <a:pt x="212271" y="564846"/>
                    <a:pt x="351912" y="564846"/>
                    <a:pt x="438073" y="478820"/>
                  </a:cubicBezTo>
                  <a:cubicBezTo>
                    <a:pt x="505944" y="411055"/>
                    <a:pt x="520428" y="310382"/>
                    <a:pt x="481432" y="228527"/>
                  </a:cubicBezTo>
                  <a:lnTo>
                    <a:pt x="526741" y="183011"/>
                  </a:lnTo>
                  <a:cubicBezTo>
                    <a:pt x="588484" y="290544"/>
                    <a:pt x="573350" y="430244"/>
                    <a:pt x="481432" y="522111"/>
                  </a:cubicBezTo>
                  <a:cubicBezTo>
                    <a:pt x="371316" y="632054"/>
                    <a:pt x="192866" y="632054"/>
                    <a:pt x="82657" y="522111"/>
                  </a:cubicBezTo>
                  <a:cubicBezTo>
                    <a:pt x="-27552" y="412168"/>
                    <a:pt x="-27552" y="233997"/>
                    <a:pt x="82657" y="123961"/>
                  </a:cubicBezTo>
                  <a:cubicBezTo>
                    <a:pt x="128662" y="78028"/>
                    <a:pt x="186622" y="51307"/>
                    <a:pt x="246542" y="43775"/>
                  </a:cubicBezTo>
                  <a:close/>
                  <a:moveTo>
                    <a:pt x="536061" y="0"/>
                  </a:moveTo>
                  <a:lnTo>
                    <a:pt x="544232" y="61368"/>
                  </a:lnTo>
                  <a:lnTo>
                    <a:pt x="605702" y="69526"/>
                  </a:lnTo>
                  <a:lnTo>
                    <a:pt x="524361" y="150732"/>
                  </a:lnTo>
                  <a:lnTo>
                    <a:pt x="498361" y="147302"/>
                  </a:lnTo>
                  <a:lnTo>
                    <a:pt x="337721" y="307767"/>
                  </a:lnTo>
                  <a:cubicBezTo>
                    <a:pt x="339021" y="312588"/>
                    <a:pt x="339764" y="317779"/>
                    <a:pt x="339764" y="323063"/>
                  </a:cubicBezTo>
                  <a:cubicBezTo>
                    <a:pt x="339764" y="354859"/>
                    <a:pt x="313950" y="380630"/>
                    <a:pt x="282101" y="380630"/>
                  </a:cubicBezTo>
                  <a:cubicBezTo>
                    <a:pt x="250251" y="380630"/>
                    <a:pt x="224437" y="354859"/>
                    <a:pt x="224437" y="323063"/>
                  </a:cubicBezTo>
                  <a:cubicBezTo>
                    <a:pt x="224437" y="291266"/>
                    <a:pt x="250251" y="265495"/>
                    <a:pt x="282101" y="265495"/>
                  </a:cubicBezTo>
                  <a:cubicBezTo>
                    <a:pt x="287393" y="265495"/>
                    <a:pt x="292500" y="266237"/>
                    <a:pt x="297422" y="267535"/>
                  </a:cubicBezTo>
                  <a:lnTo>
                    <a:pt x="458155" y="107162"/>
                  </a:lnTo>
                  <a:lnTo>
                    <a:pt x="454719" y="81206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wrap="square" lIns="91440" tIns="45720" rIns="91440" bIns="45720">
              <a:normAutofit/>
            </a:bodyPr>
            <a:lstStyle/>
            <a:p>
              <a:endParaRPr lang="zh-CN" altLang="en-US"/>
            </a:p>
          </p:txBody>
        </p:sp>
        <p:sp>
          <p:nvSpPr>
            <p:cNvPr id="41" name="íSľîḋe">
              <a:extLst>
                <a:ext uri="{FF2B5EF4-FFF2-40B4-BE49-F238E27FC236}">
                  <a16:creationId xmlns:a16="http://schemas.microsoft.com/office/drawing/2014/main" id="{98008AAB-26AA-4BA8-814F-7B8F3E641314}"/>
                </a:ext>
              </a:extLst>
            </p:cNvPr>
            <p:cNvSpPr/>
            <p:nvPr/>
          </p:nvSpPr>
          <p:spPr bwMode="auto">
            <a:xfrm flipH="1">
              <a:off x="8832637" y="6071779"/>
              <a:ext cx="542514" cy="557984"/>
            </a:xfrm>
            <a:custGeom>
              <a:avLst/>
              <a:gdLst>
                <a:gd name="T0" fmla="*/ 6023 w 6383"/>
                <a:gd name="T1" fmla="*/ 2985 h 6575"/>
                <a:gd name="T2" fmla="*/ 5921 w 6383"/>
                <a:gd name="T3" fmla="*/ 1957 h 6575"/>
                <a:gd name="T4" fmla="*/ 5304 w 6383"/>
                <a:gd name="T5" fmla="*/ 1379 h 6575"/>
                <a:gd name="T6" fmla="*/ 4619 w 6383"/>
                <a:gd name="T7" fmla="*/ 608 h 6575"/>
                <a:gd name="T8" fmla="*/ 3777 w 6383"/>
                <a:gd name="T9" fmla="*/ 501 h 6575"/>
                <a:gd name="T10" fmla="*/ 2768 w 6383"/>
                <a:gd name="T11" fmla="*/ 280 h 6575"/>
                <a:gd name="T12" fmla="*/ 2028 w 6383"/>
                <a:gd name="T13" fmla="*/ 688 h 6575"/>
                <a:gd name="T14" fmla="*/ 1083 w 6383"/>
                <a:gd name="T15" fmla="*/ 1103 h 6575"/>
                <a:gd name="T16" fmla="*/ 723 w 6383"/>
                <a:gd name="T17" fmla="*/ 1868 h 6575"/>
                <a:gd name="T18" fmla="*/ 201 w 6383"/>
                <a:gd name="T19" fmla="*/ 2759 h 6575"/>
                <a:gd name="T20" fmla="*/ 360 w 6383"/>
                <a:gd name="T21" fmla="*/ 3591 h 6575"/>
                <a:gd name="T22" fmla="*/ 461 w 6383"/>
                <a:gd name="T23" fmla="*/ 4619 h 6575"/>
                <a:gd name="T24" fmla="*/ 1079 w 6383"/>
                <a:gd name="T25" fmla="*/ 5197 h 6575"/>
                <a:gd name="T26" fmla="*/ 1764 w 6383"/>
                <a:gd name="T27" fmla="*/ 5968 h 6575"/>
                <a:gd name="T28" fmla="*/ 2604 w 6383"/>
                <a:gd name="T29" fmla="*/ 6073 h 6575"/>
                <a:gd name="T30" fmla="*/ 3613 w 6383"/>
                <a:gd name="T31" fmla="*/ 6295 h 6575"/>
                <a:gd name="T32" fmla="*/ 4353 w 6383"/>
                <a:gd name="T33" fmla="*/ 5888 h 6575"/>
                <a:gd name="T34" fmla="*/ 5299 w 6383"/>
                <a:gd name="T35" fmla="*/ 5473 h 6575"/>
                <a:gd name="T36" fmla="*/ 5659 w 6383"/>
                <a:gd name="T37" fmla="*/ 4708 h 6575"/>
                <a:gd name="T38" fmla="*/ 6180 w 6383"/>
                <a:gd name="T39" fmla="*/ 3817 h 6575"/>
                <a:gd name="T40" fmla="*/ 3877 w 6383"/>
                <a:gd name="T41" fmla="*/ 4231 h 6575"/>
                <a:gd name="T42" fmla="*/ 3381 w 6383"/>
                <a:gd name="T43" fmla="*/ 4613 h 6575"/>
                <a:gd name="T44" fmla="*/ 3287 w 6383"/>
                <a:gd name="T45" fmla="*/ 4924 h 6575"/>
                <a:gd name="T46" fmla="*/ 2960 w 6383"/>
                <a:gd name="T47" fmla="*/ 4820 h 6575"/>
                <a:gd name="T48" fmla="*/ 2844 w 6383"/>
                <a:gd name="T49" fmla="*/ 4529 h 6575"/>
                <a:gd name="T50" fmla="*/ 2356 w 6383"/>
                <a:gd name="T51" fmla="*/ 4233 h 6575"/>
                <a:gd name="T52" fmla="*/ 2560 w 6383"/>
                <a:gd name="T53" fmla="*/ 3940 h 6575"/>
                <a:gd name="T54" fmla="*/ 3307 w 6383"/>
                <a:gd name="T55" fmla="*/ 4036 h 6575"/>
                <a:gd name="T56" fmla="*/ 3193 w 6383"/>
                <a:gd name="T57" fmla="*/ 3535 h 6575"/>
                <a:gd name="T58" fmla="*/ 2365 w 6383"/>
                <a:gd name="T59" fmla="*/ 2705 h 6575"/>
                <a:gd name="T60" fmla="*/ 2991 w 6383"/>
                <a:gd name="T61" fmla="*/ 1897 h 6575"/>
                <a:gd name="T62" fmla="*/ 3105 w 6383"/>
                <a:gd name="T63" fmla="*/ 1651 h 6575"/>
                <a:gd name="T64" fmla="*/ 3401 w 6383"/>
                <a:gd name="T65" fmla="*/ 1856 h 6575"/>
                <a:gd name="T66" fmla="*/ 3865 w 6383"/>
                <a:gd name="T67" fmla="*/ 2119 h 6575"/>
                <a:gd name="T68" fmla="*/ 3847 w 6383"/>
                <a:gd name="T69" fmla="*/ 2508 h 6575"/>
                <a:gd name="T70" fmla="*/ 3208 w 6383"/>
                <a:gd name="T71" fmla="*/ 2464 h 6575"/>
                <a:gd name="T72" fmla="*/ 3025 w 6383"/>
                <a:gd name="T73" fmla="*/ 2832 h 6575"/>
                <a:gd name="T74" fmla="*/ 3647 w 6383"/>
                <a:gd name="T75" fmla="*/ 3137 h 65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6383" h="6575">
                  <a:moveTo>
                    <a:pt x="6023" y="3591"/>
                  </a:moveTo>
                  <a:cubicBezTo>
                    <a:pt x="5895" y="3409"/>
                    <a:pt x="5895" y="3167"/>
                    <a:pt x="6023" y="2985"/>
                  </a:cubicBezTo>
                  <a:lnTo>
                    <a:pt x="6181" y="2759"/>
                  </a:lnTo>
                  <a:cubicBezTo>
                    <a:pt x="6383" y="2472"/>
                    <a:pt x="6253" y="2072"/>
                    <a:pt x="5921" y="1957"/>
                  </a:cubicBezTo>
                  <a:lnTo>
                    <a:pt x="5660" y="1868"/>
                  </a:lnTo>
                  <a:cubicBezTo>
                    <a:pt x="5451" y="1796"/>
                    <a:pt x="5308" y="1600"/>
                    <a:pt x="5304" y="1379"/>
                  </a:cubicBezTo>
                  <a:lnTo>
                    <a:pt x="5300" y="1103"/>
                  </a:lnTo>
                  <a:cubicBezTo>
                    <a:pt x="5295" y="752"/>
                    <a:pt x="4953" y="505"/>
                    <a:pt x="4619" y="608"/>
                  </a:cubicBezTo>
                  <a:lnTo>
                    <a:pt x="4353" y="688"/>
                  </a:lnTo>
                  <a:cubicBezTo>
                    <a:pt x="4141" y="753"/>
                    <a:pt x="3911" y="679"/>
                    <a:pt x="3777" y="501"/>
                  </a:cubicBezTo>
                  <a:lnTo>
                    <a:pt x="3611" y="280"/>
                  </a:lnTo>
                  <a:cubicBezTo>
                    <a:pt x="3400" y="0"/>
                    <a:pt x="2979" y="0"/>
                    <a:pt x="2768" y="280"/>
                  </a:cubicBezTo>
                  <a:lnTo>
                    <a:pt x="2604" y="501"/>
                  </a:lnTo>
                  <a:cubicBezTo>
                    <a:pt x="2471" y="679"/>
                    <a:pt x="2240" y="753"/>
                    <a:pt x="2028" y="688"/>
                  </a:cubicBezTo>
                  <a:lnTo>
                    <a:pt x="1764" y="608"/>
                  </a:lnTo>
                  <a:cubicBezTo>
                    <a:pt x="1429" y="505"/>
                    <a:pt x="1088" y="752"/>
                    <a:pt x="1083" y="1103"/>
                  </a:cubicBezTo>
                  <a:lnTo>
                    <a:pt x="1079" y="1379"/>
                  </a:lnTo>
                  <a:cubicBezTo>
                    <a:pt x="1075" y="1600"/>
                    <a:pt x="933" y="1796"/>
                    <a:pt x="723" y="1868"/>
                  </a:cubicBezTo>
                  <a:lnTo>
                    <a:pt x="461" y="1957"/>
                  </a:lnTo>
                  <a:cubicBezTo>
                    <a:pt x="129" y="2071"/>
                    <a:pt x="0" y="2471"/>
                    <a:pt x="201" y="2759"/>
                  </a:cubicBezTo>
                  <a:lnTo>
                    <a:pt x="360" y="2985"/>
                  </a:lnTo>
                  <a:cubicBezTo>
                    <a:pt x="488" y="3167"/>
                    <a:pt x="488" y="3409"/>
                    <a:pt x="360" y="3591"/>
                  </a:cubicBezTo>
                  <a:lnTo>
                    <a:pt x="201" y="3817"/>
                  </a:lnTo>
                  <a:cubicBezTo>
                    <a:pt x="0" y="4104"/>
                    <a:pt x="129" y="4504"/>
                    <a:pt x="461" y="4619"/>
                  </a:cubicBezTo>
                  <a:lnTo>
                    <a:pt x="723" y="4708"/>
                  </a:lnTo>
                  <a:cubicBezTo>
                    <a:pt x="932" y="4780"/>
                    <a:pt x="1075" y="4976"/>
                    <a:pt x="1079" y="5197"/>
                  </a:cubicBezTo>
                  <a:lnTo>
                    <a:pt x="1083" y="5473"/>
                  </a:lnTo>
                  <a:cubicBezTo>
                    <a:pt x="1088" y="5824"/>
                    <a:pt x="1429" y="6071"/>
                    <a:pt x="1764" y="5968"/>
                  </a:cubicBezTo>
                  <a:lnTo>
                    <a:pt x="2028" y="5887"/>
                  </a:lnTo>
                  <a:cubicBezTo>
                    <a:pt x="2240" y="5821"/>
                    <a:pt x="2471" y="5896"/>
                    <a:pt x="2604" y="6073"/>
                  </a:cubicBezTo>
                  <a:lnTo>
                    <a:pt x="2771" y="6295"/>
                  </a:lnTo>
                  <a:cubicBezTo>
                    <a:pt x="2981" y="6575"/>
                    <a:pt x="3403" y="6575"/>
                    <a:pt x="3613" y="6295"/>
                  </a:cubicBezTo>
                  <a:lnTo>
                    <a:pt x="3777" y="6075"/>
                  </a:lnTo>
                  <a:cubicBezTo>
                    <a:pt x="3911" y="5897"/>
                    <a:pt x="4141" y="5823"/>
                    <a:pt x="4353" y="5888"/>
                  </a:cubicBezTo>
                  <a:lnTo>
                    <a:pt x="4617" y="5968"/>
                  </a:lnTo>
                  <a:cubicBezTo>
                    <a:pt x="4952" y="6071"/>
                    <a:pt x="5293" y="5824"/>
                    <a:pt x="5299" y="5473"/>
                  </a:cubicBezTo>
                  <a:lnTo>
                    <a:pt x="5303" y="5197"/>
                  </a:lnTo>
                  <a:cubicBezTo>
                    <a:pt x="5307" y="4976"/>
                    <a:pt x="5448" y="4780"/>
                    <a:pt x="5659" y="4708"/>
                  </a:cubicBezTo>
                  <a:lnTo>
                    <a:pt x="5920" y="4619"/>
                  </a:lnTo>
                  <a:cubicBezTo>
                    <a:pt x="6252" y="4505"/>
                    <a:pt x="6381" y="4105"/>
                    <a:pt x="6180" y="3817"/>
                  </a:cubicBezTo>
                  <a:lnTo>
                    <a:pt x="6023" y="3591"/>
                  </a:lnTo>
                  <a:close/>
                  <a:moveTo>
                    <a:pt x="3877" y="4231"/>
                  </a:moveTo>
                  <a:cubicBezTo>
                    <a:pt x="3773" y="4357"/>
                    <a:pt x="3637" y="4443"/>
                    <a:pt x="3479" y="4487"/>
                  </a:cubicBezTo>
                  <a:cubicBezTo>
                    <a:pt x="3409" y="4505"/>
                    <a:pt x="3379" y="4541"/>
                    <a:pt x="3381" y="4613"/>
                  </a:cubicBezTo>
                  <a:cubicBezTo>
                    <a:pt x="3384" y="4684"/>
                    <a:pt x="3381" y="4755"/>
                    <a:pt x="3381" y="4825"/>
                  </a:cubicBezTo>
                  <a:cubicBezTo>
                    <a:pt x="3381" y="4888"/>
                    <a:pt x="3349" y="4923"/>
                    <a:pt x="3287" y="4924"/>
                  </a:cubicBezTo>
                  <a:cubicBezTo>
                    <a:pt x="3211" y="4925"/>
                    <a:pt x="3135" y="4925"/>
                    <a:pt x="3059" y="4924"/>
                  </a:cubicBezTo>
                  <a:cubicBezTo>
                    <a:pt x="2992" y="4923"/>
                    <a:pt x="2961" y="4885"/>
                    <a:pt x="2960" y="4820"/>
                  </a:cubicBezTo>
                  <a:cubicBezTo>
                    <a:pt x="2960" y="4768"/>
                    <a:pt x="2959" y="4717"/>
                    <a:pt x="2959" y="4665"/>
                  </a:cubicBezTo>
                  <a:cubicBezTo>
                    <a:pt x="2957" y="4552"/>
                    <a:pt x="2953" y="4547"/>
                    <a:pt x="2844" y="4529"/>
                  </a:cubicBezTo>
                  <a:cubicBezTo>
                    <a:pt x="2704" y="4507"/>
                    <a:pt x="2567" y="4475"/>
                    <a:pt x="2439" y="4413"/>
                  </a:cubicBezTo>
                  <a:cubicBezTo>
                    <a:pt x="2337" y="4364"/>
                    <a:pt x="2328" y="4339"/>
                    <a:pt x="2356" y="4233"/>
                  </a:cubicBezTo>
                  <a:cubicBezTo>
                    <a:pt x="2377" y="4155"/>
                    <a:pt x="2399" y="4076"/>
                    <a:pt x="2424" y="3999"/>
                  </a:cubicBezTo>
                  <a:cubicBezTo>
                    <a:pt x="2452" y="3908"/>
                    <a:pt x="2477" y="3897"/>
                    <a:pt x="2560" y="3940"/>
                  </a:cubicBezTo>
                  <a:cubicBezTo>
                    <a:pt x="2701" y="4013"/>
                    <a:pt x="2852" y="4055"/>
                    <a:pt x="3011" y="4075"/>
                  </a:cubicBezTo>
                  <a:cubicBezTo>
                    <a:pt x="3112" y="4088"/>
                    <a:pt x="3212" y="4077"/>
                    <a:pt x="3307" y="4036"/>
                  </a:cubicBezTo>
                  <a:cubicBezTo>
                    <a:pt x="3483" y="3959"/>
                    <a:pt x="3511" y="3755"/>
                    <a:pt x="3361" y="3633"/>
                  </a:cubicBezTo>
                  <a:cubicBezTo>
                    <a:pt x="3311" y="3592"/>
                    <a:pt x="3253" y="3561"/>
                    <a:pt x="3193" y="3535"/>
                  </a:cubicBezTo>
                  <a:cubicBezTo>
                    <a:pt x="3039" y="3467"/>
                    <a:pt x="2879" y="3415"/>
                    <a:pt x="2733" y="3328"/>
                  </a:cubicBezTo>
                  <a:cubicBezTo>
                    <a:pt x="2497" y="3187"/>
                    <a:pt x="2347" y="2992"/>
                    <a:pt x="2365" y="2705"/>
                  </a:cubicBezTo>
                  <a:cubicBezTo>
                    <a:pt x="2385" y="2380"/>
                    <a:pt x="2569" y="2177"/>
                    <a:pt x="2867" y="2069"/>
                  </a:cubicBezTo>
                  <a:cubicBezTo>
                    <a:pt x="2989" y="2024"/>
                    <a:pt x="2991" y="2027"/>
                    <a:pt x="2991" y="1897"/>
                  </a:cubicBezTo>
                  <a:lnTo>
                    <a:pt x="2991" y="1767"/>
                  </a:lnTo>
                  <a:cubicBezTo>
                    <a:pt x="2993" y="1669"/>
                    <a:pt x="3009" y="1653"/>
                    <a:pt x="3105" y="1651"/>
                  </a:cubicBezTo>
                  <a:cubicBezTo>
                    <a:pt x="3135" y="1649"/>
                    <a:pt x="3165" y="1651"/>
                    <a:pt x="3195" y="1651"/>
                  </a:cubicBezTo>
                  <a:cubicBezTo>
                    <a:pt x="3400" y="1651"/>
                    <a:pt x="3400" y="1651"/>
                    <a:pt x="3401" y="1856"/>
                  </a:cubicBezTo>
                  <a:cubicBezTo>
                    <a:pt x="3401" y="2001"/>
                    <a:pt x="3401" y="2001"/>
                    <a:pt x="3547" y="2024"/>
                  </a:cubicBezTo>
                  <a:cubicBezTo>
                    <a:pt x="3657" y="2041"/>
                    <a:pt x="3764" y="2075"/>
                    <a:pt x="3865" y="2119"/>
                  </a:cubicBezTo>
                  <a:cubicBezTo>
                    <a:pt x="3921" y="2144"/>
                    <a:pt x="3943" y="2183"/>
                    <a:pt x="3925" y="2243"/>
                  </a:cubicBezTo>
                  <a:cubicBezTo>
                    <a:pt x="3900" y="2332"/>
                    <a:pt x="3876" y="2420"/>
                    <a:pt x="3847" y="2508"/>
                  </a:cubicBezTo>
                  <a:cubicBezTo>
                    <a:pt x="3820" y="2591"/>
                    <a:pt x="3793" y="2603"/>
                    <a:pt x="3713" y="2564"/>
                  </a:cubicBezTo>
                  <a:cubicBezTo>
                    <a:pt x="3553" y="2487"/>
                    <a:pt x="3385" y="2455"/>
                    <a:pt x="3208" y="2464"/>
                  </a:cubicBezTo>
                  <a:cubicBezTo>
                    <a:pt x="3161" y="2467"/>
                    <a:pt x="3116" y="2473"/>
                    <a:pt x="3073" y="2492"/>
                  </a:cubicBezTo>
                  <a:cubicBezTo>
                    <a:pt x="2920" y="2559"/>
                    <a:pt x="2896" y="2728"/>
                    <a:pt x="3025" y="2832"/>
                  </a:cubicBezTo>
                  <a:cubicBezTo>
                    <a:pt x="3091" y="2885"/>
                    <a:pt x="3167" y="2923"/>
                    <a:pt x="3245" y="2956"/>
                  </a:cubicBezTo>
                  <a:cubicBezTo>
                    <a:pt x="3381" y="3012"/>
                    <a:pt x="3517" y="3065"/>
                    <a:pt x="3647" y="3137"/>
                  </a:cubicBezTo>
                  <a:cubicBezTo>
                    <a:pt x="4056" y="3365"/>
                    <a:pt x="4167" y="3880"/>
                    <a:pt x="3877" y="4231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wrap="square" lIns="91440" tIns="45720" rIns="91440" bIns="4572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zh-CN" altLang="en-US"/>
            </a:p>
          </p:txBody>
        </p:sp>
        <p:sp>
          <p:nvSpPr>
            <p:cNvPr id="42" name="îšḻîḑe">
              <a:extLst>
                <a:ext uri="{FF2B5EF4-FFF2-40B4-BE49-F238E27FC236}">
                  <a16:creationId xmlns:a16="http://schemas.microsoft.com/office/drawing/2014/main" id="{C389C537-D19C-499D-A97A-E81AF5D9B9BB}"/>
                </a:ext>
              </a:extLst>
            </p:cNvPr>
            <p:cNvSpPr/>
            <p:nvPr/>
          </p:nvSpPr>
          <p:spPr bwMode="auto">
            <a:xfrm flipH="1">
              <a:off x="8882144" y="2950401"/>
              <a:ext cx="456218" cy="438754"/>
            </a:xfrm>
            <a:custGeom>
              <a:avLst/>
              <a:gdLst>
                <a:gd name="connsiteX0" fmla="*/ 61288 w 609549"/>
                <a:gd name="connsiteY0" fmla="*/ 383285 h 586216"/>
                <a:gd name="connsiteX1" fmla="*/ 71162 w 609549"/>
                <a:gd name="connsiteY1" fmla="*/ 387101 h 586216"/>
                <a:gd name="connsiteX2" fmla="*/ 120018 w 609549"/>
                <a:gd name="connsiteY2" fmla="*/ 435892 h 586216"/>
                <a:gd name="connsiteX3" fmla="*/ 120018 w 609549"/>
                <a:gd name="connsiteY3" fmla="*/ 454200 h 586216"/>
                <a:gd name="connsiteX4" fmla="*/ 56639 w 609549"/>
                <a:gd name="connsiteY4" fmla="*/ 517543 h 586216"/>
                <a:gd name="connsiteX5" fmla="*/ 35592 w 609549"/>
                <a:gd name="connsiteY5" fmla="*/ 513644 h 586216"/>
                <a:gd name="connsiteX6" fmla="*/ 51877 w 609549"/>
                <a:gd name="connsiteY6" fmla="*/ 388099 h 586216"/>
                <a:gd name="connsiteX7" fmla="*/ 61288 w 609549"/>
                <a:gd name="connsiteY7" fmla="*/ 383285 h 586216"/>
                <a:gd name="connsiteX8" fmla="*/ 235245 w 609549"/>
                <a:gd name="connsiteY8" fmla="*/ 302810 h 586216"/>
                <a:gd name="connsiteX9" fmla="*/ 306042 w 609549"/>
                <a:gd name="connsiteY9" fmla="*/ 373466 h 586216"/>
                <a:gd name="connsiteX10" fmla="*/ 258717 w 609549"/>
                <a:gd name="connsiteY10" fmla="*/ 420680 h 586216"/>
                <a:gd name="connsiteX11" fmla="*/ 230246 w 609549"/>
                <a:gd name="connsiteY11" fmla="*/ 550152 h 586216"/>
                <a:gd name="connsiteX12" fmla="*/ 92223 w 609549"/>
                <a:gd name="connsiteY12" fmla="*/ 575305 h 586216"/>
                <a:gd name="connsiteX13" fmla="*/ 88748 w 609549"/>
                <a:gd name="connsiteY13" fmla="*/ 556143 h 586216"/>
                <a:gd name="connsiteX14" fmla="*/ 165115 w 609549"/>
                <a:gd name="connsiteY14" fmla="*/ 479877 h 586216"/>
                <a:gd name="connsiteX15" fmla="*/ 165115 w 609549"/>
                <a:gd name="connsiteY15" fmla="*/ 446308 h 586216"/>
                <a:gd name="connsiteX16" fmla="*/ 88700 w 609549"/>
                <a:gd name="connsiteY16" fmla="*/ 369995 h 586216"/>
                <a:gd name="connsiteX17" fmla="*/ 92128 w 609549"/>
                <a:gd name="connsiteY17" fmla="*/ 350976 h 586216"/>
                <a:gd name="connsiteX18" fmla="*/ 189111 w 609549"/>
                <a:gd name="connsiteY18" fmla="*/ 348884 h 586216"/>
                <a:gd name="connsiteX19" fmla="*/ 257958 w 609549"/>
                <a:gd name="connsiteY19" fmla="*/ 161679 h 586216"/>
                <a:gd name="connsiteX20" fmla="*/ 317251 w 609549"/>
                <a:gd name="connsiteY20" fmla="*/ 220879 h 586216"/>
                <a:gd name="connsiteX21" fmla="*/ 388070 w 609549"/>
                <a:gd name="connsiteY21" fmla="*/ 291586 h 586216"/>
                <a:gd name="connsiteX22" fmla="*/ 604906 w 609549"/>
                <a:gd name="connsiteY22" fmla="*/ 508130 h 586216"/>
                <a:gd name="connsiteX23" fmla="*/ 604906 w 609549"/>
                <a:gd name="connsiteY23" fmla="*/ 530526 h 586216"/>
                <a:gd name="connsiteX24" fmla="*/ 556567 w 609549"/>
                <a:gd name="connsiteY24" fmla="*/ 578789 h 586216"/>
                <a:gd name="connsiteX25" fmla="*/ 545327 w 609549"/>
                <a:gd name="connsiteY25" fmla="*/ 583449 h 586216"/>
                <a:gd name="connsiteX26" fmla="*/ 534135 w 609549"/>
                <a:gd name="connsiteY26" fmla="*/ 578789 h 586216"/>
                <a:gd name="connsiteX27" fmla="*/ 317251 w 609549"/>
                <a:gd name="connsiteY27" fmla="*/ 362293 h 586216"/>
                <a:gd name="connsiteX28" fmla="*/ 246481 w 609549"/>
                <a:gd name="connsiteY28" fmla="*/ 291586 h 586216"/>
                <a:gd name="connsiteX29" fmla="*/ 187140 w 609549"/>
                <a:gd name="connsiteY29" fmla="*/ 232339 h 586216"/>
                <a:gd name="connsiteX30" fmla="*/ 58606 w 609549"/>
                <a:gd name="connsiteY30" fmla="*/ 160814 h 586216"/>
                <a:gd name="connsiteX31" fmla="*/ 126401 w 609549"/>
                <a:gd name="connsiteY31" fmla="*/ 228498 h 586216"/>
                <a:gd name="connsiteX32" fmla="*/ 111975 w 609549"/>
                <a:gd name="connsiteY32" fmla="*/ 242899 h 586216"/>
                <a:gd name="connsiteX33" fmla="*/ 119307 w 609549"/>
                <a:gd name="connsiteY33" fmla="*/ 250219 h 586216"/>
                <a:gd name="connsiteX34" fmla="*/ 119307 w 609549"/>
                <a:gd name="connsiteY34" fmla="*/ 277692 h 586216"/>
                <a:gd name="connsiteX35" fmla="*/ 115641 w 609549"/>
                <a:gd name="connsiteY35" fmla="*/ 281352 h 586216"/>
                <a:gd name="connsiteX36" fmla="*/ 88123 w 609549"/>
                <a:gd name="connsiteY36" fmla="*/ 281352 h 586216"/>
                <a:gd name="connsiteX37" fmla="*/ 5712 w 609549"/>
                <a:gd name="connsiteY37" fmla="*/ 199029 h 586216"/>
                <a:gd name="connsiteX38" fmla="*/ 5712 w 609549"/>
                <a:gd name="connsiteY38" fmla="*/ 171604 h 586216"/>
                <a:gd name="connsiteX39" fmla="*/ 9378 w 609549"/>
                <a:gd name="connsiteY39" fmla="*/ 167944 h 586216"/>
                <a:gd name="connsiteX40" fmla="*/ 36849 w 609549"/>
                <a:gd name="connsiteY40" fmla="*/ 167944 h 586216"/>
                <a:gd name="connsiteX41" fmla="*/ 44180 w 609549"/>
                <a:gd name="connsiteY41" fmla="*/ 175264 h 586216"/>
                <a:gd name="connsiteX42" fmla="*/ 585775 w 609549"/>
                <a:gd name="connsiteY42" fmla="*/ 66370 h 586216"/>
                <a:gd name="connsiteX43" fmla="*/ 595263 w 609549"/>
                <a:gd name="connsiteY43" fmla="*/ 73839 h 586216"/>
                <a:gd name="connsiteX44" fmla="*/ 578978 w 609549"/>
                <a:gd name="connsiteY44" fmla="*/ 199341 h 586216"/>
                <a:gd name="connsiteX45" fmla="*/ 559693 w 609549"/>
                <a:gd name="connsiteY45" fmla="*/ 200387 h 586216"/>
                <a:gd name="connsiteX46" fmla="*/ 510789 w 609549"/>
                <a:gd name="connsiteY46" fmla="*/ 151612 h 586216"/>
                <a:gd name="connsiteX47" fmla="*/ 510789 w 609549"/>
                <a:gd name="connsiteY47" fmla="*/ 133262 h 586216"/>
                <a:gd name="connsiteX48" fmla="*/ 574216 w 609549"/>
                <a:gd name="connsiteY48" fmla="*/ 69988 h 586216"/>
                <a:gd name="connsiteX49" fmla="*/ 585775 w 609549"/>
                <a:gd name="connsiteY49" fmla="*/ 66370 h 586216"/>
                <a:gd name="connsiteX50" fmla="*/ 158702 w 609549"/>
                <a:gd name="connsiteY50" fmla="*/ 26758 h 586216"/>
                <a:gd name="connsiteX51" fmla="*/ 172463 w 609549"/>
                <a:gd name="connsiteY51" fmla="*/ 32464 h 586216"/>
                <a:gd name="connsiteX52" fmla="*/ 179701 w 609549"/>
                <a:gd name="connsiteY52" fmla="*/ 39691 h 586216"/>
                <a:gd name="connsiteX53" fmla="*/ 246935 w 609549"/>
                <a:gd name="connsiteY53" fmla="*/ 106831 h 586216"/>
                <a:gd name="connsiteX54" fmla="*/ 254886 w 609549"/>
                <a:gd name="connsiteY54" fmla="*/ 114819 h 586216"/>
                <a:gd name="connsiteX55" fmla="*/ 257600 w 609549"/>
                <a:gd name="connsiteY55" fmla="*/ 138879 h 586216"/>
                <a:gd name="connsiteX56" fmla="*/ 254886 w 609549"/>
                <a:gd name="connsiteY56" fmla="*/ 142255 h 586216"/>
                <a:gd name="connsiteX57" fmla="*/ 252315 w 609549"/>
                <a:gd name="connsiteY57" fmla="*/ 144823 h 586216"/>
                <a:gd name="connsiteX58" fmla="*/ 246696 w 609549"/>
                <a:gd name="connsiteY58" fmla="*/ 150434 h 586216"/>
                <a:gd name="connsiteX59" fmla="*/ 175892 w 609549"/>
                <a:gd name="connsiteY59" fmla="*/ 221140 h 586216"/>
                <a:gd name="connsiteX60" fmla="*/ 172463 w 609549"/>
                <a:gd name="connsiteY60" fmla="*/ 224611 h 586216"/>
                <a:gd name="connsiteX61" fmla="*/ 170130 w 609549"/>
                <a:gd name="connsiteY61" fmla="*/ 226560 h 586216"/>
                <a:gd name="connsiteX62" fmla="*/ 162274 w 609549"/>
                <a:gd name="connsiteY62" fmla="*/ 229936 h 586216"/>
                <a:gd name="connsiteX63" fmla="*/ 158702 w 609549"/>
                <a:gd name="connsiteY63" fmla="*/ 230269 h 586216"/>
                <a:gd name="connsiteX64" fmla="*/ 144942 w 609549"/>
                <a:gd name="connsiteY64" fmla="*/ 224611 h 586216"/>
                <a:gd name="connsiteX65" fmla="*/ 137609 w 609549"/>
                <a:gd name="connsiteY65" fmla="*/ 217288 h 586216"/>
                <a:gd name="connsiteX66" fmla="*/ 69804 w 609549"/>
                <a:gd name="connsiteY66" fmla="*/ 149578 h 586216"/>
                <a:gd name="connsiteX67" fmla="*/ 62519 w 609549"/>
                <a:gd name="connsiteY67" fmla="*/ 142255 h 586216"/>
                <a:gd name="connsiteX68" fmla="*/ 62519 w 609549"/>
                <a:gd name="connsiteY68" fmla="*/ 114819 h 586216"/>
                <a:gd name="connsiteX69" fmla="*/ 144942 w 609549"/>
                <a:gd name="connsiteY69" fmla="*/ 32464 h 586216"/>
                <a:gd name="connsiteX70" fmla="*/ 158702 w 609549"/>
                <a:gd name="connsiteY70" fmla="*/ 26758 h 586216"/>
                <a:gd name="connsiteX71" fmla="*/ 254809 w 609549"/>
                <a:gd name="connsiteY71" fmla="*/ 6542 h 586216"/>
                <a:gd name="connsiteX72" fmla="*/ 321015 w 609549"/>
                <a:gd name="connsiteY72" fmla="*/ 29913 h 586216"/>
                <a:gd name="connsiteX73" fmla="*/ 260017 w 609549"/>
                <a:gd name="connsiteY73" fmla="*/ 97465 h 586216"/>
                <a:gd name="connsiteX74" fmla="*/ 193067 w 609549"/>
                <a:gd name="connsiteY74" fmla="*/ 30626 h 586216"/>
                <a:gd name="connsiteX75" fmla="*/ 254809 w 609549"/>
                <a:gd name="connsiteY75" fmla="*/ 6542 h 586216"/>
                <a:gd name="connsiteX76" fmla="*/ 503105 w 609549"/>
                <a:gd name="connsiteY76" fmla="*/ 953 h 586216"/>
                <a:gd name="connsiteX77" fmla="*/ 538560 w 609549"/>
                <a:gd name="connsiteY77" fmla="*/ 10911 h 586216"/>
                <a:gd name="connsiteX78" fmla="*/ 542083 w 609549"/>
                <a:gd name="connsiteY78" fmla="*/ 30073 h 586216"/>
                <a:gd name="connsiteX79" fmla="*/ 465709 w 609549"/>
                <a:gd name="connsiteY79" fmla="*/ 106341 h 586216"/>
                <a:gd name="connsiteX80" fmla="*/ 465709 w 609549"/>
                <a:gd name="connsiteY80" fmla="*/ 139911 h 586216"/>
                <a:gd name="connsiteX81" fmla="*/ 542131 w 609549"/>
                <a:gd name="connsiteY81" fmla="*/ 216227 h 586216"/>
                <a:gd name="connsiteX82" fmla="*/ 538655 w 609549"/>
                <a:gd name="connsiteY82" fmla="*/ 235246 h 586216"/>
                <a:gd name="connsiteX83" fmla="*/ 442187 w 609549"/>
                <a:gd name="connsiteY83" fmla="*/ 237528 h 586216"/>
                <a:gd name="connsiteX84" fmla="*/ 399238 w 609549"/>
                <a:gd name="connsiteY84" fmla="*/ 280370 h 586216"/>
                <a:gd name="connsiteX85" fmla="*/ 328482 w 609549"/>
                <a:gd name="connsiteY85" fmla="*/ 209712 h 586216"/>
                <a:gd name="connsiteX86" fmla="*/ 372240 w 609549"/>
                <a:gd name="connsiteY86" fmla="*/ 166015 h 586216"/>
                <a:gd name="connsiteX87" fmla="*/ 400571 w 609549"/>
                <a:gd name="connsiteY87" fmla="*/ 36064 h 586216"/>
                <a:gd name="connsiteX88" fmla="*/ 503105 w 609549"/>
                <a:gd name="connsiteY88" fmla="*/ 953 h 5862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609549" h="586216">
                  <a:moveTo>
                    <a:pt x="61288" y="383285"/>
                  </a:moveTo>
                  <a:cubicBezTo>
                    <a:pt x="64829" y="383106"/>
                    <a:pt x="68448" y="384367"/>
                    <a:pt x="71162" y="387101"/>
                  </a:cubicBezTo>
                  <a:lnTo>
                    <a:pt x="120018" y="435892"/>
                  </a:lnTo>
                  <a:cubicBezTo>
                    <a:pt x="125113" y="440933"/>
                    <a:pt x="125113" y="449160"/>
                    <a:pt x="120018" y="454200"/>
                  </a:cubicBezTo>
                  <a:lnTo>
                    <a:pt x="56639" y="517543"/>
                  </a:lnTo>
                  <a:cubicBezTo>
                    <a:pt x="50211" y="523963"/>
                    <a:pt x="39211" y="522013"/>
                    <a:pt x="35592" y="513644"/>
                  </a:cubicBezTo>
                  <a:cubicBezTo>
                    <a:pt x="17783" y="472794"/>
                    <a:pt x="23211" y="424288"/>
                    <a:pt x="51877" y="388099"/>
                  </a:cubicBezTo>
                  <a:cubicBezTo>
                    <a:pt x="54282" y="385079"/>
                    <a:pt x="57746" y="383463"/>
                    <a:pt x="61288" y="383285"/>
                  </a:cubicBezTo>
                  <a:close/>
                  <a:moveTo>
                    <a:pt x="235245" y="302810"/>
                  </a:moveTo>
                  <a:lnTo>
                    <a:pt x="306042" y="373466"/>
                  </a:lnTo>
                  <a:lnTo>
                    <a:pt x="258717" y="420680"/>
                  </a:lnTo>
                  <a:cubicBezTo>
                    <a:pt x="274667" y="464329"/>
                    <a:pt x="265192" y="515300"/>
                    <a:pt x="230246" y="550152"/>
                  </a:cubicBezTo>
                  <a:cubicBezTo>
                    <a:pt x="192919" y="587430"/>
                    <a:pt x="137644" y="595798"/>
                    <a:pt x="92223" y="575305"/>
                  </a:cubicBezTo>
                  <a:cubicBezTo>
                    <a:pt x="84701" y="571882"/>
                    <a:pt x="82892" y="561992"/>
                    <a:pt x="88748" y="556143"/>
                  </a:cubicBezTo>
                  <a:lnTo>
                    <a:pt x="165115" y="479877"/>
                  </a:lnTo>
                  <a:cubicBezTo>
                    <a:pt x="174399" y="470605"/>
                    <a:pt x="174399" y="455580"/>
                    <a:pt x="165115" y="446308"/>
                  </a:cubicBezTo>
                  <a:lnTo>
                    <a:pt x="88700" y="369995"/>
                  </a:lnTo>
                  <a:cubicBezTo>
                    <a:pt x="82844" y="364194"/>
                    <a:pt x="84653" y="354399"/>
                    <a:pt x="92128" y="350976"/>
                  </a:cubicBezTo>
                  <a:cubicBezTo>
                    <a:pt x="122789" y="337092"/>
                    <a:pt x="157973" y="336379"/>
                    <a:pt x="189111" y="348884"/>
                  </a:cubicBezTo>
                  <a:close/>
                  <a:moveTo>
                    <a:pt x="257958" y="161679"/>
                  </a:moveTo>
                  <a:lnTo>
                    <a:pt x="317251" y="220879"/>
                  </a:lnTo>
                  <a:lnTo>
                    <a:pt x="388070" y="291586"/>
                  </a:lnTo>
                  <a:lnTo>
                    <a:pt x="604906" y="508130"/>
                  </a:lnTo>
                  <a:cubicBezTo>
                    <a:pt x="611097" y="514311"/>
                    <a:pt x="611097" y="524344"/>
                    <a:pt x="604906" y="530526"/>
                  </a:cubicBezTo>
                  <a:lnTo>
                    <a:pt x="556567" y="578789"/>
                  </a:lnTo>
                  <a:cubicBezTo>
                    <a:pt x="553471" y="581880"/>
                    <a:pt x="549423" y="583449"/>
                    <a:pt x="545327" y="583449"/>
                  </a:cubicBezTo>
                  <a:cubicBezTo>
                    <a:pt x="541279" y="583449"/>
                    <a:pt x="537231" y="581880"/>
                    <a:pt x="534135" y="578789"/>
                  </a:cubicBezTo>
                  <a:lnTo>
                    <a:pt x="317251" y="362293"/>
                  </a:lnTo>
                  <a:lnTo>
                    <a:pt x="246481" y="291586"/>
                  </a:lnTo>
                  <a:lnTo>
                    <a:pt x="187140" y="232339"/>
                  </a:lnTo>
                  <a:close/>
                  <a:moveTo>
                    <a:pt x="58606" y="160814"/>
                  </a:moveTo>
                  <a:lnTo>
                    <a:pt x="126401" y="228498"/>
                  </a:lnTo>
                  <a:lnTo>
                    <a:pt x="111975" y="242899"/>
                  </a:lnTo>
                  <a:lnTo>
                    <a:pt x="119307" y="250219"/>
                  </a:lnTo>
                  <a:cubicBezTo>
                    <a:pt x="126877" y="257824"/>
                    <a:pt x="126877" y="270087"/>
                    <a:pt x="119307" y="277692"/>
                  </a:cubicBezTo>
                  <a:lnTo>
                    <a:pt x="115641" y="281352"/>
                  </a:lnTo>
                  <a:cubicBezTo>
                    <a:pt x="108024" y="288909"/>
                    <a:pt x="95741" y="288909"/>
                    <a:pt x="88123" y="281352"/>
                  </a:cubicBezTo>
                  <a:lnTo>
                    <a:pt x="5712" y="199029"/>
                  </a:lnTo>
                  <a:cubicBezTo>
                    <a:pt x="-1905" y="191424"/>
                    <a:pt x="-1905" y="179161"/>
                    <a:pt x="5712" y="171604"/>
                  </a:cubicBezTo>
                  <a:lnTo>
                    <a:pt x="9378" y="167944"/>
                  </a:lnTo>
                  <a:cubicBezTo>
                    <a:pt x="16948" y="160339"/>
                    <a:pt x="29231" y="160339"/>
                    <a:pt x="36849" y="167944"/>
                  </a:cubicBezTo>
                  <a:lnTo>
                    <a:pt x="44180" y="175264"/>
                  </a:lnTo>
                  <a:close/>
                  <a:moveTo>
                    <a:pt x="585775" y="66370"/>
                  </a:moveTo>
                  <a:cubicBezTo>
                    <a:pt x="589775" y="67101"/>
                    <a:pt x="593430" y="69680"/>
                    <a:pt x="595263" y="73839"/>
                  </a:cubicBezTo>
                  <a:cubicBezTo>
                    <a:pt x="613072" y="114675"/>
                    <a:pt x="607644" y="163212"/>
                    <a:pt x="578978" y="199341"/>
                  </a:cubicBezTo>
                  <a:cubicBezTo>
                    <a:pt x="574168" y="205379"/>
                    <a:pt x="565121" y="205854"/>
                    <a:pt x="559693" y="200387"/>
                  </a:cubicBezTo>
                  <a:lnTo>
                    <a:pt x="510789" y="151612"/>
                  </a:lnTo>
                  <a:cubicBezTo>
                    <a:pt x="505742" y="146526"/>
                    <a:pt x="505742" y="138349"/>
                    <a:pt x="510789" y="133262"/>
                  </a:cubicBezTo>
                  <a:lnTo>
                    <a:pt x="574216" y="69988"/>
                  </a:lnTo>
                  <a:cubicBezTo>
                    <a:pt x="577430" y="66756"/>
                    <a:pt x="581775" y="65639"/>
                    <a:pt x="585775" y="66370"/>
                  </a:cubicBezTo>
                  <a:close/>
                  <a:moveTo>
                    <a:pt x="158702" y="26758"/>
                  </a:moveTo>
                  <a:cubicBezTo>
                    <a:pt x="163655" y="26758"/>
                    <a:pt x="168654" y="28660"/>
                    <a:pt x="172463" y="32464"/>
                  </a:cubicBezTo>
                  <a:lnTo>
                    <a:pt x="179701" y="39691"/>
                  </a:lnTo>
                  <a:lnTo>
                    <a:pt x="246935" y="106831"/>
                  </a:lnTo>
                  <a:lnTo>
                    <a:pt x="254886" y="114819"/>
                  </a:lnTo>
                  <a:cubicBezTo>
                    <a:pt x="261457" y="121334"/>
                    <a:pt x="262362" y="131414"/>
                    <a:pt x="257600" y="138879"/>
                  </a:cubicBezTo>
                  <a:cubicBezTo>
                    <a:pt x="256839" y="140068"/>
                    <a:pt x="255934" y="141209"/>
                    <a:pt x="254886" y="142255"/>
                  </a:cubicBezTo>
                  <a:lnTo>
                    <a:pt x="252315" y="144823"/>
                  </a:lnTo>
                  <a:lnTo>
                    <a:pt x="246696" y="150434"/>
                  </a:lnTo>
                  <a:lnTo>
                    <a:pt x="175892" y="221140"/>
                  </a:lnTo>
                  <a:lnTo>
                    <a:pt x="172463" y="224611"/>
                  </a:lnTo>
                  <a:cubicBezTo>
                    <a:pt x="171702" y="225324"/>
                    <a:pt x="170940" y="225990"/>
                    <a:pt x="170130" y="226560"/>
                  </a:cubicBezTo>
                  <a:cubicBezTo>
                    <a:pt x="167749" y="228319"/>
                    <a:pt x="165083" y="229413"/>
                    <a:pt x="162274" y="229936"/>
                  </a:cubicBezTo>
                  <a:cubicBezTo>
                    <a:pt x="161083" y="230174"/>
                    <a:pt x="159893" y="230269"/>
                    <a:pt x="158702" y="230269"/>
                  </a:cubicBezTo>
                  <a:cubicBezTo>
                    <a:pt x="153703" y="230269"/>
                    <a:pt x="148751" y="228367"/>
                    <a:pt x="144942" y="224611"/>
                  </a:cubicBezTo>
                  <a:lnTo>
                    <a:pt x="137609" y="217288"/>
                  </a:lnTo>
                  <a:lnTo>
                    <a:pt x="69804" y="149578"/>
                  </a:lnTo>
                  <a:lnTo>
                    <a:pt x="62519" y="142255"/>
                  </a:lnTo>
                  <a:cubicBezTo>
                    <a:pt x="54900" y="134647"/>
                    <a:pt x="54900" y="122380"/>
                    <a:pt x="62519" y="114819"/>
                  </a:cubicBezTo>
                  <a:lnTo>
                    <a:pt x="144942" y="32464"/>
                  </a:lnTo>
                  <a:cubicBezTo>
                    <a:pt x="148751" y="28660"/>
                    <a:pt x="153750" y="26758"/>
                    <a:pt x="158702" y="26758"/>
                  </a:cubicBezTo>
                  <a:close/>
                  <a:moveTo>
                    <a:pt x="254809" y="6542"/>
                  </a:moveTo>
                  <a:cubicBezTo>
                    <a:pt x="277279" y="4029"/>
                    <a:pt x="300492" y="9424"/>
                    <a:pt x="321015" y="29913"/>
                  </a:cubicBezTo>
                  <a:cubicBezTo>
                    <a:pt x="380347" y="89193"/>
                    <a:pt x="337205" y="46124"/>
                    <a:pt x="260017" y="97465"/>
                  </a:cubicBezTo>
                  <a:lnTo>
                    <a:pt x="193067" y="30626"/>
                  </a:lnTo>
                  <a:cubicBezTo>
                    <a:pt x="210614" y="19479"/>
                    <a:pt x="232340" y="9056"/>
                    <a:pt x="254809" y="6542"/>
                  </a:cubicBezTo>
                  <a:close/>
                  <a:moveTo>
                    <a:pt x="503105" y="953"/>
                  </a:moveTo>
                  <a:cubicBezTo>
                    <a:pt x="515252" y="2468"/>
                    <a:pt x="527216" y="5788"/>
                    <a:pt x="538560" y="10911"/>
                  </a:cubicBezTo>
                  <a:cubicBezTo>
                    <a:pt x="546131" y="14334"/>
                    <a:pt x="547940" y="24224"/>
                    <a:pt x="542083" y="30073"/>
                  </a:cubicBezTo>
                  <a:lnTo>
                    <a:pt x="465709" y="106341"/>
                  </a:lnTo>
                  <a:cubicBezTo>
                    <a:pt x="456424" y="115613"/>
                    <a:pt x="456424" y="130639"/>
                    <a:pt x="465709" y="139911"/>
                  </a:cubicBezTo>
                  <a:lnTo>
                    <a:pt x="542131" y="216227"/>
                  </a:lnTo>
                  <a:cubicBezTo>
                    <a:pt x="547940" y="222028"/>
                    <a:pt x="546178" y="231823"/>
                    <a:pt x="538655" y="235246"/>
                  </a:cubicBezTo>
                  <a:cubicBezTo>
                    <a:pt x="508181" y="249035"/>
                    <a:pt x="473184" y="249844"/>
                    <a:pt x="442187" y="237528"/>
                  </a:cubicBezTo>
                  <a:lnTo>
                    <a:pt x="399238" y="280370"/>
                  </a:lnTo>
                  <a:lnTo>
                    <a:pt x="328482" y="209712"/>
                  </a:lnTo>
                  <a:lnTo>
                    <a:pt x="372240" y="166015"/>
                  </a:lnTo>
                  <a:cubicBezTo>
                    <a:pt x="356051" y="122270"/>
                    <a:pt x="365527" y="71060"/>
                    <a:pt x="400571" y="36064"/>
                  </a:cubicBezTo>
                  <a:cubicBezTo>
                    <a:pt x="428569" y="8106"/>
                    <a:pt x="466664" y="-3592"/>
                    <a:pt x="503105" y="95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iṥḷiḍe">
              <a:extLst>
                <a:ext uri="{FF2B5EF4-FFF2-40B4-BE49-F238E27FC236}">
                  <a16:creationId xmlns:a16="http://schemas.microsoft.com/office/drawing/2014/main" id="{A86B2846-77A2-4F11-8231-94E8B2307B3A}"/>
                </a:ext>
              </a:extLst>
            </p:cNvPr>
            <p:cNvSpPr txBox="1"/>
            <p:nvPr/>
          </p:nvSpPr>
          <p:spPr bwMode="auto">
            <a:xfrm flipH="1">
              <a:off x="4068342" y="3198722"/>
              <a:ext cx="3841133" cy="3875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b" anchorCtr="0">
              <a:normAutofit fontScale="85000" lnSpcReduction="10000"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spcBef>
                  <a:spcPct val="0"/>
                </a:spcBef>
              </a:pPr>
              <a:r>
                <a:rPr lang="en-US" altLang="zh-CN" sz="2100" b="1" dirty="0">
                  <a:solidFill>
                    <a:schemeClr val="bg1"/>
                  </a:solidFill>
                </a:rPr>
                <a:t>Dependency detection at startup</a:t>
              </a:r>
            </a:p>
          </p:txBody>
        </p:sp>
        <p:sp>
          <p:nvSpPr>
            <p:cNvPr id="48" name="iślîḋè">
              <a:extLst>
                <a:ext uri="{FF2B5EF4-FFF2-40B4-BE49-F238E27FC236}">
                  <a16:creationId xmlns:a16="http://schemas.microsoft.com/office/drawing/2014/main" id="{4BDA2B5E-B626-4DDE-AD3C-29DA46D6BAB5}"/>
                </a:ext>
              </a:extLst>
            </p:cNvPr>
            <p:cNvSpPr txBox="1"/>
            <p:nvPr/>
          </p:nvSpPr>
          <p:spPr bwMode="auto">
            <a:xfrm flipH="1">
              <a:off x="4048136" y="4102813"/>
              <a:ext cx="3962935" cy="3875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b" anchorCtr="0">
              <a:normAutofit fontScale="85000" lnSpcReduction="10000"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spcBef>
                  <a:spcPct val="0"/>
                </a:spcBef>
              </a:pPr>
              <a:r>
                <a:rPr lang="en-US" altLang="zh-CN" sz="2000" b="1" dirty="0"/>
                <a:t>Service multi-version configuration</a:t>
              </a:r>
            </a:p>
          </p:txBody>
        </p:sp>
        <p:sp>
          <p:nvSpPr>
            <p:cNvPr id="51" name="ïşḻíḋé">
              <a:extLst>
                <a:ext uri="{FF2B5EF4-FFF2-40B4-BE49-F238E27FC236}">
                  <a16:creationId xmlns:a16="http://schemas.microsoft.com/office/drawing/2014/main" id="{CEA7F2BA-AC87-4897-B0BE-B85F1B51E487}"/>
                </a:ext>
              </a:extLst>
            </p:cNvPr>
            <p:cNvSpPr txBox="1"/>
            <p:nvPr/>
          </p:nvSpPr>
          <p:spPr bwMode="auto">
            <a:xfrm flipH="1">
              <a:off x="3948044" y="5020467"/>
              <a:ext cx="4353249" cy="3875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b" anchorCtr="0">
              <a:normAutofit fontScale="85000" lnSpcReduction="10000"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spcBef>
                  <a:spcPct val="0"/>
                </a:spcBef>
              </a:pPr>
              <a:r>
                <a:rPr lang="en-US" altLang="zh-CN" b="1" dirty="0">
                  <a:solidFill>
                    <a:schemeClr val="bg1"/>
                  </a:solidFill>
                </a:rPr>
                <a:t>Timeout mechanism &amp; Cluster fault tolerance</a:t>
              </a:r>
            </a:p>
          </p:txBody>
        </p:sp>
        <p:sp>
          <p:nvSpPr>
            <p:cNvPr id="54" name="îsļide">
              <a:extLst>
                <a:ext uri="{FF2B5EF4-FFF2-40B4-BE49-F238E27FC236}">
                  <a16:creationId xmlns:a16="http://schemas.microsoft.com/office/drawing/2014/main" id="{FA925BE8-BDEF-4772-B6CF-940085417308}"/>
                </a:ext>
              </a:extLst>
            </p:cNvPr>
            <p:cNvSpPr txBox="1"/>
            <p:nvPr/>
          </p:nvSpPr>
          <p:spPr bwMode="auto">
            <a:xfrm flipH="1">
              <a:off x="4856611" y="5963174"/>
              <a:ext cx="3632195" cy="3875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b" anchorCtr="0">
              <a:normAutofit lnSpcReduction="10000"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spcBef>
                  <a:spcPct val="0"/>
                </a:spcBef>
              </a:pPr>
              <a:r>
                <a:rPr lang="en-US" altLang="zh-CN" sz="1700" b="1" dirty="0"/>
                <a:t>Service</a:t>
              </a:r>
              <a:r>
                <a:rPr lang="en-US" altLang="zh-CN" sz="2000" b="1" dirty="0"/>
                <a:t> </a:t>
              </a:r>
              <a:r>
                <a:rPr lang="en-US" altLang="zh-CN" sz="1700" b="1" dirty="0"/>
                <a:t>grouping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04870075"/>
      </p:ext>
    </p:extLst>
  </p:cSld>
  <p:clrMapOvr>
    <a:masterClrMapping/>
  </p:clrMapOvr>
  <p:transition spd="slow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4AFF03-2502-4483-8CE9-D9E6E78F7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Dubbo Advantages and Disadvantages</a:t>
            </a:r>
            <a:endParaRPr lang="zh-CN" altLang="en-US" dirty="0"/>
          </a:p>
        </p:txBody>
      </p:sp>
      <p:sp>
        <p:nvSpPr>
          <p:cNvPr id="23" name="îSľiḍé">
            <a:extLst>
              <a:ext uri="{FF2B5EF4-FFF2-40B4-BE49-F238E27FC236}">
                <a16:creationId xmlns:a16="http://schemas.microsoft.com/office/drawing/2014/main" id="{11CF6F34-13DF-4909-A946-344854B628E2}"/>
              </a:ext>
            </a:extLst>
          </p:cNvPr>
          <p:cNvSpPr txBox="1"/>
          <p:nvPr/>
        </p:nvSpPr>
        <p:spPr>
          <a:xfrm>
            <a:off x="671511" y="1142000"/>
            <a:ext cx="4209489" cy="1028699"/>
          </a:xfrm>
          <a:prstGeom prst="rect">
            <a:avLst/>
          </a:prstGeom>
          <a:noFill/>
        </p:spPr>
        <p:txBody>
          <a:bodyPr wrap="square" lIns="90000" tIns="46800" rIns="90000" bIns="46800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sz="4000" dirty="0">
                <a:solidFill>
                  <a:schemeClr val="accent2">
                    <a:lumMod val="75000"/>
                  </a:schemeClr>
                </a:solidFill>
              </a:rPr>
              <a:t>Advantages</a:t>
            </a:r>
            <a:endParaRPr lang="en-US" sz="4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2370E5D9-A522-4C8D-BB85-B395C5975381}"/>
              </a:ext>
            </a:extLst>
          </p:cNvPr>
          <p:cNvGrpSpPr/>
          <p:nvPr/>
        </p:nvGrpSpPr>
        <p:grpSpPr>
          <a:xfrm>
            <a:off x="3982107" y="3704288"/>
            <a:ext cx="3006345" cy="2436537"/>
            <a:chOff x="3982107" y="3704288"/>
            <a:chExt cx="3006345" cy="2436537"/>
          </a:xfrm>
        </p:grpSpPr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0E0BBA9A-95C1-4423-BBFC-A2D9758C4E72}"/>
                </a:ext>
              </a:extLst>
            </p:cNvPr>
            <p:cNvCxnSpPr>
              <a:cxnSpLocks/>
              <a:stCxn id="17" idx="2"/>
            </p:cNvCxnSpPr>
            <p:nvPr/>
          </p:nvCxnSpPr>
          <p:spPr>
            <a:xfrm flipH="1" flipV="1">
              <a:off x="5485279" y="4286035"/>
              <a:ext cx="1" cy="200297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41D88D99-CE22-4206-9A5C-B15F60C3C547}"/>
                </a:ext>
              </a:extLst>
            </p:cNvPr>
            <p:cNvGrpSpPr/>
            <p:nvPr/>
          </p:nvGrpSpPr>
          <p:grpSpPr>
            <a:xfrm>
              <a:off x="3982107" y="3704288"/>
              <a:ext cx="3006345" cy="2436537"/>
              <a:chOff x="3982107" y="3704288"/>
              <a:chExt cx="3006345" cy="2436537"/>
            </a:xfrm>
          </p:grpSpPr>
          <p:sp>
            <p:nvSpPr>
              <p:cNvPr id="17" name="íṥḻïḋè">
                <a:extLst>
                  <a:ext uri="{FF2B5EF4-FFF2-40B4-BE49-F238E27FC236}">
                    <a16:creationId xmlns:a16="http://schemas.microsoft.com/office/drawing/2014/main" id="{D5311629-15CA-4D49-8B5C-EE83A251D39C}"/>
                  </a:ext>
                </a:extLst>
              </p:cNvPr>
              <p:cNvSpPr/>
              <p:nvPr/>
            </p:nvSpPr>
            <p:spPr>
              <a:xfrm flipV="1">
                <a:off x="3982107" y="4486332"/>
                <a:ext cx="3006345" cy="1654493"/>
              </a:xfrm>
              <a:custGeom>
                <a:avLst/>
                <a:gdLst>
                  <a:gd name="connsiteX0" fmla="*/ 0 w 3390900"/>
                  <a:gd name="connsiteY0" fmla="*/ 0 h 1695450"/>
                  <a:gd name="connsiteX1" fmla="*/ 3390900 w 3390900"/>
                  <a:gd name="connsiteY1" fmla="*/ 0 h 1695450"/>
                  <a:gd name="connsiteX2" fmla="*/ 1695450 w 3390900"/>
                  <a:gd name="connsiteY2" fmla="*/ 1695450 h 1695450"/>
                  <a:gd name="connsiteX3" fmla="*/ 0 w 3390900"/>
                  <a:gd name="connsiteY3" fmla="*/ 0 h 1695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390900" h="1695450">
                    <a:moveTo>
                      <a:pt x="0" y="0"/>
                    </a:moveTo>
                    <a:lnTo>
                      <a:pt x="3390900" y="0"/>
                    </a:lnTo>
                    <a:cubicBezTo>
                      <a:pt x="3390900" y="936371"/>
                      <a:pt x="2631821" y="1695450"/>
                      <a:pt x="1695450" y="1695450"/>
                    </a:cubicBezTo>
                    <a:cubicBezTo>
                      <a:pt x="759079" y="1695450"/>
                      <a:pt x="0" y="936371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85000"/>
                </a:schemeClr>
              </a:solidFill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dirty="0"/>
              </a:p>
            </p:txBody>
          </p:sp>
          <p:sp>
            <p:nvSpPr>
              <p:cNvPr id="21" name="iŝḻîḍê">
                <a:extLst>
                  <a:ext uri="{FF2B5EF4-FFF2-40B4-BE49-F238E27FC236}">
                    <a16:creationId xmlns:a16="http://schemas.microsoft.com/office/drawing/2014/main" id="{CF98B736-6CCA-4263-BDFC-BB7AD3B52D61}"/>
                  </a:ext>
                </a:extLst>
              </p:cNvPr>
              <p:cNvSpPr/>
              <p:nvPr/>
            </p:nvSpPr>
            <p:spPr bwMode="auto">
              <a:xfrm>
                <a:off x="5188831" y="5066505"/>
                <a:ext cx="592896" cy="501040"/>
              </a:xfrm>
              <a:custGeom>
                <a:avLst/>
                <a:gdLst>
                  <a:gd name="connsiteX0" fmla="*/ 46038 w 338138"/>
                  <a:gd name="connsiteY0" fmla="*/ 261938 h 285751"/>
                  <a:gd name="connsiteX1" fmla="*/ 38100 w 338138"/>
                  <a:gd name="connsiteY1" fmla="*/ 270670 h 285751"/>
                  <a:gd name="connsiteX2" fmla="*/ 46038 w 338138"/>
                  <a:gd name="connsiteY2" fmla="*/ 279402 h 285751"/>
                  <a:gd name="connsiteX3" fmla="*/ 53976 w 338138"/>
                  <a:gd name="connsiteY3" fmla="*/ 270670 h 285751"/>
                  <a:gd name="connsiteX4" fmla="*/ 46038 w 338138"/>
                  <a:gd name="connsiteY4" fmla="*/ 261938 h 285751"/>
                  <a:gd name="connsiteX5" fmla="*/ 288131 w 338138"/>
                  <a:gd name="connsiteY5" fmla="*/ 184150 h 285751"/>
                  <a:gd name="connsiteX6" fmla="*/ 277812 w 338138"/>
                  <a:gd name="connsiteY6" fmla="*/ 194469 h 285751"/>
                  <a:gd name="connsiteX7" fmla="*/ 288131 w 338138"/>
                  <a:gd name="connsiteY7" fmla="*/ 204788 h 285751"/>
                  <a:gd name="connsiteX8" fmla="*/ 298450 w 338138"/>
                  <a:gd name="connsiteY8" fmla="*/ 194469 h 285751"/>
                  <a:gd name="connsiteX9" fmla="*/ 288131 w 338138"/>
                  <a:gd name="connsiteY9" fmla="*/ 184150 h 285751"/>
                  <a:gd name="connsiteX10" fmla="*/ 19050 w 338138"/>
                  <a:gd name="connsiteY10" fmla="*/ 165100 h 285751"/>
                  <a:gd name="connsiteX11" fmla="*/ 19050 w 338138"/>
                  <a:gd name="connsiteY11" fmla="*/ 242888 h 285751"/>
                  <a:gd name="connsiteX12" fmla="*/ 73025 w 338138"/>
                  <a:gd name="connsiteY12" fmla="*/ 242888 h 285751"/>
                  <a:gd name="connsiteX13" fmla="*/ 73025 w 338138"/>
                  <a:gd name="connsiteY13" fmla="*/ 165100 h 285751"/>
                  <a:gd name="connsiteX14" fmla="*/ 12010 w 338138"/>
                  <a:gd name="connsiteY14" fmla="*/ 141288 h 285751"/>
                  <a:gd name="connsiteX15" fmla="*/ 81400 w 338138"/>
                  <a:gd name="connsiteY15" fmla="*/ 141288 h 285751"/>
                  <a:gd name="connsiteX16" fmla="*/ 92075 w 338138"/>
                  <a:gd name="connsiteY16" fmla="*/ 153107 h 285751"/>
                  <a:gd name="connsiteX17" fmla="*/ 92075 w 338138"/>
                  <a:gd name="connsiteY17" fmla="*/ 273932 h 285751"/>
                  <a:gd name="connsiteX18" fmla="*/ 81400 w 338138"/>
                  <a:gd name="connsiteY18" fmla="*/ 285751 h 285751"/>
                  <a:gd name="connsiteX19" fmla="*/ 12010 w 338138"/>
                  <a:gd name="connsiteY19" fmla="*/ 285751 h 285751"/>
                  <a:gd name="connsiteX20" fmla="*/ 0 w 338138"/>
                  <a:gd name="connsiteY20" fmla="*/ 273932 h 285751"/>
                  <a:gd name="connsiteX21" fmla="*/ 0 w 338138"/>
                  <a:gd name="connsiteY21" fmla="*/ 153107 h 285751"/>
                  <a:gd name="connsiteX22" fmla="*/ 12010 w 338138"/>
                  <a:gd name="connsiteY22" fmla="*/ 141288 h 285751"/>
                  <a:gd name="connsiteX23" fmla="*/ 55002 w 338138"/>
                  <a:gd name="connsiteY23" fmla="*/ 82550 h 285751"/>
                  <a:gd name="connsiteX24" fmla="*/ 175185 w 338138"/>
                  <a:gd name="connsiteY24" fmla="*/ 82550 h 285751"/>
                  <a:gd name="connsiteX25" fmla="*/ 193675 w 338138"/>
                  <a:gd name="connsiteY25" fmla="*/ 99703 h 285751"/>
                  <a:gd name="connsiteX26" fmla="*/ 193675 w 338138"/>
                  <a:gd name="connsiteY26" fmla="*/ 268597 h 285751"/>
                  <a:gd name="connsiteX27" fmla="*/ 175185 w 338138"/>
                  <a:gd name="connsiteY27" fmla="*/ 285750 h 285751"/>
                  <a:gd name="connsiteX28" fmla="*/ 107830 w 338138"/>
                  <a:gd name="connsiteY28" fmla="*/ 285750 h 285751"/>
                  <a:gd name="connsiteX29" fmla="*/ 109151 w 338138"/>
                  <a:gd name="connsiteY29" fmla="*/ 276514 h 285751"/>
                  <a:gd name="connsiteX30" fmla="*/ 109151 w 338138"/>
                  <a:gd name="connsiteY30" fmla="*/ 273875 h 285751"/>
                  <a:gd name="connsiteX31" fmla="*/ 115754 w 338138"/>
                  <a:gd name="connsiteY31" fmla="*/ 275194 h 285751"/>
                  <a:gd name="connsiteX32" fmla="*/ 124999 w 338138"/>
                  <a:gd name="connsiteY32" fmla="*/ 264639 h 285751"/>
                  <a:gd name="connsiteX33" fmla="*/ 115754 w 338138"/>
                  <a:gd name="connsiteY33" fmla="*/ 254083 h 285751"/>
                  <a:gd name="connsiteX34" fmla="*/ 109151 w 338138"/>
                  <a:gd name="connsiteY34" fmla="*/ 256722 h 285751"/>
                  <a:gd name="connsiteX35" fmla="*/ 109151 w 338138"/>
                  <a:gd name="connsiteY35" fmla="*/ 235610 h 285751"/>
                  <a:gd name="connsiteX36" fmla="*/ 168582 w 338138"/>
                  <a:gd name="connsiteY36" fmla="*/ 235610 h 285751"/>
                  <a:gd name="connsiteX37" fmla="*/ 168582 w 338138"/>
                  <a:gd name="connsiteY37" fmla="*/ 110259 h 285751"/>
                  <a:gd name="connsiteX38" fmla="*/ 61606 w 338138"/>
                  <a:gd name="connsiteY38" fmla="*/ 110259 h 285751"/>
                  <a:gd name="connsiteX39" fmla="*/ 61606 w 338138"/>
                  <a:gd name="connsiteY39" fmla="*/ 126093 h 285751"/>
                  <a:gd name="connsiteX40" fmla="*/ 36512 w 338138"/>
                  <a:gd name="connsiteY40" fmla="*/ 126093 h 285751"/>
                  <a:gd name="connsiteX41" fmla="*/ 36512 w 338138"/>
                  <a:gd name="connsiteY41" fmla="*/ 99703 h 285751"/>
                  <a:gd name="connsiteX42" fmla="*/ 55002 w 338138"/>
                  <a:gd name="connsiteY42" fmla="*/ 82550 h 285751"/>
                  <a:gd name="connsiteX43" fmla="*/ 102729 w 338138"/>
                  <a:gd name="connsiteY43" fmla="*/ 0 h 285751"/>
                  <a:gd name="connsiteX44" fmla="*/ 305260 w 338138"/>
                  <a:gd name="connsiteY44" fmla="*/ 0 h 285751"/>
                  <a:gd name="connsiteX45" fmla="*/ 338138 w 338138"/>
                  <a:gd name="connsiteY45" fmla="*/ 34237 h 285751"/>
                  <a:gd name="connsiteX46" fmla="*/ 338138 w 338138"/>
                  <a:gd name="connsiteY46" fmla="*/ 188306 h 285751"/>
                  <a:gd name="connsiteX47" fmla="*/ 305260 w 338138"/>
                  <a:gd name="connsiteY47" fmla="*/ 221226 h 285751"/>
                  <a:gd name="connsiteX48" fmla="*/ 234242 w 338138"/>
                  <a:gd name="connsiteY48" fmla="*/ 221226 h 285751"/>
                  <a:gd name="connsiteX49" fmla="*/ 234242 w 338138"/>
                  <a:gd name="connsiteY49" fmla="*/ 243612 h 285751"/>
                  <a:gd name="connsiteX50" fmla="*/ 265806 w 338138"/>
                  <a:gd name="connsiteY50" fmla="*/ 243612 h 285751"/>
                  <a:gd name="connsiteX51" fmla="*/ 277642 w 338138"/>
                  <a:gd name="connsiteY51" fmla="*/ 256780 h 285751"/>
                  <a:gd name="connsiteX52" fmla="*/ 277642 w 338138"/>
                  <a:gd name="connsiteY52" fmla="*/ 272582 h 285751"/>
                  <a:gd name="connsiteX53" fmla="*/ 265806 w 338138"/>
                  <a:gd name="connsiteY53" fmla="*/ 285750 h 285751"/>
                  <a:gd name="connsiteX54" fmla="*/ 205309 w 338138"/>
                  <a:gd name="connsiteY54" fmla="*/ 285750 h 285751"/>
                  <a:gd name="connsiteX55" fmla="*/ 210570 w 338138"/>
                  <a:gd name="connsiteY55" fmla="*/ 269948 h 285751"/>
                  <a:gd name="connsiteX56" fmla="*/ 210570 w 338138"/>
                  <a:gd name="connsiteY56" fmla="*/ 213325 h 285751"/>
                  <a:gd name="connsiteX57" fmla="*/ 210570 w 338138"/>
                  <a:gd name="connsiteY57" fmla="*/ 172504 h 285751"/>
                  <a:gd name="connsiteX58" fmla="*/ 296054 w 338138"/>
                  <a:gd name="connsiteY58" fmla="*/ 172504 h 285751"/>
                  <a:gd name="connsiteX59" fmla="*/ 309205 w 338138"/>
                  <a:gd name="connsiteY59" fmla="*/ 159335 h 285751"/>
                  <a:gd name="connsiteX60" fmla="*/ 309205 w 338138"/>
                  <a:gd name="connsiteY60" fmla="*/ 39504 h 285751"/>
                  <a:gd name="connsiteX61" fmla="*/ 296054 w 338138"/>
                  <a:gd name="connsiteY61" fmla="*/ 27653 h 285751"/>
                  <a:gd name="connsiteX62" fmla="*/ 110620 w 338138"/>
                  <a:gd name="connsiteY62" fmla="*/ 27653 h 285751"/>
                  <a:gd name="connsiteX63" fmla="*/ 98783 w 338138"/>
                  <a:gd name="connsiteY63" fmla="*/ 39504 h 285751"/>
                  <a:gd name="connsiteX64" fmla="*/ 98783 w 338138"/>
                  <a:gd name="connsiteY64" fmla="*/ 65841 h 285751"/>
                  <a:gd name="connsiteX65" fmla="*/ 69850 w 338138"/>
                  <a:gd name="connsiteY65" fmla="*/ 65841 h 285751"/>
                  <a:gd name="connsiteX66" fmla="*/ 69850 w 338138"/>
                  <a:gd name="connsiteY66" fmla="*/ 34237 h 285751"/>
                  <a:gd name="connsiteX67" fmla="*/ 102729 w 338138"/>
                  <a:gd name="connsiteY67" fmla="*/ 0 h 2857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</a:cxnLst>
                <a:rect l="l" t="t" r="r" b="b"/>
                <a:pathLst>
                  <a:path w="338138" h="285751">
                    <a:moveTo>
                      <a:pt x="46038" y="261938"/>
                    </a:moveTo>
                    <a:cubicBezTo>
                      <a:pt x="41654" y="261938"/>
                      <a:pt x="38100" y="265847"/>
                      <a:pt x="38100" y="270670"/>
                    </a:cubicBezTo>
                    <a:cubicBezTo>
                      <a:pt x="38100" y="275493"/>
                      <a:pt x="41654" y="279402"/>
                      <a:pt x="46038" y="279402"/>
                    </a:cubicBezTo>
                    <a:cubicBezTo>
                      <a:pt x="50422" y="279402"/>
                      <a:pt x="53976" y="275493"/>
                      <a:pt x="53976" y="270670"/>
                    </a:cubicBezTo>
                    <a:cubicBezTo>
                      <a:pt x="53976" y="265847"/>
                      <a:pt x="50422" y="261938"/>
                      <a:pt x="46038" y="261938"/>
                    </a:cubicBezTo>
                    <a:close/>
                    <a:moveTo>
                      <a:pt x="288131" y="184150"/>
                    </a:moveTo>
                    <a:cubicBezTo>
                      <a:pt x="282432" y="184150"/>
                      <a:pt x="277812" y="188770"/>
                      <a:pt x="277812" y="194469"/>
                    </a:cubicBezTo>
                    <a:cubicBezTo>
                      <a:pt x="277812" y="200168"/>
                      <a:pt x="282432" y="204788"/>
                      <a:pt x="288131" y="204788"/>
                    </a:cubicBezTo>
                    <a:cubicBezTo>
                      <a:pt x="293830" y="204788"/>
                      <a:pt x="298450" y="200168"/>
                      <a:pt x="298450" y="194469"/>
                    </a:cubicBezTo>
                    <a:cubicBezTo>
                      <a:pt x="298450" y="188770"/>
                      <a:pt x="293830" y="184150"/>
                      <a:pt x="288131" y="184150"/>
                    </a:cubicBezTo>
                    <a:close/>
                    <a:moveTo>
                      <a:pt x="19050" y="165100"/>
                    </a:moveTo>
                    <a:lnTo>
                      <a:pt x="19050" y="242888"/>
                    </a:lnTo>
                    <a:lnTo>
                      <a:pt x="73025" y="242888"/>
                    </a:lnTo>
                    <a:lnTo>
                      <a:pt x="73025" y="165100"/>
                    </a:lnTo>
                    <a:close/>
                    <a:moveTo>
                      <a:pt x="12010" y="141288"/>
                    </a:moveTo>
                    <a:cubicBezTo>
                      <a:pt x="12010" y="141288"/>
                      <a:pt x="12010" y="141288"/>
                      <a:pt x="81400" y="141288"/>
                    </a:cubicBezTo>
                    <a:cubicBezTo>
                      <a:pt x="86738" y="141288"/>
                      <a:pt x="92075" y="146541"/>
                      <a:pt x="92075" y="153107"/>
                    </a:cubicBezTo>
                    <a:cubicBezTo>
                      <a:pt x="92075" y="153107"/>
                      <a:pt x="92075" y="153107"/>
                      <a:pt x="92075" y="273932"/>
                    </a:cubicBezTo>
                    <a:cubicBezTo>
                      <a:pt x="92075" y="280498"/>
                      <a:pt x="86738" y="285751"/>
                      <a:pt x="81400" y="285751"/>
                    </a:cubicBezTo>
                    <a:cubicBezTo>
                      <a:pt x="81400" y="285751"/>
                      <a:pt x="81400" y="285751"/>
                      <a:pt x="12010" y="285751"/>
                    </a:cubicBezTo>
                    <a:cubicBezTo>
                      <a:pt x="5337" y="285751"/>
                      <a:pt x="0" y="280498"/>
                      <a:pt x="0" y="273932"/>
                    </a:cubicBezTo>
                    <a:cubicBezTo>
                      <a:pt x="0" y="273932"/>
                      <a:pt x="0" y="273932"/>
                      <a:pt x="0" y="153107"/>
                    </a:cubicBezTo>
                    <a:cubicBezTo>
                      <a:pt x="0" y="146541"/>
                      <a:pt x="5337" y="141288"/>
                      <a:pt x="12010" y="141288"/>
                    </a:cubicBezTo>
                    <a:close/>
                    <a:moveTo>
                      <a:pt x="55002" y="82550"/>
                    </a:moveTo>
                    <a:cubicBezTo>
                      <a:pt x="55002" y="82550"/>
                      <a:pt x="55002" y="82550"/>
                      <a:pt x="175185" y="82550"/>
                    </a:cubicBezTo>
                    <a:cubicBezTo>
                      <a:pt x="185751" y="82550"/>
                      <a:pt x="193675" y="90467"/>
                      <a:pt x="193675" y="99703"/>
                    </a:cubicBezTo>
                    <a:cubicBezTo>
                      <a:pt x="193675" y="99703"/>
                      <a:pt x="193675" y="99703"/>
                      <a:pt x="193675" y="268597"/>
                    </a:cubicBezTo>
                    <a:cubicBezTo>
                      <a:pt x="193675" y="277833"/>
                      <a:pt x="185751" y="285750"/>
                      <a:pt x="175185" y="285750"/>
                    </a:cubicBezTo>
                    <a:cubicBezTo>
                      <a:pt x="175185" y="285750"/>
                      <a:pt x="175185" y="285750"/>
                      <a:pt x="107830" y="285750"/>
                    </a:cubicBezTo>
                    <a:cubicBezTo>
                      <a:pt x="109151" y="283111"/>
                      <a:pt x="109151" y="280472"/>
                      <a:pt x="109151" y="276514"/>
                    </a:cubicBezTo>
                    <a:cubicBezTo>
                      <a:pt x="109151" y="276514"/>
                      <a:pt x="109151" y="276514"/>
                      <a:pt x="109151" y="273875"/>
                    </a:cubicBezTo>
                    <a:cubicBezTo>
                      <a:pt x="110471" y="273875"/>
                      <a:pt x="113113" y="275194"/>
                      <a:pt x="115754" y="275194"/>
                    </a:cubicBezTo>
                    <a:cubicBezTo>
                      <a:pt x="121037" y="275194"/>
                      <a:pt x="124999" y="271236"/>
                      <a:pt x="124999" y="264639"/>
                    </a:cubicBezTo>
                    <a:cubicBezTo>
                      <a:pt x="124999" y="259361"/>
                      <a:pt x="121037" y="254083"/>
                      <a:pt x="115754" y="254083"/>
                    </a:cubicBezTo>
                    <a:cubicBezTo>
                      <a:pt x="113113" y="254083"/>
                      <a:pt x="110471" y="255402"/>
                      <a:pt x="109151" y="256722"/>
                    </a:cubicBezTo>
                    <a:cubicBezTo>
                      <a:pt x="109151" y="256722"/>
                      <a:pt x="109151" y="256722"/>
                      <a:pt x="109151" y="235610"/>
                    </a:cubicBezTo>
                    <a:cubicBezTo>
                      <a:pt x="109151" y="235610"/>
                      <a:pt x="109151" y="235610"/>
                      <a:pt x="168582" y="235610"/>
                    </a:cubicBezTo>
                    <a:cubicBezTo>
                      <a:pt x="168582" y="235610"/>
                      <a:pt x="168582" y="235610"/>
                      <a:pt x="168582" y="110259"/>
                    </a:cubicBezTo>
                    <a:cubicBezTo>
                      <a:pt x="168582" y="110259"/>
                      <a:pt x="168582" y="110259"/>
                      <a:pt x="61606" y="110259"/>
                    </a:cubicBezTo>
                    <a:cubicBezTo>
                      <a:pt x="61606" y="110259"/>
                      <a:pt x="61606" y="110259"/>
                      <a:pt x="61606" y="126093"/>
                    </a:cubicBezTo>
                    <a:cubicBezTo>
                      <a:pt x="61606" y="126093"/>
                      <a:pt x="61606" y="126093"/>
                      <a:pt x="36512" y="126093"/>
                    </a:cubicBezTo>
                    <a:cubicBezTo>
                      <a:pt x="36512" y="126093"/>
                      <a:pt x="36512" y="126093"/>
                      <a:pt x="36512" y="99703"/>
                    </a:cubicBezTo>
                    <a:cubicBezTo>
                      <a:pt x="36512" y="90467"/>
                      <a:pt x="45757" y="82550"/>
                      <a:pt x="55002" y="82550"/>
                    </a:cubicBezTo>
                    <a:close/>
                    <a:moveTo>
                      <a:pt x="102729" y="0"/>
                    </a:moveTo>
                    <a:cubicBezTo>
                      <a:pt x="102729" y="0"/>
                      <a:pt x="102729" y="0"/>
                      <a:pt x="305260" y="0"/>
                    </a:cubicBezTo>
                    <a:cubicBezTo>
                      <a:pt x="323672" y="0"/>
                      <a:pt x="338138" y="15802"/>
                      <a:pt x="338138" y="34237"/>
                    </a:cubicBezTo>
                    <a:cubicBezTo>
                      <a:pt x="338138" y="34237"/>
                      <a:pt x="338138" y="34237"/>
                      <a:pt x="338138" y="188306"/>
                    </a:cubicBezTo>
                    <a:cubicBezTo>
                      <a:pt x="338138" y="206741"/>
                      <a:pt x="323672" y="221226"/>
                      <a:pt x="305260" y="221226"/>
                    </a:cubicBezTo>
                    <a:cubicBezTo>
                      <a:pt x="305260" y="221226"/>
                      <a:pt x="305260" y="221226"/>
                      <a:pt x="234242" y="221226"/>
                    </a:cubicBezTo>
                    <a:cubicBezTo>
                      <a:pt x="234242" y="221226"/>
                      <a:pt x="234242" y="221226"/>
                      <a:pt x="234242" y="243612"/>
                    </a:cubicBezTo>
                    <a:cubicBezTo>
                      <a:pt x="234242" y="243612"/>
                      <a:pt x="234242" y="243612"/>
                      <a:pt x="265806" y="243612"/>
                    </a:cubicBezTo>
                    <a:cubicBezTo>
                      <a:pt x="272381" y="243612"/>
                      <a:pt x="277642" y="250196"/>
                      <a:pt x="277642" y="256780"/>
                    </a:cubicBezTo>
                    <a:cubicBezTo>
                      <a:pt x="277642" y="256780"/>
                      <a:pt x="277642" y="256780"/>
                      <a:pt x="277642" y="272582"/>
                    </a:cubicBezTo>
                    <a:cubicBezTo>
                      <a:pt x="277642" y="280483"/>
                      <a:pt x="272381" y="285750"/>
                      <a:pt x="265806" y="285750"/>
                    </a:cubicBezTo>
                    <a:cubicBezTo>
                      <a:pt x="265806" y="285750"/>
                      <a:pt x="265806" y="285750"/>
                      <a:pt x="205309" y="285750"/>
                    </a:cubicBezTo>
                    <a:cubicBezTo>
                      <a:pt x="207940" y="280483"/>
                      <a:pt x="209255" y="275216"/>
                      <a:pt x="210570" y="269948"/>
                    </a:cubicBezTo>
                    <a:cubicBezTo>
                      <a:pt x="210570" y="268632"/>
                      <a:pt x="210570" y="213325"/>
                      <a:pt x="210570" y="213325"/>
                    </a:cubicBezTo>
                    <a:cubicBezTo>
                      <a:pt x="210570" y="213325"/>
                      <a:pt x="210570" y="213325"/>
                      <a:pt x="210570" y="172504"/>
                    </a:cubicBezTo>
                    <a:cubicBezTo>
                      <a:pt x="210570" y="172504"/>
                      <a:pt x="210570" y="172504"/>
                      <a:pt x="296054" y="172504"/>
                    </a:cubicBezTo>
                    <a:cubicBezTo>
                      <a:pt x="303945" y="172504"/>
                      <a:pt x="309205" y="165920"/>
                      <a:pt x="309205" y="159335"/>
                    </a:cubicBezTo>
                    <a:cubicBezTo>
                      <a:pt x="309205" y="159335"/>
                      <a:pt x="309205" y="159335"/>
                      <a:pt x="309205" y="39504"/>
                    </a:cubicBezTo>
                    <a:cubicBezTo>
                      <a:pt x="309205" y="32920"/>
                      <a:pt x="303945" y="27653"/>
                      <a:pt x="296054" y="27653"/>
                    </a:cubicBezTo>
                    <a:cubicBezTo>
                      <a:pt x="296054" y="27653"/>
                      <a:pt x="296054" y="27653"/>
                      <a:pt x="110620" y="27653"/>
                    </a:cubicBezTo>
                    <a:cubicBezTo>
                      <a:pt x="104044" y="27653"/>
                      <a:pt x="98783" y="32920"/>
                      <a:pt x="98783" y="39504"/>
                    </a:cubicBezTo>
                    <a:cubicBezTo>
                      <a:pt x="98783" y="39504"/>
                      <a:pt x="98783" y="39504"/>
                      <a:pt x="98783" y="65841"/>
                    </a:cubicBezTo>
                    <a:cubicBezTo>
                      <a:pt x="98783" y="65841"/>
                      <a:pt x="98783" y="65841"/>
                      <a:pt x="69850" y="65841"/>
                    </a:cubicBezTo>
                    <a:cubicBezTo>
                      <a:pt x="69850" y="65841"/>
                      <a:pt x="69850" y="65841"/>
                      <a:pt x="69850" y="34237"/>
                    </a:cubicBezTo>
                    <a:cubicBezTo>
                      <a:pt x="69850" y="15802"/>
                      <a:pt x="84317" y="0"/>
                      <a:pt x="102729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/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" name="ïŝḻíde">
                <a:extLst>
                  <a:ext uri="{FF2B5EF4-FFF2-40B4-BE49-F238E27FC236}">
                    <a16:creationId xmlns:a16="http://schemas.microsoft.com/office/drawing/2014/main" id="{6A1EB277-2E52-4CD4-B5DE-F405C4F62EDB}"/>
                  </a:ext>
                </a:extLst>
              </p:cNvPr>
              <p:cNvSpPr/>
              <p:nvPr/>
            </p:nvSpPr>
            <p:spPr>
              <a:xfrm>
                <a:off x="4598021" y="3704288"/>
                <a:ext cx="1774513" cy="325410"/>
              </a:xfrm>
              <a:prstGeom prst="rect">
                <a:avLst/>
              </a:prstGeom>
            </p:spPr>
            <p:txBody>
              <a:bodyPr wrap="none" lIns="90000" tIns="46800" rIns="90000" bIns="46800" anchor="ctr" anchorCtr="1">
                <a:normAutofit fontScale="92500" lnSpcReduction="20000"/>
              </a:bodyPr>
              <a:lstStyle/>
              <a:p>
                <a:pPr lvl="0" algn="ctr" defTabSz="914378">
                  <a:spcBef>
                    <a:spcPct val="0"/>
                  </a:spcBef>
                  <a:defRPr/>
                </a:pPr>
                <a:r>
                  <a:rPr lang="en-US" altLang="zh-CN" b="1" dirty="0"/>
                  <a:t>Good call performance</a:t>
                </a:r>
                <a:endParaRPr lang="zh-CN" altLang="en-US" b="1" dirty="0"/>
              </a:p>
            </p:txBody>
          </p:sp>
        </p:grp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9AC035A8-DA75-44D0-BD07-4DC957355E05}"/>
              </a:ext>
            </a:extLst>
          </p:cNvPr>
          <p:cNvGrpSpPr/>
          <p:nvPr/>
        </p:nvGrpSpPr>
        <p:grpSpPr>
          <a:xfrm>
            <a:off x="6248124" y="2885988"/>
            <a:ext cx="3006345" cy="3254837"/>
            <a:chOff x="6248124" y="2885988"/>
            <a:chExt cx="3006345" cy="3254837"/>
          </a:xfrm>
        </p:grpSpPr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99F646B5-ADA4-4D7E-A69D-83A60749320B}"/>
                </a:ext>
              </a:extLst>
            </p:cNvPr>
            <p:cNvCxnSpPr>
              <a:cxnSpLocks/>
              <a:stCxn id="18" idx="2"/>
            </p:cNvCxnSpPr>
            <p:nvPr/>
          </p:nvCxnSpPr>
          <p:spPr>
            <a:xfrm flipH="1" flipV="1">
              <a:off x="7751295" y="3429000"/>
              <a:ext cx="2" cy="1057332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ïṥľide">
              <a:extLst>
                <a:ext uri="{FF2B5EF4-FFF2-40B4-BE49-F238E27FC236}">
                  <a16:creationId xmlns:a16="http://schemas.microsoft.com/office/drawing/2014/main" id="{1034A856-CFA3-471C-91F9-0766BC30650A}"/>
                </a:ext>
              </a:extLst>
            </p:cNvPr>
            <p:cNvSpPr/>
            <p:nvPr/>
          </p:nvSpPr>
          <p:spPr>
            <a:xfrm flipV="1">
              <a:off x="6248124" y="4486332"/>
              <a:ext cx="3006345" cy="1654493"/>
            </a:xfrm>
            <a:custGeom>
              <a:avLst/>
              <a:gdLst>
                <a:gd name="connsiteX0" fmla="*/ 0 w 3390900"/>
                <a:gd name="connsiteY0" fmla="*/ 0 h 1695450"/>
                <a:gd name="connsiteX1" fmla="*/ 3390900 w 3390900"/>
                <a:gd name="connsiteY1" fmla="*/ 0 h 1695450"/>
                <a:gd name="connsiteX2" fmla="*/ 1695450 w 3390900"/>
                <a:gd name="connsiteY2" fmla="*/ 1695450 h 1695450"/>
                <a:gd name="connsiteX3" fmla="*/ 0 w 3390900"/>
                <a:gd name="connsiteY3" fmla="*/ 0 h 1695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90900" h="1695450">
                  <a:moveTo>
                    <a:pt x="0" y="0"/>
                  </a:moveTo>
                  <a:lnTo>
                    <a:pt x="3390900" y="0"/>
                  </a:lnTo>
                  <a:cubicBezTo>
                    <a:pt x="3390900" y="936371"/>
                    <a:pt x="2631821" y="1695450"/>
                    <a:pt x="1695450" y="1695450"/>
                  </a:cubicBezTo>
                  <a:cubicBezTo>
                    <a:pt x="759079" y="1695450"/>
                    <a:pt x="0" y="936371"/>
                    <a:pt x="0" y="0"/>
                  </a:cubicBezTo>
                  <a:close/>
                </a:path>
              </a:pathLst>
            </a:custGeom>
            <a:solidFill>
              <a:schemeClr val="accent2">
                <a:alpha val="85000"/>
              </a:schemeClr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0" name="í$lïďé">
              <a:extLst>
                <a:ext uri="{FF2B5EF4-FFF2-40B4-BE49-F238E27FC236}">
                  <a16:creationId xmlns:a16="http://schemas.microsoft.com/office/drawing/2014/main" id="{559306BA-DE1F-4E2B-950E-3B904DCDF702}"/>
                </a:ext>
              </a:extLst>
            </p:cNvPr>
            <p:cNvSpPr/>
            <p:nvPr/>
          </p:nvSpPr>
          <p:spPr bwMode="auto">
            <a:xfrm>
              <a:off x="7496420" y="5101636"/>
              <a:ext cx="509753" cy="430778"/>
            </a:xfrm>
            <a:custGeom>
              <a:avLst/>
              <a:gdLst>
                <a:gd name="connsiteX0" fmla="*/ 46038 w 338138"/>
                <a:gd name="connsiteY0" fmla="*/ 261938 h 285751"/>
                <a:gd name="connsiteX1" fmla="*/ 38100 w 338138"/>
                <a:gd name="connsiteY1" fmla="*/ 270670 h 285751"/>
                <a:gd name="connsiteX2" fmla="*/ 46038 w 338138"/>
                <a:gd name="connsiteY2" fmla="*/ 279402 h 285751"/>
                <a:gd name="connsiteX3" fmla="*/ 53976 w 338138"/>
                <a:gd name="connsiteY3" fmla="*/ 270670 h 285751"/>
                <a:gd name="connsiteX4" fmla="*/ 46038 w 338138"/>
                <a:gd name="connsiteY4" fmla="*/ 261938 h 285751"/>
                <a:gd name="connsiteX5" fmla="*/ 288131 w 338138"/>
                <a:gd name="connsiteY5" fmla="*/ 184150 h 285751"/>
                <a:gd name="connsiteX6" fmla="*/ 277812 w 338138"/>
                <a:gd name="connsiteY6" fmla="*/ 194469 h 285751"/>
                <a:gd name="connsiteX7" fmla="*/ 288131 w 338138"/>
                <a:gd name="connsiteY7" fmla="*/ 204788 h 285751"/>
                <a:gd name="connsiteX8" fmla="*/ 298450 w 338138"/>
                <a:gd name="connsiteY8" fmla="*/ 194469 h 285751"/>
                <a:gd name="connsiteX9" fmla="*/ 288131 w 338138"/>
                <a:gd name="connsiteY9" fmla="*/ 184150 h 285751"/>
                <a:gd name="connsiteX10" fmla="*/ 19050 w 338138"/>
                <a:gd name="connsiteY10" fmla="*/ 165100 h 285751"/>
                <a:gd name="connsiteX11" fmla="*/ 19050 w 338138"/>
                <a:gd name="connsiteY11" fmla="*/ 242888 h 285751"/>
                <a:gd name="connsiteX12" fmla="*/ 73025 w 338138"/>
                <a:gd name="connsiteY12" fmla="*/ 242888 h 285751"/>
                <a:gd name="connsiteX13" fmla="*/ 73025 w 338138"/>
                <a:gd name="connsiteY13" fmla="*/ 165100 h 285751"/>
                <a:gd name="connsiteX14" fmla="*/ 12010 w 338138"/>
                <a:gd name="connsiteY14" fmla="*/ 141288 h 285751"/>
                <a:gd name="connsiteX15" fmla="*/ 81400 w 338138"/>
                <a:gd name="connsiteY15" fmla="*/ 141288 h 285751"/>
                <a:gd name="connsiteX16" fmla="*/ 92075 w 338138"/>
                <a:gd name="connsiteY16" fmla="*/ 153107 h 285751"/>
                <a:gd name="connsiteX17" fmla="*/ 92075 w 338138"/>
                <a:gd name="connsiteY17" fmla="*/ 273932 h 285751"/>
                <a:gd name="connsiteX18" fmla="*/ 81400 w 338138"/>
                <a:gd name="connsiteY18" fmla="*/ 285751 h 285751"/>
                <a:gd name="connsiteX19" fmla="*/ 12010 w 338138"/>
                <a:gd name="connsiteY19" fmla="*/ 285751 h 285751"/>
                <a:gd name="connsiteX20" fmla="*/ 0 w 338138"/>
                <a:gd name="connsiteY20" fmla="*/ 273932 h 285751"/>
                <a:gd name="connsiteX21" fmla="*/ 0 w 338138"/>
                <a:gd name="connsiteY21" fmla="*/ 153107 h 285751"/>
                <a:gd name="connsiteX22" fmla="*/ 12010 w 338138"/>
                <a:gd name="connsiteY22" fmla="*/ 141288 h 285751"/>
                <a:gd name="connsiteX23" fmla="*/ 55002 w 338138"/>
                <a:gd name="connsiteY23" fmla="*/ 82550 h 285751"/>
                <a:gd name="connsiteX24" fmla="*/ 175185 w 338138"/>
                <a:gd name="connsiteY24" fmla="*/ 82550 h 285751"/>
                <a:gd name="connsiteX25" fmla="*/ 193675 w 338138"/>
                <a:gd name="connsiteY25" fmla="*/ 99703 h 285751"/>
                <a:gd name="connsiteX26" fmla="*/ 193675 w 338138"/>
                <a:gd name="connsiteY26" fmla="*/ 268597 h 285751"/>
                <a:gd name="connsiteX27" fmla="*/ 175185 w 338138"/>
                <a:gd name="connsiteY27" fmla="*/ 285750 h 285751"/>
                <a:gd name="connsiteX28" fmla="*/ 107830 w 338138"/>
                <a:gd name="connsiteY28" fmla="*/ 285750 h 285751"/>
                <a:gd name="connsiteX29" fmla="*/ 109151 w 338138"/>
                <a:gd name="connsiteY29" fmla="*/ 276514 h 285751"/>
                <a:gd name="connsiteX30" fmla="*/ 109151 w 338138"/>
                <a:gd name="connsiteY30" fmla="*/ 273875 h 285751"/>
                <a:gd name="connsiteX31" fmla="*/ 115754 w 338138"/>
                <a:gd name="connsiteY31" fmla="*/ 275194 h 285751"/>
                <a:gd name="connsiteX32" fmla="*/ 124999 w 338138"/>
                <a:gd name="connsiteY32" fmla="*/ 264639 h 285751"/>
                <a:gd name="connsiteX33" fmla="*/ 115754 w 338138"/>
                <a:gd name="connsiteY33" fmla="*/ 254083 h 285751"/>
                <a:gd name="connsiteX34" fmla="*/ 109151 w 338138"/>
                <a:gd name="connsiteY34" fmla="*/ 256722 h 285751"/>
                <a:gd name="connsiteX35" fmla="*/ 109151 w 338138"/>
                <a:gd name="connsiteY35" fmla="*/ 235610 h 285751"/>
                <a:gd name="connsiteX36" fmla="*/ 168582 w 338138"/>
                <a:gd name="connsiteY36" fmla="*/ 235610 h 285751"/>
                <a:gd name="connsiteX37" fmla="*/ 168582 w 338138"/>
                <a:gd name="connsiteY37" fmla="*/ 110259 h 285751"/>
                <a:gd name="connsiteX38" fmla="*/ 61606 w 338138"/>
                <a:gd name="connsiteY38" fmla="*/ 110259 h 285751"/>
                <a:gd name="connsiteX39" fmla="*/ 61606 w 338138"/>
                <a:gd name="connsiteY39" fmla="*/ 126093 h 285751"/>
                <a:gd name="connsiteX40" fmla="*/ 36512 w 338138"/>
                <a:gd name="connsiteY40" fmla="*/ 126093 h 285751"/>
                <a:gd name="connsiteX41" fmla="*/ 36512 w 338138"/>
                <a:gd name="connsiteY41" fmla="*/ 99703 h 285751"/>
                <a:gd name="connsiteX42" fmla="*/ 55002 w 338138"/>
                <a:gd name="connsiteY42" fmla="*/ 82550 h 285751"/>
                <a:gd name="connsiteX43" fmla="*/ 102729 w 338138"/>
                <a:gd name="connsiteY43" fmla="*/ 0 h 285751"/>
                <a:gd name="connsiteX44" fmla="*/ 305260 w 338138"/>
                <a:gd name="connsiteY44" fmla="*/ 0 h 285751"/>
                <a:gd name="connsiteX45" fmla="*/ 338138 w 338138"/>
                <a:gd name="connsiteY45" fmla="*/ 34237 h 285751"/>
                <a:gd name="connsiteX46" fmla="*/ 338138 w 338138"/>
                <a:gd name="connsiteY46" fmla="*/ 188306 h 285751"/>
                <a:gd name="connsiteX47" fmla="*/ 305260 w 338138"/>
                <a:gd name="connsiteY47" fmla="*/ 221226 h 285751"/>
                <a:gd name="connsiteX48" fmla="*/ 234242 w 338138"/>
                <a:gd name="connsiteY48" fmla="*/ 221226 h 285751"/>
                <a:gd name="connsiteX49" fmla="*/ 234242 w 338138"/>
                <a:gd name="connsiteY49" fmla="*/ 243612 h 285751"/>
                <a:gd name="connsiteX50" fmla="*/ 265806 w 338138"/>
                <a:gd name="connsiteY50" fmla="*/ 243612 h 285751"/>
                <a:gd name="connsiteX51" fmla="*/ 277642 w 338138"/>
                <a:gd name="connsiteY51" fmla="*/ 256780 h 285751"/>
                <a:gd name="connsiteX52" fmla="*/ 277642 w 338138"/>
                <a:gd name="connsiteY52" fmla="*/ 272582 h 285751"/>
                <a:gd name="connsiteX53" fmla="*/ 265806 w 338138"/>
                <a:gd name="connsiteY53" fmla="*/ 285750 h 285751"/>
                <a:gd name="connsiteX54" fmla="*/ 205309 w 338138"/>
                <a:gd name="connsiteY54" fmla="*/ 285750 h 285751"/>
                <a:gd name="connsiteX55" fmla="*/ 210570 w 338138"/>
                <a:gd name="connsiteY55" fmla="*/ 269948 h 285751"/>
                <a:gd name="connsiteX56" fmla="*/ 210570 w 338138"/>
                <a:gd name="connsiteY56" fmla="*/ 213325 h 285751"/>
                <a:gd name="connsiteX57" fmla="*/ 210570 w 338138"/>
                <a:gd name="connsiteY57" fmla="*/ 172504 h 285751"/>
                <a:gd name="connsiteX58" fmla="*/ 296054 w 338138"/>
                <a:gd name="connsiteY58" fmla="*/ 172504 h 285751"/>
                <a:gd name="connsiteX59" fmla="*/ 309205 w 338138"/>
                <a:gd name="connsiteY59" fmla="*/ 159335 h 285751"/>
                <a:gd name="connsiteX60" fmla="*/ 309205 w 338138"/>
                <a:gd name="connsiteY60" fmla="*/ 39504 h 285751"/>
                <a:gd name="connsiteX61" fmla="*/ 296054 w 338138"/>
                <a:gd name="connsiteY61" fmla="*/ 27653 h 285751"/>
                <a:gd name="connsiteX62" fmla="*/ 110620 w 338138"/>
                <a:gd name="connsiteY62" fmla="*/ 27653 h 285751"/>
                <a:gd name="connsiteX63" fmla="*/ 98783 w 338138"/>
                <a:gd name="connsiteY63" fmla="*/ 39504 h 285751"/>
                <a:gd name="connsiteX64" fmla="*/ 98783 w 338138"/>
                <a:gd name="connsiteY64" fmla="*/ 65841 h 285751"/>
                <a:gd name="connsiteX65" fmla="*/ 69850 w 338138"/>
                <a:gd name="connsiteY65" fmla="*/ 65841 h 285751"/>
                <a:gd name="connsiteX66" fmla="*/ 69850 w 338138"/>
                <a:gd name="connsiteY66" fmla="*/ 34237 h 285751"/>
                <a:gd name="connsiteX67" fmla="*/ 102729 w 338138"/>
                <a:gd name="connsiteY67" fmla="*/ 0 h 285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338138" h="285751">
                  <a:moveTo>
                    <a:pt x="46038" y="261938"/>
                  </a:moveTo>
                  <a:cubicBezTo>
                    <a:pt x="41654" y="261938"/>
                    <a:pt x="38100" y="265847"/>
                    <a:pt x="38100" y="270670"/>
                  </a:cubicBezTo>
                  <a:cubicBezTo>
                    <a:pt x="38100" y="275493"/>
                    <a:pt x="41654" y="279402"/>
                    <a:pt x="46038" y="279402"/>
                  </a:cubicBezTo>
                  <a:cubicBezTo>
                    <a:pt x="50422" y="279402"/>
                    <a:pt x="53976" y="275493"/>
                    <a:pt x="53976" y="270670"/>
                  </a:cubicBezTo>
                  <a:cubicBezTo>
                    <a:pt x="53976" y="265847"/>
                    <a:pt x="50422" y="261938"/>
                    <a:pt x="46038" y="261938"/>
                  </a:cubicBezTo>
                  <a:close/>
                  <a:moveTo>
                    <a:pt x="288131" y="184150"/>
                  </a:moveTo>
                  <a:cubicBezTo>
                    <a:pt x="282432" y="184150"/>
                    <a:pt x="277812" y="188770"/>
                    <a:pt x="277812" y="194469"/>
                  </a:cubicBezTo>
                  <a:cubicBezTo>
                    <a:pt x="277812" y="200168"/>
                    <a:pt x="282432" y="204788"/>
                    <a:pt x="288131" y="204788"/>
                  </a:cubicBezTo>
                  <a:cubicBezTo>
                    <a:pt x="293830" y="204788"/>
                    <a:pt x="298450" y="200168"/>
                    <a:pt x="298450" y="194469"/>
                  </a:cubicBezTo>
                  <a:cubicBezTo>
                    <a:pt x="298450" y="188770"/>
                    <a:pt x="293830" y="184150"/>
                    <a:pt x="288131" y="184150"/>
                  </a:cubicBezTo>
                  <a:close/>
                  <a:moveTo>
                    <a:pt x="19050" y="165100"/>
                  </a:moveTo>
                  <a:lnTo>
                    <a:pt x="19050" y="242888"/>
                  </a:lnTo>
                  <a:lnTo>
                    <a:pt x="73025" y="242888"/>
                  </a:lnTo>
                  <a:lnTo>
                    <a:pt x="73025" y="165100"/>
                  </a:lnTo>
                  <a:close/>
                  <a:moveTo>
                    <a:pt x="12010" y="141288"/>
                  </a:moveTo>
                  <a:cubicBezTo>
                    <a:pt x="12010" y="141288"/>
                    <a:pt x="12010" y="141288"/>
                    <a:pt x="81400" y="141288"/>
                  </a:cubicBezTo>
                  <a:cubicBezTo>
                    <a:pt x="86738" y="141288"/>
                    <a:pt x="92075" y="146541"/>
                    <a:pt x="92075" y="153107"/>
                  </a:cubicBezTo>
                  <a:cubicBezTo>
                    <a:pt x="92075" y="153107"/>
                    <a:pt x="92075" y="153107"/>
                    <a:pt x="92075" y="273932"/>
                  </a:cubicBezTo>
                  <a:cubicBezTo>
                    <a:pt x="92075" y="280498"/>
                    <a:pt x="86738" y="285751"/>
                    <a:pt x="81400" y="285751"/>
                  </a:cubicBezTo>
                  <a:cubicBezTo>
                    <a:pt x="81400" y="285751"/>
                    <a:pt x="81400" y="285751"/>
                    <a:pt x="12010" y="285751"/>
                  </a:cubicBezTo>
                  <a:cubicBezTo>
                    <a:pt x="5337" y="285751"/>
                    <a:pt x="0" y="280498"/>
                    <a:pt x="0" y="273932"/>
                  </a:cubicBezTo>
                  <a:cubicBezTo>
                    <a:pt x="0" y="273932"/>
                    <a:pt x="0" y="273932"/>
                    <a:pt x="0" y="153107"/>
                  </a:cubicBezTo>
                  <a:cubicBezTo>
                    <a:pt x="0" y="146541"/>
                    <a:pt x="5337" y="141288"/>
                    <a:pt x="12010" y="141288"/>
                  </a:cubicBezTo>
                  <a:close/>
                  <a:moveTo>
                    <a:pt x="55002" y="82550"/>
                  </a:moveTo>
                  <a:cubicBezTo>
                    <a:pt x="55002" y="82550"/>
                    <a:pt x="55002" y="82550"/>
                    <a:pt x="175185" y="82550"/>
                  </a:cubicBezTo>
                  <a:cubicBezTo>
                    <a:pt x="185751" y="82550"/>
                    <a:pt x="193675" y="90467"/>
                    <a:pt x="193675" y="99703"/>
                  </a:cubicBezTo>
                  <a:cubicBezTo>
                    <a:pt x="193675" y="99703"/>
                    <a:pt x="193675" y="99703"/>
                    <a:pt x="193675" y="268597"/>
                  </a:cubicBezTo>
                  <a:cubicBezTo>
                    <a:pt x="193675" y="277833"/>
                    <a:pt x="185751" y="285750"/>
                    <a:pt x="175185" y="285750"/>
                  </a:cubicBezTo>
                  <a:cubicBezTo>
                    <a:pt x="175185" y="285750"/>
                    <a:pt x="175185" y="285750"/>
                    <a:pt x="107830" y="285750"/>
                  </a:cubicBezTo>
                  <a:cubicBezTo>
                    <a:pt x="109151" y="283111"/>
                    <a:pt x="109151" y="280472"/>
                    <a:pt x="109151" y="276514"/>
                  </a:cubicBezTo>
                  <a:cubicBezTo>
                    <a:pt x="109151" y="276514"/>
                    <a:pt x="109151" y="276514"/>
                    <a:pt x="109151" y="273875"/>
                  </a:cubicBezTo>
                  <a:cubicBezTo>
                    <a:pt x="110471" y="273875"/>
                    <a:pt x="113113" y="275194"/>
                    <a:pt x="115754" y="275194"/>
                  </a:cubicBezTo>
                  <a:cubicBezTo>
                    <a:pt x="121037" y="275194"/>
                    <a:pt x="124999" y="271236"/>
                    <a:pt x="124999" y="264639"/>
                  </a:cubicBezTo>
                  <a:cubicBezTo>
                    <a:pt x="124999" y="259361"/>
                    <a:pt x="121037" y="254083"/>
                    <a:pt x="115754" y="254083"/>
                  </a:cubicBezTo>
                  <a:cubicBezTo>
                    <a:pt x="113113" y="254083"/>
                    <a:pt x="110471" y="255402"/>
                    <a:pt x="109151" y="256722"/>
                  </a:cubicBezTo>
                  <a:cubicBezTo>
                    <a:pt x="109151" y="256722"/>
                    <a:pt x="109151" y="256722"/>
                    <a:pt x="109151" y="235610"/>
                  </a:cubicBezTo>
                  <a:cubicBezTo>
                    <a:pt x="109151" y="235610"/>
                    <a:pt x="109151" y="235610"/>
                    <a:pt x="168582" y="235610"/>
                  </a:cubicBezTo>
                  <a:cubicBezTo>
                    <a:pt x="168582" y="235610"/>
                    <a:pt x="168582" y="235610"/>
                    <a:pt x="168582" y="110259"/>
                  </a:cubicBezTo>
                  <a:cubicBezTo>
                    <a:pt x="168582" y="110259"/>
                    <a:pt x="168582" y="110259"/>
                    <a:pt x="61606" y="110259"/>
                  </a:cubicBezTo>
                  <a:cubicBezTo>
                    <a:pt x="61606" y="110259"/>
                    <a:pt x="61606" y="110259"/>
                    <a:pt x="61606" y="126093"/>
                  </a:cubicBezTo>
                  <a:cubicBezTo>
                    <a:pt x="61606" y="126093"/>
                    <a:pt x="61606" y="126093"/>
                    <a:pt x="36512" y="126093"/>
                  </a:cubicBezTo>
                  <a:cubicBezTo>
                    <a:pt x="36512" y="126093"/>
                    <a:pt x="36512" y="126093"/>
                    <a:pt x="36512" y="99703"/>
                  </a:cubicBezTo>
                  <a:cubicBezTo>
                    <a:pt x="36512" y="90467"/>
                    <a:pt x="45757" y="82550"/>
                    <a:pt x="55002" y="82550"/>
                  </a:cubicBezTo>
                  <a:close/>
                  <a:moveTo>
                    <a:pt x="102729" y="0"/>
                  </a:moveTo>
                  <a:cubicBezTo>
                    <a:pt x="102729" y="0"/>
                    <a:pt x="102729" y="0"/>
                    <a:pt x="305260" y="0"/>
                  </a:cubicBezTo>
                  <a:cubicBezTo>
                    <a:pt x="323672" y="0"/>
                    <a:pt x="338138" y="15802"/>
                    <a:pt x="338138" y="34237"/>
                  </a:cubicBezTo>
                  <a:cubicBezTo>
                    <a:pt x="338138" y="34237"/>
                    <a:pt x="338138" y="34237"/>
                    <a:pt x="338138" y="188306"/>
                  </a:cubicBezTo>
                  <a:cubicBezTo>
                    <a:pt x="338138" y="206741"/>
                    <a:pt x="323672" y="221226"/>
                    <a:pt x="305260" y="221226"/>
                  </a:cubicBezTo>
                  <a:cubicBezTo>
                    <a:pt x="305260" y="221226"/>
                    <a:pt x="305260" y="221226"/>
                    <a:pt x="234242" y="221226"/>
                  </a:cubicBezTo>
                  <a:cubicBezTo>
                    <a:pt x="234242" y="221226"/>
                    <a:pt x="234242" y="221226"/>
                    <a:pt x="234242" y="243612"/>
                  </a:cubicBezTo>
                  <a:cubicBezTo>
                    <a:pt x="234242" y="243612"/>
                    <a:pt x="234242" y="243612"/>
                    <a:pt x="265806" y="243612"/>
                  </a:cubicBezTo>
                  <a:cubicBezTo>
                    <a:pt x="272381" y="243612"/>
                    <a:pt x="277642" y="250196"/>
                    <a:pt x="277642" y="256780"/>
                  </a:cubicBezTo>
                  <a:cubicBezTo>
                    <a:pt x="277642" y="256780"/>
                    <a:pt x="277642" y="256780"/>
                    <a:pt x="277642" y="272582"/>
                  </a:cubicBezTo>
                  <a:cubicBezTo>
                    <a:pt x="277642" y="280483"/>
                    <a:pt x="272381" y="285750"/>
                    <a:pt x="265806" y="285750"/>
                  </a:cubicBezTo>
                  <a:cubicBezTo>
                    <a:pt x="265806" y="285750"/>
                    <a:pt x="265806" y="285750"/>
                    <a:pt x="205309" y="285750"/>
                  </a:cubicBezTo>
                  <a:cubicBezTo>
                    <a:pt x="207940" y="280483"/>
                    <a:pt x="209255" y="275216"/>
                    <a:pt x="210570" y="269948"/>
                  </a:cubicBezTo>
                  <a:cubicBezTo>
                    <a:pt x="210570" y="268632"/>
                    <a:pt x="210570" y="213325"/>
                    <a:pt x="210570" y="213325"/>
                  </a:cubicBezTo>
                  <a:cubicBezTo>
                    <a:pt x="210570" y="213325"/>
                    <a:pt x="210570" y="213325"/>
                    <a:pt x="210570" y="172504"/>
                  </a:cubicBezTo>
                  <a:cubicBezTo>
                    <a:pt x="210570" y="172504"/>
                    <a:pt x="210570" y="172504"/>
                    <a:pt x="296054" y="172504"/>
                  </a:cubicBezTo>
                  <a:cubicBezTo>
                    <a:pt x="303945" y="172504"/>
                    <a:pt x="309205" y="165920"/>
                    <a:pt x="309205" y="159335"/>
                  </a:cubicBezTo>
                  <a:cubicBezTo>
                    <a:pt x="309205" y="159335"/>
                    <a:pt x="309205" y="159335"/>
                    <a:pt x="309205" y="39504"/>
                  </a:cubicBezTo>
                  <a:cubicBezTo>
                    <a:pt x="309205" y="32920"/>
                    <a:pt x="303945" y="27653"/>
                    <a:pt x="296054" y="27653"/>
                  </a:cubicBezTo>
                  <a:cubicBezTo>
                    <a:pt x="296054" y="27653"/>
                    <a:pt x="296054" y="27653"/>
                    <a:pt x="110620" y="27653"/>
                  </a:cubicBezTo>
                  <a:cubicBezTo>
                    <a:pt x="104044" y="27653"/>
                    <a:pt x="98783" y="32920"/>
                    <a:pt x="98783" y="39504"/>
                  </a:cubicBezTo>
                  <a:cubicBezTo>
                    <a:pt x="98783" y="39504"/>
                    <a:pt x="98783" y="39504"/>
                    <a:pt x="98783" y="65841"/>
                  </a:cubicBezTo>
                  <a:cubicBezTo>
                    <a:pt x="98783" y="65841"/>
                    <a:pt x="98783" y="65841"/>
                    <a:pt x="69850" y="65841"/>
                  </a:cubicBezTo>
                  <a:cubicBezTo>
                    <a:pt x="69850" y="65841"/>
                    <a:pt x="69850" y="65841"/>
                    <a:pt x="69850" y="34237"/>
                  </a:cubicBezTo>
                  <a:cubicBezTo>
                    <a:pt x="69850" y="15802"/>
                    <a:pt x="84317" y="0"/>
                    <a:pt x="10272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0" name="íślíḋé">
              <a:extLst>
                <a:ext uri="{FF2B5EF4-FFF2-40B4-BE49-F238E27FC236}">
                  <a16:creationId xmlns:a16="http://schemas.microsoft.com/office/drawing/2014/main" id="{B59481EB-1170-4E7B-8E0B-8C2646502083}"/>
                </a:ext>
              </a:extLst>
            </p:cNvPr>
            <p:cNvSpPr/>
            <p:nvPr/>
          </p:nvSpPr>
          <p:spPr>
            <a:xfrm>
              <a:off x="6864038" y="2885988"/>
              <a:ext cx="1774513" cy="325410"/>
            </a:xfrm>
            <a:prstGeom prst="rect">
              <a:avLst/>
            </a:prstGeom>
          </p:spPr>
          <p:txBody>
            <a:bodyPr wrap="none" lIns="90000" tIns="46800" rIns="90000" bIns="46800" anchor="ctr" anchorCtr="1">
              <a:normAutofit fontScale="92500" lnSpcReduction="20000"/>
            </a:bodyPr>
            <a:lstStyle/>
            <a:p>
              <a:pPr lvl="0" algn="ctr" defTabSz="914378">
                <a:spcBef>
                  <a:spcPct val="0"/>
                </a:spcBef>
                <a:defRPr/>
              </a:pPr>
              <a:r>
                <a:rPr lang="en-US" altLang="zh-CN" b="1" dirty="0"/>
                <a:t>Support multiple serialization protocols</a:t>
              </a:r>
              <a:endParaRPr lang="zh-CN" altLang="en-US" b="1" dirty="0"/>
            </a:p>
          </p:txBody>
        </p: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65E11FE7-B7AD-4919-B45F-2321D21DC1DD}"/>
              </a:ext>
            </a:extLst>
          </p:cNvPr>
          <p:cNvGrpSpPr/>
          <p:nvPr/>
        </p:nvGrpSpPr>
        <p:grpSpPr>
          <a:xfrm>
            <a:off x="8514143" y="1760622"/>
            <a:ext cx="3006345" cy="4380203"/>
            <a:chOff x="8514143" y="1760622"/>
            <a:chExt cx="3006345" cy="4380203"/>
          </a:xfrm>
        </p:grpSpPr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03F9F6DE-6527-4252-AAD0-6B4343A5A9CC}"/>
                </a:ext>
              </a:extLst>
            </p:cNvPr>
            <p:cNvCxnSpPr>
              <a:cxnSpLocks/>
              <a:stCxn id="19" idx="2"/>
            </p:cNvCxnSpPr>
            <p:nvPr/>
          </p:nvCxnSpPr>
          <p:spPr>
            <a:xfrm flipH="1" flipV="1">
              <a:off x="10017314" y="2237699"/>
              <a:ext cx="2" cy="2248633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iš1íďê">
              <a:extLst>
                <a:ext uri="{FF2B5EF4-FFF2-40B4-BE49-F238E27FC236}">
                  <a16:creationId xmlns:a16="http://schemas.microsoft.com/office/drawing/2014/main" id="{1D5C4099-DEC0-45DE-9D67-B72503AD2219}"/>
                </a:ext>
              </a:extLst>
            </p:cNvPr>
            <p:cNvSpPr/>
            <p:nvPr/>
          </p:nvSpPr>
          <p:spPr>
            <a:xfrm flipV="1">
              <a:off x="8514143" y="4486332"/>
              <a:ext cx="3006345" cy="1654493"/>
            </a:xfrm>
            <a:custGeom>
              <a:avLst/>
              <a:gdLst>
                <a:gd name="connsiteX0" fmla="*/ 0 w 3390900"/>
                <a:gd name="connsiteY0" fmla="*/ 0 h 1695450"/>
                <a:gd name="connsiteX1" fmla="*/ 3390900 w 3390900"/>
                <a:gd name="connsiteY1" fmla="*/ 0 h 1695450"/>
                <a:gd name="connsiteX2" fmla="*/ 1695450 w 3390900"/>
                <a:gd name="connsiteY2" fmla="*/ 1695450 h 1695450"/>
                <a:gd name="connsiteX3" fmla="*/ 0 w 3390900"/>
                <a:gd name="connsiteY3" fmla="*/ 0 h 1695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90900" h="1695450">
                  <a:moveTo>
                    <a:pt x="0" y="0"/>
                  </a:moveTo>
                  <a:lnTo>
                    <a:pt x="3390900" y="0"/>
                  </a:lnTo>
                  <a:cubicBezTo>
                    <a:pt x="3390900" y="936371"/>
                    <a:pt x="2631821" y="1695450"/>
                    <a:pt x="1695450" y="1695450"/>
                  </a:cubicBezTo>
                  <a:cubicBezTo>
                    <a:pt x="759079" y="1695450"/>
                    <a:pt x="0" y="936371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2" name="ïś1íḍe">
              <a:extLst>
                <a:ext uri="{FF2B5EF4-FFF2-40B4-BE49-F238E27FC236}">
                  <a16:creationId xmlns:a16="http://schemas.microsoft.com/office/drawing/2014/main" id="{0D60E2D5-AE96-458C-B2E1-CBBBB86AAFEA}"/>
                </a:ext>
              </a:extLst>
            </p:cNvPr>
            <p:cNvSpPr/>
            <p:nvPr/>
          </p:nvSpPr>
          <p:spPr bwMode="auto">
            <a:xfrm>
              <a:off x="9715173" y="5061693"/>
              <a:ext cx="604285" cy="510664"/>
            </a:xfrm>
            <a:custGeom>
              <a:avLst/>
              <a:gdLst>
                <a:gd name="connsiteX0" fmla="*/ 46038 w 338138"/>
                <a:gd name="connsiteY0" fmla="*/ 261938 h 285751"/>
                <a:gd name="connsiteX1" fmla="*/ 38100 w 338138"/>
                <a:gd name="connsiteY1" fmla="*/ 270670 h 285751"/>
                <a:gd name="connsiteX2" fmla="*/ 46038 w 338138"/>
                <a:gd name="connsiteY2" fmla="*/ 279402 h 285751"/>
                <a:gd name="connsiteX3" fmla="*/ 53976 w 338138"/>
                <a:gd name="connsiteY3" fmla="*/ 270670 h 285751"/>
                <a:gd name="connsiteX4" fmla="*/ 46038 w 338138"/>
                <a:gd name="connsiteY4" fmla="*/ 261938 h 285751"/>
                <a:gd name="connsiteX5" fmla="*/ 288131 w 338138"/>
                <a:gd name="connsiteY5" fmla="*/ 184150 h 285751"/>
                <a:gd name="connsiteX6" fmla="*/ 277812 w 338138"/>
                <a:gd name="connsiteY6" fmla="*/ 194469 h 285751"/>
                <a:gd name="connsiteX7" fmla="*/ 288131 w 338138"/>
                <a:gd name="connsiteY7" fmla="*/ 204788 h 285751"/>
                <a:gd name="connsiteX8" fmla="*/ 298450 w 338138"/>
                <a:gd name="connsiteY8" fmla="*/ 194469 h 285751"/>
                <a:gd name="connsiteX9" fmla="*/ 288131 w 338138"/>
                <a:gd name="connsiteY9" fmla="*/ 184150 h 285751"/>
                <a:gd name="connsiteX10" fmla="*/ 19050 w 338138"/>
                <a:gd name="connsiteY10" fmla="*/ 165100 h 285751"/>
                <a:gd name="connsiteX11" fmla="*/ 19050 w 338138"/>
                <a:gd name="connsiteY11" fmla="*/ 242888 h 285751"/>
                <a:gd name="connsiteX12" fmla="*/ 73025 w 338138"/>
                <a:gd name="connsiteY12" fmla="*/ 242888 h 285751"/>
                <a:gd name="connsiteX13" fmla="*/ 73025 w 338138"/>
                <a:gd name="connsiteY13" fmla="*/ 165100 h 285751"/>
                <a:gd name="connsiteX14" fmla="*/ 12010 w 338138"/>
                <a:gd name="connsiteY14" fmla="*/ 141288 h 285751"/>
                <a:gd name="connsiteX15" fmla="*/ 81400 w 338138"/>
                <a:gd name="connsiteY15" fmla="*/ 141288 h 285751"/>
                <a:gd name="connsiteX16" fmla="*/ 92075 w 338138"/>
                <a:gd name="connsiteY16" fmla="*/ 153107 h 285751"/>
                <a:gd name="connsiteX17" fmla="*/ 92075 w 338138"/>
                <a:gd name="connsiteY17" fmla="*/ 273932 h 285751"/>
                <a:gd name="connsiteX18" fmla="*/ 81400 w 338138"/>
                <a:gd name="connsiteY18" fmla="*/ 285751 h 285751"/>
                <a:gd name="connsiteX19" fmla="*/ 12010 w 338138"/>
                <a:gd name="connsiteY19" fmla="*/ 285751 h 285751"/>
                <a:gd name="connsiteX20" fmla="*/ 0 w 338138"/>
                <a:gd name="connsiteY20" fmla="*/ 273932 h 285751"/>
                <a:gd name="connsiteX21" fmla="*/ 0 w 338138"/>
                <a:gd name="connsiteY21" fmla="*/ 153107 h 285751"/>
                <a:gd name="connsiteX22" fmla="*/ 12010 w 338138"/>
                <a:gd name="connsiteY22" fmla="*/ 141288 h 285751"/>
                <a:gd name="connsiteX23" fmla="*/ 55002 w 338138"/>
                <a:gd name="connsiteY23" fmla="*/ 82550 h 285751"/>
                <a:gd name="connsiteX24" fmla="*/ 175185 w 338138"/>
                <a:gd name="connsiteY24" fmla="*/ 82550 h 285751"/>
                <a:gd name="connsiteX25" fmla="*/ 193675 w 338138"/>
                <a:gd name="connsiteY25" fmla="*/ 99703 h 285751"/>
                <a:gd name="connsiteX26" fmla="*/ 193675 w 338138"/>
                <a:gd name="connsiteY26" fmla="*/ 268597 h 285751"/>
                <a:gd name="connsiteX27" fmla="*/ 175185 w 338138"/>
                <a:gd name="connsiteY27" fmla="*/ 285750 h 285751"/>
                <a:gd name="connsiteX28" fmla="*/ 107830 w 338138"/>
                <a:gd name="connsiteY28" fmla="*/ 285750 h 285751"/>
                <a:gd name="connsiteX29" fmla="*/ 109151 w 338138"/>
                <a:gd name="connsiteY29" fmla="*/ 276514 h 285751"/>
                <a:gd name="connsiteX30" fmla="*/ 109151 w 338138"/>
                <a:gd name="connsiteY30" fmla="*/ 273875 h 285751"/>
                <a:gd name="connsiteX31" fmla="*/ 115754 w 338138"/>
                <a:gd name="connsiteY31" fmla="*/ 275194 h 285751"/>
                <a:gd name="connsiteX32" fmla="*/ 124999 w 338138"/>
                <a:gd name="connsiteY32" fmla="*/ 264639 h 285751"/>
                <a:gd name="connsiteX33" fmla="*/ 115754 w 338138"/>
                <a:gd name="connsiteY33" fmla="*/ 254083 h 285751"/>
                <a:gd name="connsiteX34" fmla="*/ 109151 w 338138"/>
                <a:gd name="connsiteY34" fmla="*/ 256722 h 285751"/>
                <a:gd name="connsiteX35" fmla="*/ 109151 w 338138"/>
                <a:gd name="connsiteY35" fmla="*/ 235610 h 285751"/>
                <a:gd name="connsiteX36" fmla="*/ 168582 w 338138"/>
                <a:gd name="connsiteY36" fmla="*/ 235610 h 285751"/>
                <a:gd name="connsiteX37" fmla="*/ 168582 w 338138"/>
                <a:gd name="connsiteY37" fmla="*/ 110259 h 285751"/>
                <a:gd name="connsiteX38" fmla="*/ 61606 w 338138"/>
                <a:gd name="connsiteY38" fmla="*/ 110259 h 285751"/>
                <a:gd name="connsiteX39" fmla="*/ 61606 w 338138"/>
                <a:gd name="connsiteY39" fmla="*/ 126093 h 285751"/>
                <a:gd name="connsiteX40" fmla="*/ 36512 w 338138"/>
                <a:gd name="connsiteY40" fmla="*/ 126093 h 285751"/>
                <a:gd name="connsiteX41" fmla="*/ 36512 w 338138"/>
                <a:gd name="connsiteY41" fmla="*/ 99703 h 285751"/>
                <a:gd name="connsiteX42" fmla="*/ 55002 w 338138"/>
                <a:gd name="connsiteY42" fmla="*/ 82550 h 285751"/>
                <a:gd name="connsiteX43" fmla="*/ 102729 w 338138"/>
                <a:gd name="connsiteY43" fmla="*/ 0 h 285751"/>
                <a:gd name="connsiteX44" fmla="*/ 305260 w 338138"/>
                <a:gd name="connsiteY44" fmla="*/ 0 h 285751"/>
                <a:gd name="connsiteX45" fmla="*/ 338138 w 338138"/>
                <a:gd name="connsiteY45" fmla="*/ 34237 h 285751"/>
                <a:gd name="connsiteX46" fmla="*/ 338138 w 338138"/>
                <a:gd name="connsiteY46" fmla="*/ 188306 h 285751"/>
                <a:gd name="connsiteX47" fmla="*/ 305260 w 338138"/>
                <a:gd name="connsiteY47" fmla="*/ 221226 h 285751"/>
                <a:gd name="connsiteX48" fmla="*/ 234242 w 338138"/>
                <a:gd name="connsiteY48" fmla="*/ 221226 h 285751"/>
                <a:gd name="connsiteX49" fmla="*/ 234242 w 338138"/>
                <a:gd name="connsiteY49" fmla="*/ 243612 h 285751"/>
                <a:gd name="connsiteX50" fmla="*/ 265806 w 338138"/>
                <a:gd name="connsiteY50" fmla="*/ 243612 h 285751"/>
                <a:gd name="connsiteX51" fmla="*/ 277642 w 338138"/>
                <a:gd name="connsiteY51" fmla="*/ 256780 h 285751"/>
                <a:gd name="connsiteX52" fmla="*/ 277642 w 338138"/>
                <a:gd name="connsiteY52" fmla="*/ 272582 h 285751"/>
                <a:gd name="connsiteX53" fmla="*/ 265806 w 338138"/>
                <a:gd name="connsiteY53" fmla="*/ 285750 h 285751"/>
                <a:gd name="connsiteX54" fmla="*/ 205309 w 338138"/>
                <a:gd name="connsiteY54" fmla="*/ 285750 h 285751"/>
                <a:gd name="connsiteX55" fmla="*/ 210570 w 338138"/>
                <a:gd name="connsiteY55" fmla="*/ 269948 h 285751"/>
                <a:gd name="connsiteX56" fmla="*/ 210570 w 338138"/>
                <a:gd name="connsiteY56" fmla="*/ 213325 h 285751"/>
                <a:gd name="connsiteX57" fmla="*/ 210570 w 338138"/>
                <a:gd name="connsiteY57" fmla="*/ 172504 h 285751"/>
                <a:gd name="connsiteX58" fmla="*/ 296054 w 338138"/>
                <a:gd name="connsiteY58" fmla="*/ 172504 h 285751"/>
                <a:gd name="connsiteX59" fmla="*/ 309205 w 338138"/>
                <a:gd name="connsiteY59" fmla="*/ 159335 h 285751"/>
                <a:gd name="connsiteX60" fmla="*/ 309205 w 338138"/>
                <a:gd name="connsiteY60" fmla="*/ 39504 h 285751"/>
                <a:gd name="connsiteX61" fmla="*/ 296054 w 338138"/>
                <a:gd name="connsiteY61" fmla="*/ 27653 h 285751"/>
                <a:gd name="connsiteX62" fmla="*/ 110620 w 338138"/>
                <a:gd name="connsiteY62" fmla="*/ 27653 h 285751"/>
                <a:gd name="connsiteX63" fmla="*/ 98783 w 338138"/>
                <a:gd name="connsiteY63" fmla="*/ 39504 h 285751"/>
                <a:gd name="connsiteX64" fmla="*/ 98783 w 338138"/>
                <a:gd name="connsiteY64" fmla="*/ 65841 h 285751"/>
                <a:gd name="connsiteX65" fmla="*/ 69850 w 338138"/>
                <a:gd name="connsiteY65" fmla="*/ 65841 h 285751"/>
                <a:gd name="connsiteX66" fmla="*/ 69850 w 338138"/>
                <a:gd name="connsiteY66" fmla="*/ 34237 h 285751"/>
                <a:gd name="connsiteX67" fmla="*/ 102729 w 338138"/>
                <a:gd name="connsiteY67" fmla="*/ 0 h 285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338138" h="285751">
                  <a:moveTo>
                    <a:pt x="46038" y="261938"/>
                  </a:moveTo>
                  <a:cubicBezTo>
                    <a:pt x="41654" y="261938"/>
                    <a:pt x="38100" y="265847"/>
                    <a:pt x="38100" y="270670"/>
                  </a:cubicBezTo>
                  <a:cubicBezTo>
                    <a:pt x="38100" y="275493"/>
                    <a:pt x="41654" y="279402"/>
                    <a:pt x="46038" y="279402"/>
                  </a:cubicBezTo>
                  <a:cubicBezTo>
                    <a:pt x="50422" y="279402"/>
                    <a:pt x="53976" y="275493"/>
                    <a:pt x="53976" y="270670"/>
                  </a:cubicBezTo>
                  <a:cubicBezTo>
                    <a:pt x="53976" y="265847"/>
                    <a:pt x="50422" y="261938"/>
                    <a:pt x="46038" y="261938"/>
                  </a:cubicBezTo>
                  <a:close/>
                  <a:moveTo>
                    <a:pt x="288131" y="184150"/>
                  </a:moveTo>
                  <a:cubicBezTo>
                    <a:pt x="282432" y="184150"/>
                    <a:pt x="277812" y="188770"/>
                    <a:pt x="277812" y="194469"/>
                  </a:cubicBezTo>
                  <a:cubicBezTo>
                    <a:pt x="277812" y="200168"/>
                    <a:pt x="282432" y="204788"/>
                    <a:pt x="288131" y="204788"/>
                  </a:cubicBezTo>
                  <a:cubicBezTo>
                    <a:pt x="293830" y="204788"/>
                    <a:pt x="298450" y="200168"/>
                    <a:pt x="298450" y="194469"/>
                  </a:cubicBezTo>
                  <a:cubicBezTo>
                    <a:pt x="298450" y="188770"/>
                    <a:pt x="293830" y="184150"/>
                    <a:pt x="288131" y="184150"/>
                  </a:cubicBezTo>
                  <a:close/>
                  <a:moveTo>
                    <a:pt x="19050" y="165100"/>
                  </a:moveTo>
                  <a:lnTo>
                    <a:pt x="19050" y="242888"/>
                  </a:lnTo>
                  <a:lnTo>
                    <a:pt x="73025" y="242888"/>
                  </a:lnTo>
                  <a:lnTo>
                    <a:pt x="73025" y="165100"/>
                  </a:lnTo>
                  <a:close/>
                  <a:moveTo>
                    <a:pt x="12010" y="141288"/>
                  </a:moveTo>
                  <a:cubicBezTo>
                    <a:pt x="12010" y="141288"/>
                    <a:pt x="12010" y="141288"/>
                    <a:pt x="81400" y="141288"/>
                  </a:cubicBezTo>
                  <a:cubicBezTo>
                    <a:pt x="86738" y="141288"/>
                    <a:pt x="92075" y="146541"/>
                    <a:pt x="92075" y="153107"/>
                  </a:cubicBezTo>
                  <a:cubicBezTo>
                    <a:pt x="92075" y="153107"/>
                    <a:pt x="92075" y="153107"/>
                    <a:pt x="92075" y="273932"/>
                  </a:cubicBezTo>
                  <a:cubicBezTo>
                    <a:pt x="92075" y="280498"/>
                    <a:pt x="86738" y="285751"/>
                    <a:pt x="81400" y="285751"/>
                  </a:cubicBezTo>
                  <a:cubicBezTo>
                    <a:pt x="81400" y="285751"/>
                    <a:pt x="81400" y="285751"/>
                    <a:pt x="12010" y="285751"/>
                  </a:cubicBezTo>
                  <a:cubicBezTo>
                    <a:pt x="5337" y="285751"/>
                    <a:pt x="0" y="280498"/>
                    <a:pt x="0" y="273932"/>
                  </a:cubicBezTo>
                  <a:cubicBezTo>
                    <a:pt x="0" y="273932"/>
                    <a:pt x="0" y="273932"/>
                    <a:pt x="0" y="153107"/>
                  </a:cubicBezTo>
                  <a:cubicBezTo>
                    <a:pt x="0" y="146541"/>
                    <a:pt x="5337" y="141288"/>
                    <a:pt x="12010" y="141288"/>
                  </a:cubicBezTo>
                  <a:close/>
                  <a:moveTo>
                    <a:pt x="55002" y="82550"/>
                  </a:moveTo>
                  <a:cubicBezTo>
                    <a:pt x="55002" y="82550"/>
                    <a:pt x="55002" y="82550"/>
                    <a:pt x="175185" y="82550"/>
                  </a:cubicBezTo>
                  <a:cubicBezTo>
                    <a:pt x="185751" y="82550"/>
                    <a:pt x="193675" y="90467"/>
                    <a:pt x="193675" y="99703"/>
                  </a:cubicBezTo>
                  <a:cubicBezTo>
                    <a:pt x="193675" y="99703"/>
                    <a:pt x="193675" y="99703"/>
                    <a:pt x="193675" y="268597"/>
                  </a:cubicBezTo>
                  <a:cubicBezTo>
                    <a:pt x="193675" y="277833"/>
                    <a:pt x="185751" y="285750"/>
                    <a:pt x="175185" y="285750"/>
                  </a:cubicBezTo>
                  <a:cubicBezTo>
                    <a:pt x="175185" y="285750"/>
                    <a:pt x="175185" y="285750"/>
                    <a:pt x="107830" y="285750"/>
                  </a:cubicBezTo>
                  <a:cubicBezTo>
                    <a:pt x="109151" y="283111"/>
                    <a:pt x="109151" y="280472"/>
                    <a:pt x="109151" y="276514"/>
                  </a:cubicBezTo>
                  <a:cubicBezTo>
                    <a:pt x="109151" y="276514"/>
                    <a:pt x="109151" y="276514"/>
                    <a:pt x="109151" y="273875"/>
                  </a:cubicBezTo>
                  <a:cubicBezTo>
                    <a:pt x="110471" y="273875"/>
                    <a:pt x="113113" y="275194"/>
                    <a:pt x="115754" y="275194"/>
                  </a:cubicBezTo>
                  <a:cubicBezTo>
                    <a:pt x="121037" y="275194"/>
                    <a:pt x="124999" y="271236"/>
                    <a:pt x="124999" y="264639"/>
                  </a:cubicBezTo>
                  <a:cubicBezTo>
                    <a:pt x="124999" y="259361"/>
                    <a:pt x="121037" y="254083"/>
                    <a:pt x="115754" y="254083"/>
                  </a:cubicBezTo>
                  <a:cubicBezTo>
                    <a:pt x="113113" y="254083"/>
                    <a:pt x="110471" y="255402"/>
                    <a:pt x="109151" y="256722"/>
                  </a:cubicBezTo>
                  <a:cubicBezTo>
                    <a:pt x="109151" y="256722"/>
                    <a:pt x="109151" y="256722"/>
                    <a:pt x="109151" y="235610"/>
                  </a:cubicBezTo>
                  <a:cubicBezTo>
                    <a:pt x="109151" y="235610"/>
                    <a:pt x="109151" y="235610"/>
                    <a:pt x="168582" y="235610"/>
                  </a:cubicBezTo>
                  <a:cubicBezTo>
                    <a:pt x="168582" y="235610"/>
                    <a:pt x="168582" y="235610"/>
                    <a:pt x="168582" y="110259"/>
                  </a:cubicBezTo>
                  <a:cubicBezTo>
                    <a:pt x="168582" y="110259"/>
                    <a:pt x="168582" y="110259"/>
                    <a:pt x="61606" y="110259"/>
                  </a:cubicBezTo>
                  <a:cubicBezTo>
                    <a:pt x="61606" y="110259"/>
                    <a:pt x="61606" y="110259"/>
                    <a:pt x="61606" y="126093"/>
                  </a:cubicBezTo>
                  <a:cubicBezTo>
                    <a:pt x="61606" y="126093"/>
                    <a:pt x="61606" y="126093"/>
                    <a:pt x="36512" y="126093"/>
                  </a:cubicBezTo>
                  <a:cubicBezTo>
                    <a:pt x="36512" y="126093"/>
                    <a:pt x="36512" y="126093"/>
                    <a:pt x="36512" y="99703"/>
                  </a:cubicBezTo>
                  <a:cubicBezTo>
                    <a:pt x="36512" y="90467"/>
                    <a:pt x="45757" y="82550"/>
                    <a:pt x="55002" y="82550"/>
                  </a:cubicBezTo>
                  <a:close/>
                  <a:moveTo>
                    <a:pt x="102729" y="0"/>
                  </a:moveTo>
                  <a:cubicBezTo>
                    <a:pt x="102729" y="0"/>
                    <a:pt x="102729" y="0"/>
                    <a:pt x="305260" y="0"/>
                  </a:cubicBezTo>
                  <a:cubicBezTo>
                    <a:pt x="323672" y="0"/>
                    <a:pt x="338138" y="15802"/>
                    <a:pt x="338138" y="34237"/>
                  </a:cubicBezTo>
                  <a:cubicBezTo>
                    <a:pt x="338138" y="34237"/>
                    <a:pt x="338138" y="34237"/>
                    <a:pt x="338138" y="188306"/>
                  </a:cubicBezTo>
                  <a:cubicBezTo>
                    <a:pt x="338138" y="206741"/>
                    <a:pt x="323672" y="221226"/>
                    <a:pt x="305260" y="221226"/>
                  </a:cubicBezTo>
                  <a:cubicBezTo>
                    <a:pt x="305260" y="221226"/>
                    <a:pt x="305260" y="221226"/>
                    <a:pt x="234242" y="221226"/>
                  </a:cubicBezTo>
                  <a:cubicBezTo>
                    <a:pt x="234242" y="221226"/>
                    <a:pt x="234242" y="221226"/>
                    <a:pt x="234242" y="243612"/>
                  </a:cubicBezTo>
                  <a:cubicBezTo>
                    <a:pt x="234242" y="243612"/>
                    <a:pt x="234242" y="243612"/>
                    <a:pt x="265806" y="243612"/>
                  </a:cubicBezTo>
                  <a:cubicBezTo>
                    <a:pt x="272381" y="243612"/>
                    <a:pt x="277642" y="250196"/>
                    <a:pt x="277642" y="256780"/>
                  </a:cubicBezTo>
                  <a:cubicBezTo>
                    <a:pt x="277642" y="256780"/>
                    <a:pt x="277642" y="256780"/>
                    <a:pt x="277642" y="272582"/>
                  </a:cubicBezTo>
                  <a:cubicBezTo>
                    <a:pt x="277642" y="280483"/>
                    <a:pt x="272381" y="285750"/>
                    <a:pt x="265806" y="285750"/>
                  </a:cubicBezTo>
                  <a:cubicBezTo>
                    <a:pt x="265806" y="285750"/>
                    <a:pt x="265806" y="285750"/>
                    <a:pt x="205309" y="285750"/>
                  </a:cubicBezTo>
                  <a:cubicBezTo>
                    <a:pt x="207940" y="280483"/>
                    <a:pt x="209255" y="275216"/>
                    <a:pt x="210570" y="269948"/>
                  </a:cubicBezTo>
                  <a:cubicBezTo>
                    <a:pt x="210570" y="268632"/>
                    <a:pt x="210570" y="213325"/>
                    <a:pt x="210570" y="213325"/>
                  </a:cubicBezTo>
                  <a:cubicBezTo>
                    <a:pt x="210570" y="213325"/>
                    <a:pt x="210570" y="213325"/>
                    <a:pt x="210570" y="172504"/>
                  </a:cubicBezTo>
                  <a:cubicBezTo>
                    <a:pt x="210570" y="172504"/>
                    <a:pt x="210570" y="172504"/>
                    <a:pt x="296054" y="172504"/>
                  </a:cubicBezTo>
                  <a:cubicBezTo>
                    <a:pt x="303945" y="172504"/>
                    <a:pt x="309205" y="165920"/>
                    <a:pt x="309205" y="159335"/>
                  </a:cubicBezTo>
                  <a:cubicBezTo>
                    <a:pt x="309205" y="159335"/>
                    <a:pt x="309205" y="159335"/>
                    <a:pt x="309205" y="39504"/>
                  </a:cubicBezTo>
                  <a:cubicBezTo>
                    <a:pt x="309205" y="32920"/>
                    <a:pt x="303945" y="27653"/>
                    <a:pt x="296054" y="27653"/>
                  </a:cubicBezTo>
                  <a:cubicBezTo>
                    <a:pt x="296054" y="27653"/>
                    <a:pt x="296054" y="27653"/>
                    <a:pt x="110620" y="27653"/>
                  </a:cubicBezTo>
                  <a:cubicBezTo>
                    <a:pt x="104044" y="27653"/>
                    <a:pt x="98783" y="32920"/>
                    <a:pt x="98783" y="39504"/>
                  </a:cubicBezTo>
                  <a:cubicBezTo>
                    <a:pt x="98783" y="39504"/>
                    <a:pt x="98783" y="39504"/>
                    <a:pt x="98783" y="65841"/>
                  </a:cubicBezTo>
                  <a:cubicBezTo>
                    <a:pt x="98783" y="65841"/>
                    <a:pt x="98783" y="65841"/>
                    <a:pt x="69850" y="65841"/>
                  </a:cubicBezTo>
                  <a:cubicBezTo>
                    <a:pt x="69850" y="65841"/>
                    <a:pt x="69850" y="65841"/>
                    <a:pt x="69850" y="34237"/>
                  </a:cubicBezTo>
                  <a:cubicBezTo>
                    <a:pt x="69850" y="15802"/>
                    <a:pt x="84317" y="0"/>
                    <a:pt x="10272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8" name="î$ḻîḋe">
              <a:extLst>
                <a:ext uri="{FF2B5EF4-FFF2-40B4-BE49-F238E27FC236}">
                  <a16:creationId xmlns:a16="http://schemas.microsoft.com/office/drawing/2014/main" id="{90F5B9DE-CAEE-4BD2-A07F-5C051B3BE06F}"/>
                </a:ext>
              </a:extLst>
            </p:cNvPr>
            <p:cNvSpPr/>
            <p:nvPr/>
          </p:nvSpPr>
          <p:spPr>
            <a:xfrm>
              <a:off x="9130057" y="1760622"/>
              <a:ext cx="1774513" cy="325410"/>
            </a:xfrm>
            <a:prstGeom prst="rect">
              <a:avLst/>
            </a:prstGeom>
          </p:spPr>
          <p:txBody>
            <a:bodyPr wrap="none" lIns="90000" tIns="46800" rIns="90000" bIns="46800" anchor="ctr" anchorCtr="1">
              <a:normAutofit fontScale="92500" lnSpcReduction="20000"/>
            </a:bodyPr>
            <a:lstStyle/>
            <a:p>
              <a:pPr lvl="0" algn="ctr" defTabSz="914378">
                <a:spcBef>
                  <a:spcPct val="0"/>
                </a:spcBef>
                <a:defRPr/>
              </a:pPr>
              <a:r>
                <a:rPr lang="en-US" altLang="zh-CN" b="1" dirty="0"/>
                <a:t>Powerful monitoring center</a:t>
              </a:r>
              <a:endParaRPr lang="zh-CN" altLang="en-US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8418343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CB03A1-F3CD-4417-B797-129C5D1A5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Dubbo Advantages and Disadvantages</a:t>
            </a:r>
            <a:endParaRPr lang="zh-CN" altLang="en-US" dirty="0"/>
          </a:p>
        </p:txBody>
      </p:sp>
      <p:sp>
        <p:nvSpPr>
          <p:cNvPr id="25" name="îSľiḍé">
            <a:extLst>
              <a:ext uri="{FF2B5EF4-FFF2-40B4-BE49-F238E27FC236}">
                <a16:creationId xmlns:a16="http://schemas.microsoft.com/office/drawing/2014/main" id="{4543791C-BECF-476C-A8FF-4BA3FA18DF37}"/>
              </a:ext>
            </a:extLst>
          </p:cNvPr>
          <p:cNvSpPr txBox="1"/>
          <p:nvPr/>
        </p:nvSpPr>
        <p:spPr>
          <a:xfrm>
            <a:off x="671511" y="1142000"/>
            <a:ext cx="4209489" cy="1028699"/>
          </a:xfrm>
          <a:prstGeom prst="rect">
            <a:avLst/>
          </a:prstGeom>
          <a:noFill/>
        </p:spPr>
        <p:txBody>
          <a:bodyPr wrap="square" lIns="90000" tIns="46800" rIns="90000" bIns="46800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sz="4000" dirty="0">
                <a:solidFill>
                  <a:schemeClr val="accent2">
                    <a:lumMod val="75000"/>
                  </a:schemeClr>
                </a:solidFill>
              </a:rPr>
              <a:t>Disadvantages</a:t>
            </a:r>
            <a:endParaRPr lang="en-US" sz="4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B8961934-B0ED-4B40-8058-1FF458249F79}"/>
              </a:ext>
            </a:extLst>
          </p:cNvPr>
          <p:cNvGrpSpPr/>
          <p:nvPr/>
        </p:nvGrpSpPr>
        <p:grpSpPr>
          <a:xfrm>
            <a:off x="4259780" y="2283999"/>
            <a:ext cx="7720184" cy="1564806"/>
            <a:chOff x="4259780" y="2283999"/>
            <a:chExt cx="7720184" cy="1564806"/>
          </a:xfrm>
        </p:grpSpPr>
        <p:cxnSp>
          <p:nvCxnSpPr>
            <p:cNvPr id="27" name="直接箭头连接符 26">
              <a:extLst>
                <a:ext uri="{FF2B5EF4-FFF2-40B4-BE49-F238E27FC236}">
                  <a16:creationId xmlns:a16="http://schemas.microsoft.com/office/drawing/2014/main" id="{6DD83BBE-2F3A-4ABC-938C-6BAA397BAF8B}"/>
                </a:ext>
              </a:extLst>
            </p:cNvPr>
            <p:cNvCxnSpPr/>
            <p:nvPr/>
          </p:nvCxnSpPr>
          <p:spPr>
            <a:xfrm>
              <a:off x="6002557" y="3066403"/>
              <a:ext cx="954240" cy="0"/>
            </a:xfrm>
            <a:prstGeom prst="straightConnector1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íṩḷíďe">
              <a:extLst>
                <a:ext uri="{FF2B5EF4-FFF2-40B4-BE49-F238E27FC236}">
                  <a16:creationId xmlns:a16="http://schemas.microsoft.com/office/drawing/2014/main" id="{B60E98E3-3739-4D37-AB16-5CC676514DA0}"/>
                </a:ext>
              </a:extLst>
            </p:cNvPr>
            <p:cNvSpPr/>
            <p:nvPr/>
          </p:nvSpPr>
          <p:spPr>
            <a:xfrm>
              <a:off x="4259780" y="2283999"/>
              <a:ext cx="1898423" cy="1564806"/>
            </a:xfrm>
            <a:prstGeom prst="roundRect">
              <a:avLst>
                <a:gd name="adj" fmla="val 46218"/>
              </a:avLst>
            </a:prstGeom>
            <a:solidFill>
              <a:schemeClr val="bg1"/>
            </a:solidFill>
            <a:ln w="7620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9" name="iṡḻïdê">
              <a:extLst>
                <a:ext uri="{FF2B5EF4-FFF2-40B4-BE49-F238E27FC236}">
                  <a16:creationId xmlns:a16="http://schemas.microsoft.com/office/drawing/2014/main" id="{AB01D139-D898-4012-86D8-CB27A7442652}"/>
                </a:ext>
              </a:extLst>
            </p:cNvPr>
            <p:cNvSpPr/>
            <p:nvPr/>
          </p:nvSpPr>
          <p:spPr bwMode="auto">
            <a:xfrm>
              <a:off x="4849314" y="2752004"/>
              <a:ext cx="628796" cy="628796"/>
            </a:xfrm>
            <a:custGeom>
              <a:avLst/>
              <a:gdLst>
                <a:gd name="T0" fmla="*/ 223 w 228"/>
                <a:gd name="T1" fmla="*/ 95 h 228"/>
                <a:gd name="T2" fmla="*/ 196 w 228"/>
                <a:gd name="T3" fmla="*/ 90 h 228"/>
                <a:gd name="T4" fmla="*/ 189 w 228"/>
                <a:gd name="T5" fmla="*/ 74 h 228"/>
                <a:gd name="T6" fmla="*/ 205 w 228"/>
                <a:gd name="T7" fmla="*/ 50 h 228"/>
                <a:gd name="T8" fmla="*/ 205 w 228"/>
                <a:gd name="T9" fmla="*/ 43 h 228"/>
                <a:gd name="T10" fmla="*/ 185 w 228"/>
                <a:gd name="T11" fmla="*/ 24 h 228"/>
                <a:gd name="T12" fmla="*/ 178 w 228"/>
                <a:gd name="T13" fmla="*/ 23 h 228"/>
                <a:gd name="T14" fmla="*/ 155 w 228"/>
                <a:gd name="T15" fmla="*/ 39 h 228"/>
                <a:gd name="T16" fmla="*/ 138 w 228"/>
                <a:gd name="T17" fmla="*/ 32 h 228"/>
                <a:gd name="T18" fmla="*/ 133 w 228"/>
                <a:gd name="T19" fmla="*/ 5 h 228"/>
                <a:gd name="T20" fmla="*/ 127 w 228"/>
                <a:gd name="T21" fmla="*/ 0 h 228"/>
                <a:gd name="T22" fmla="*/ 100 w 228"/>
                <a:gd name="T23" fmla="*/ 0 h 228"/>
                <a:gd name="T24" fmla="*/ 94 w 228"/>
                <a:gd name="T25" fmla="*/ 5 h 228"/>
                <a:gd name="T26" fmla="*/ 89 w 228"/>
                <a:gd name="T27" fmla="*/ 32 h 228"/>
                <a:gd name="T28" fmla="*/ 73 w 228"/>
                <a:gd name="T29" fmla="*/ 39 h 228"/>
                <a:gd name="T30" fmla="*/ 50 w 228"/>
                <a:gd name="T31" fmla="*/ 23 h 228"/>
                <a:gd name="T32" fmla="*/ 43 w 228"/>
                <a:gd name="T33" fmla="*/ 24 h 228"/>
                <a:gd name="T34" fmla="*/ 23 w 228"/>
                <a:gd name="T35" fmla="*/ 43 h 228"/>
                <a:gd name="T36" fmla="*/ 23 w 228"/>
                <a:gd name="T37" fmla="*/ 51 h 228"/>
                <a:gd name="T38" fmla="*/ 39 w 228"/>
                <a:gd name="T39" fmla="*/ 74 h 228"/>
                <a:gd name="T40" fmla="*/ 32 w 228"/>
                <a:gd name="T41" fmla="*/ 90 h 228"/>
                <a:gd name="T42" fmla="*/ 5 w 228"/>
                <a:gd name="T43" fmla="*/ 95 h 228"/>
                <a:gd name="T44" fmla="*/ 0 w 228"/>
                <a:gd name="T45" fmla="*/ 100 h 228"/>
                <a:gd name="T46" fmla="*/ 0 w 228"/>
                <a:gd name="T47" fmla="*/ 128 h 228"/>
                <a:gd name="T48" fmla="*/ 5 w 228"/>
                <a:gd name="T49" fmla="*/ 134 h 228"/>
                <a:gd name="T50" fmla="*/ 32 w 228"/>
                <a:gd name="T51" fmla="*/ 139 h 228"/>
                <a:gd name="T52" fmla="*/ 39 w 228"/>
                <a:gd name="T53" fmla="*/ 155 h 228"/>
                <a:gd name="T54" fmla="*/ 23 w 228"/>
                <a:gd name="T55" fmla="*/ 178 h 228"/>
                <a:gd name="T56" fmla="*/ 24 w 228"/>
                <a:gd name="T57" fmla="*/ 185 h 228"/>
                <a:gd name="T58" fmla="*/ 43 w 228"/>
                <a:gd name="T59" fmla="*/ 204 h 228"/>
                <a:gd name="T60" fmla="*/ 51 w 228"/>
                <a:gd name="T61" fmla="*/ 205 h 228"/>
                <a:gd name="T62" fmla="*/ 73 w 228"/>
                <a:gd name="T63" fmla="*/ 189 h 228"/>
                <a:gd name="T64" fmla="*/ 89 w 228"/>
                <a:gd name="T65" fmla="*/ 196 h 228"/>
                <a:gd name="T66" fmla="*/ 94 w 228"/>
                <a:gd name="T67" fmla="*/ 223 h 228"/>
                <a:gd name="T68" fmla="*/ 100 w 228"/>
                <a:gd name="T69" fmla="*/ 228 h 228"/>
                <a:gd name="T70" fmla="*/ 127 w 228"/>
                <a:gd name="T71" fmla="*/ 228 h 228"/>
                <a:gd name="T72" fmla="*/ 133 w 228"/>
                <a:gd name="T73" fmla="*/ 223 h 228"/>
                <a:gd name="T74" fmla="*/ 138 w 228"/>
                <a:gd name="T75" fmla="*/ 196 h 228"/>
                <a:gd name="T76" fmla="*/ 154 w 228"/>
                <a:gd name="T77" fmla="*/ 190 h 228"/>
                <a:gd name="T78" fmla="*/ 177 w 228"/>
                <a:gd name="T79" fmla="*/ 205 h 228"/>
                <a:gd name="T80" fmla="*/ 185 w 228"/>
                <a:gd name="T81" fmla="*/ 205 h 228"/>
                <a:gd name="T82" fmla="*/ 204 w 228"/>
                <a:gd name="T83" fmla="*/ 185 h 228"/>
                <a:gd name="T84" fmla="*/ 205 w 228"/>
                <a:gd name="T85" fmla="*/ 178 h 228"/>
                <a:gd name="T86" fmla="*/ 189 w 228"/>
                <a:gd name="T87" fmla="*/ 155 h 228"/>
                <a:gd name="T88" fmla="*/ 196 w 228"/>
                <a:gd name="T89" fmla="*/ 139 h 228"/>
                <a:gd name="T90" fmla="*/ 223 w 228"/>
                <a:gd name="T91" fmla="*/ 134 h 228"/>
                <a:gd name="T92" fmla="*/ 228 w 228"/>
                <a:gd name="T93" fmla="*/ 128 h 228"/>
                <a:gd name="T94" fmla="*/ 228 w 228"/>
                <a:gd name="T95" fmla="*/ 100 h 228"/>
                <a:gd name="T96" fmla="*/ 223 w 228"/>
                <a:gd name="T97" fmla="*/ 95 h 228"/>
                <a:gd name="T98" fmla="*/ 114 w 228"/>
                <a:gd name="T99" fmla="*/ 149 h 228"/>
                <a:gd name="T100" fmla="*/ 79 w 228"/>
                <a:gd name="T101" fmla="*/ 114 h 228"/>
                <a:gd name="T102" fmla="*/ 114 w 228"/>
                <a:gd name="T103" fmla="*/ 79 h 228"/>
                <a:gd name="T104" fmla="*/ 149 w 228"/>
                <a:gd name="T105" fmla="*/ 114 h 228"/>
                <a:gd name="T106" fmla="*/ 114 w 228"/>
                <a:gd name="T107" fmla="*/ 14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28" h="228">
                  <a:moveTo>
                    <a:pt x="223" y="95"/>
                  </a:moveTo>
                  <a:cubicBezTo>
                    <a:pt x="196" y="90"/>
                    <a:pt x="196" y="90"/>
                    <a:pt x="196" y="90"/>
                  </a:cubicBezTo>
                  <a:cubicBezTo>
                    <a:pt x="194" y="84"/>
                    <a:pt x="192" y="79"/>
                    <a:pt x="189" y="74"/>
                  </a:cubicBezTo>
                  <a:cubicBezTo>
                    <a:pt x="205" y="50"/>
                    <a:pt x="205" y="50"/>
                    <a:pt x="205" y="50"/>
                  </a:cubicBezTo>
                  <a:cubicBezTo>
                    <a:pt x="207" y="48"/>
                    <a:pt x="206" y="45"/>
                    <a:pt x="205" y="43"/>
                  </a:cubicBezTo>
                  <a:cubicBezTo>
                    <a:pt x="185" y="24"/>
                    <a:pt x="185" y="24"/>
                    <a:pt x="185" y="24"/>
                  </a:cubicBezTo>
                  <a:cubicBezTo>
                    <a:pt x="183" y="22"/>
                    <a:pt x="180" y="21"/>
                    <a:pt x="178" y="23"/>
                  </a:cubicBezTo>
                  <a:cubicBezTo>
                    <a:pt x="155" y="39"/>
                    <a:pt x="155" y="39"/>
                    <a:pt x="155" y="39"/>
                  </a:cubicBezTo>
                  <a:cubicBezTo>
                    <a:pt x="149" y="36"/>
                    <a:pt x="144" y="34"/>
                    <a:pt x="138" y="32"/>
                  </a:cubicBezTo>
                  <a:cubicBezTo>
                    <a:pt x="133" y="5"/>
                    <a:pt x="133" y="5"/>
                    <a:pt x="133" y="5"/>
                  </a:cubicBezTo>
                  <a:cubicBezTo>
                    <a:pt x="133" y="2"/>
                    <a:pt x="130" y="0"/>
                    <a:pt x="127" y="0"/>
                  </a:cubicBezTo>
                  <a:cubicBezTo>
                    <a:pt x="100" y="0"/>
                    <a:pt x="100" y="0"/>
                    <a:pt x="100" y="0"/>
                  </a:cubicBezTo>
                  <a:cubicBezTo>
                    <a:pt x="97" y="0"/>
                    <a:pt x="95" y="2"/>
                    <a:pt x="94" y="5"/>
                  </a:cubicBezTo>
                  <a:cubicBezTo>
                    <a:pt x="89" y="32"/>
                    <a:pt x="89" y="32"/>
                    <a:pt x="89" y="32"/>
                  </a:cubicBezTo>
                  <a:cubicBezTo>
                    <a:pt x="83" y="34"/>
                    <a:pt x="78" y="36"/>
                    <a:pt x="73" y="39"/>
                  </a:cubicBezTo>
                  <a:cubicBezTo>
                    <a:pt x="50" y="23"/>
                    <a:pt x="50" y="23"/>
                    <a:pt x="50" y="23"/>
                  </a:cubicBezTo>
                  <a:cubicBezTo>
                    <a:pt x="48" y="22"/>
                    <a:pt x="45" y="22"/>
                    <a:pt x="43" y="24"/>
                  </a:cubicBezTo>
                  <a:cubicBezTo>
                    <a:pt x="23" y="43"/>
                    <a:pt x="23" y="43"/>
                    <a:pt x="23" y="43"/>
                  </a:cubicBezTo>
                  <a:cubicBezTo>
                    <a:pt x="22" y="45"/>
                    <a:pt x="21" y="49"/>
                    <a:pt x="23" y="51"/>
                  </a:cubicBezTo>
                  <a:cubicBezTo>
                    <a:pt x="39" y="74"/>
                    <a:pt x="39" y="74"/>
                    <a:pt x="39" y="74"/>
                  </a:cubicBezTo>
                  <a:cubicBezTo>
                    <a:pt x="36" y="79"/>
                    <a:pt x="34" y="84"/>
                    <a:pt x="32" y="90"/>
                  </a:cubicBezTo>
                  <a:cubicBezTo>
                    <a:pt x="5" y="95"/>
                    <a:pt x="5" y="95"/>
                    <a:pt x="5" y="95"/>
                  </a:cubicBezTo>
                  <a:cubicBezTo>
                    <a:pt x="2" y="95"/>
                    <a:pt x="0" y="98"/>
                    <a:pt x="0" y="100"/>
                  </a:cubicBezTo>
                  <a:cubicBezTo>
                    <a:pt x="0" y="128"/>
                    <a:pt x="0" y="128"/>
                    <a:pt x="0" y="128"/>
                  </a:cubicBezTo>
                  <a:cubicBezTo>
                    <a:pt x="0" y="131"/>
                    <a:pt x="2" y="133"/>
                    <a:pt x="5" y="134"/>
                  </a:cubicBezTo>
                  <a:cubicBezTo>
                    <a:pt x="32" y="139"/>
                    <a:pt x="32" y="139"/>
                    <a:pt x="32" y="139"/>
                  </a:cubicBezTo>
                  <a:cubicBezTo>
                    <a:pt x="34" y="144"/>
                    <a:pt x="36" y="150"/>
                    <a:pt x="39" y="155"/>
                  </a:cubicBezTo>
                  <a:cubicBezTo>
                    <a:pt x="23" y="178"/>
                    <a:pt x="23" y="178"/>
                    <a:pt x="23" y="178"/>
                  </a:cubicBezTo>
                  <a:cubicBezTo>
                    <a:pt x="22" y="180"/>
                    <a:pt x="22" y="183"/>
                    <a:pt x="24" y="185"/>
                  </a:cubicBezTo>
                  <a:cubicBezTo>
                    <a:pt x="43" y="204"/>
                    <a:pt x="43" y="204"/>
                    <a:pt x="43" y="204"/>
                  </a:cubicBezTo>
                  <a:cubicBezTo>
                    <a:pt x="45" y="206"/>
                    <a:pt x="48" y="207"/>
                    <a:pt x="51" y="205"/>
                  </a:cubicBezTo>
                  <a:cubicBezTo>
                    <a:pt x="73" y="189"/>
                    <a:pt x="73" y="189"/>
                    <a:pt x="73" y="189"/>
                  </a:cubicBezTo>
                  <a:cubicBezTo>
                    <a:pt x="78" y="192"/>
                    <a:pt x="84" y="194"/>
                    <a:pt x="89" y="196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5" y="226"/>
                    <a:pt x="97" y="228"/>
                    <a:pt x="100" y="228"/>
                  </a:cubicBezTo>
                  <a:cubicBezTo>
                    <a:pt x="127" y="228"/>
                    <a:pt x="127" y="228"/>
                    <a:pt x="127" y="228"/>
                  </a:cubicBezTo>
                  <a:cubicBezTo>
                    <a:pt x="130" y="228"/>
                    <a:pt x="133" y="226"/>
                    <a:pt x="133" y="223"/>
                  </a:cubicBezTo>
                  <a:cubicBezTo>
                    <a:pt x="138" y="196"/>
                    <a:pt x="138" y="196"/>
                    <a:pt x="138" y="196"/>
                  </a:cubicBezTo>
                  <a:cubicBezTo>
                    <a:pt x="144" y="194"/>
                    <a:pt x="149" y="192"/>
                    <a:pt x="154" y="190"/>
                  </a:cubicBezTo>
                  <a:cubicBezTo>
                    <a:pt x="177" y="205"/>
                    <a:pt x="177" y="205"/>
                    <a:pt x="177" y="205"/>
                  </a:cubicBezTo>
                  <a:cubicBezTo>
                    <a:pt x="180" y="207"/>
                    <a:pt x="183" y="207"/>
                    <a:pt x="185" y="205"/>
                  </a:cubicBezTo>
                  <a:cubicBezTo>
                    <a:pt x="204" y="185"/>
                    <a:pt x="204" y="185"/>
                    <a:pt x="204" y="185"/>
                  </a:cubicBezTo>
                  <a:cubicBezTo>
                    <a:pt x="206" y="183"/>
                    <a:pt x="206" y="180"/>
                    <a:pt x="205" y="178"/>
                  </a:cubicBezTo>
                  <a:cubicBezTo>
                    <a:pt x="189" y="155"/>
                    <a:pt x="189" y="155"/>
                    <a:pt x="189" y="155"/>
                  </a:cubicBezTo>
                  <a:cubicBezTo>
                    <a:pt x="192" y="150"/>
                    <a:pt x="194" y="144"/>
                    <a:pt x="196" y="139"/>
                  </a:cubicBezTo>
                  <a:cubicBezTo>
                    <a:pt x="223" y="134"/>
                    <a:pt x="223" y="134"/>
                    <a:pt x="223" y="134"/>
                  </a:cubicBezTo>
                  <a:cubicBezTo>
                    <a:pt x="226" y="133"/>
                    <a:pt x="228" y="131"/>
                    <a:pt x="228" y="128"/>
                  </a:cubicBezTo>
                  <a:cubicBezTo>
                    <a:pt x="228" y="100"/>
                    <a:pt x="228" y="100"/>
                    <a:pt x="228" y="100"/>
                  </a:cubicBezTo>
                  <a:cubicBezTo>
                    <a:pt x="228" y="98"/>
                    <a:pt x="226" y="95"/>
                    <a:pt x="223" y="95"/>
                  </a:cubicBezTo>
                  <a:close/>
                  <a:moveTo>
                    <a:pt x="114" y="149"/>
                  </a:moveTo>
                  <a:cubicBezTo>
                    <a:pt x="95" y="149"/>
                    <a:pt x="79" y="133"/>
                    <a:pt x="79" y="114"/>
                  </a:cubicBezTo>
                  <a:cubicBezTo>
                    <a:pt x="79" y="95"/>
                    <a:pt x="95" y="79"/>
                    <a:pt x="114" y="79"/>
                  </a:cubicBezTo>
                  <a:cubicBezTo>
                    <a:pt x="133" y="79"/>
                    <a:pt x="149" y="95"/>
                    <a:pt x="149" y="114"/>
                  </a:cubicBezTo>
                  <a:cubicBezTo>
                    <a:pt x="149" y="133"/>
                    <a:pt x="133" y="149"/>
                    <a:pt x="114" y="149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x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2" name="î$ļíḓè">
              <a:extLst>
                <a:ext uri="{FF2B5EF4-FFF2-40B4-BE49-F238E27FC236}">
                  <a16:creationId xmlns:a16="http://schemas.microsoft.com/office/drawing/2014/main" id="{B452CF9E-E8C6-451A-AD2C-76C416D6D0DE}"/>
                </a:ext>
              </a:extLst>
            </p:cNvPr>
            <p:cNvSpPr/>
            <p:nvPr/>
          </p:nvSpPr>
          <p:spPr>
            <a:xfrm>
              <a:off x="7019807" y="2750978"/>
              <a:ext cx="4960157" cy="492981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tIns="46800" rIns="90000" bIns="46800" anchor="ctr" anchorCtr="0">
              <a:normAutofit/>
            </a:bodyPr>
            <a:lstStyle/>
            <a:p>
              <a:pPr>
                <a:defRPr/>
              </a:pPr>
              <a:r>
                <a:rPr lang="en-US" altLang="zh-CN" sz="1600" b="1" dirty="0">
                  <a:solidFill>
                    <a:schemeClr val="bg1"/>
                  </a:solidFill>
                </a:rPr>
                <a:t>Seriously dependent on third-party components</a:t>
              </a:r>
              <a:endParaRPr lang="zh-CN" altLang="en-US" sz="16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EA39DD17-A07A-42D3-ADA9-BC165D2D3E4F}"/>
              </a:ext>
            </a:extLst>
          </p:cNvPr>
          <p:cNvGrpSpPr/>
          <p:nvPr/>
        </p:nvGrpSpPr>
        <p:grpSpPr>
          <a:xfrm>
            <a:off x="4898693" y="3583130"/>
            <a:ext cx="6325897" cy="1564806"/>
            <a:chOff x="4898693" y="3583130"/>
            <a:chExt cx="6325897" cy="1564806"/>
          </a:xfrm>
        </p:grpSpPr>
        <p:cxnSp>
          <p:nvCxnSpPr>
            <p:cNvPr id="31" name="直接箭头连接符 30">
              <a:extLst>
                <a:ext uri="{FF2B5EF4-FFF2-40B4-BE49-F238E27FC236}">
                  <a16:creationId xmlns:a16="http://schemas.microsoft.com/office/drawing/2014/main" id="{C7BE6CE2-EB77-4123-9F28-F2BC7F942EED}"/>
                </a:ext>
              </a:extLst>
            </p:cNvPr>
            <p:cNvCxnSpPr/>
            <p:nvPr/>
          </p:nvCxnSpPr>
          <p:spPr>
            <a:xfrm>
              <a:off x="6607350" y="4365533"/>
              <a:ext cx="954240" cy="0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îŝḻïḑê">
              <a:extLst>
                <a:ext uri="{FF2B5EF4-FFF2-40B4-BE49-F238E27FC236}">
                  <a16:creationId xmlns:a16="http://schemas.microsoft.com/office/drawing/2014/main" id="{7DD63F35-98A7-47A3-A02B-AA11E8613A2B}"/>
                </a:ext>
              </a:extLst>
            </p:cNvPr>
            <p:cNvSpPr/>
            <p:nvPr/>
          </p:nvSpPr>
          <p:spPr>
            <a:xfrm>
              <a:off x="4898693" y="3583130"/>
              <a:ext cx="1898423" cy="1564806"/>
            </a:xfrm>
            <a:prstGeom prst="roundRect">
              <a:avLst>
                <a:gd name="adj" fmla="val 46218"/>
              </a:avLst>
            </a:prstGeom>
            <a:solidFill>
              <a:schemeClr val="bg1"/>
            </a:solidFill>
            <a:ln w="76200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3" name="íṥḻíďé">
              <a:extLst>
                <a:ext uri="{FF2B5EF4-FFF2-40B4-BE49-F238E27FC236}">
                  <a16:creationId xmlns:a16="http://schemas.microsoft.com/office/drawing/2014/main" id="{5E4CBDAB-D398-40A6-87EC-5A1BAEA96E2D}"/>
                </a:ext>
              </a:extLst>
            </p:cNvPr>
            <p:cNvSpPr/>
            <p:nvPr/>
          </p:nvSpPr>
          <p:spPr bwMode="auto">
            <a:xfrm>
              <a:off x="5590783" y="4058231"/>
              <a:ext cx="628796" cy="628796"/>
            </a:xfrm>
            <a:custGeom>
              <a:avLst/>
              <a:gdLst>
                <a:gd name="T0" fmla="*/ 130 w 236"/>
                <a:gd name="T1" fmla="*/ 1 h 236"/>
                <a:gd name="T2" fmla="*/ 118 w 236"/>
                <a:gd name="T3" fmla="*/ 0 h 236"/>
                <a:gd name="T4" fmla="*/ 30 w 236"/>
                <a:gd name="T5" fmla="*/ 40 h 236"/>
                <a:gd name="T6" fmla="*/ 68 w 236"/>
                <a:gd name="T7" fmla="*/ 105 h 236"/>
                <a:gd name="T8" fmla="*/ 130 w 236"/>
                <a:gd name="T9" fmla="*/ 1 h 236"/>
                <a:gd name="T10" fmla="*/ 20 w 236"/>
                <a:gd name="T11" fmla="*/ 52 h 236"/>
                <a:gd name="T12" fmla="*/ 0 w 236"/>
                <a:gd name="T13" fmla="*/ 118 h 236"/>
                <a:gd name="T14" fmla="*/ 5 w 236"/>
                <a:gd name="T15" fmla="*/ 153 h 236"/>
                <a:gd name="T16" fmla="*/ 81 w 236"/>
                <a:gd name="T17" fmla="*/ 153 h 236"/>
                <a:gd name="T18" fmla="*/ 20 w 236"/>
                <a:gd name="T19" fmla="*/ 52 h 236"/>
                <a:gd name="T20" fmla="*/ 225 w 236"/>
                <a:gd name="T21" fmla="*/ 68 h 236"/>
                <a:gd name="T22" fmla="*/ 145 w 236"/>
                <a:gd name="T23" fmla="*/ 3 h 236"/>
                <a:gd name="T24" fmla="*/ 106 w 236"/>
                <a:gd name="T25" fmla="*/ 68 h 236"/>
                <a:gd name="T26" fmla="*/ 225 w 236"/>
                <a:gd name="T27" fmla="*/ 68 h 236"/>
                <a:gd name="T28" fmla="*/ 130 w 236"/>
                <a:gd name="T29" fmla="*/ 167 h 236"/>
                <a:gd name="T30" fmla="*/ 11 w 236"/>
                <a:gd name="T31" fmla="*/ 167 h 236"/>
                <a:gd name="T32" fmla="*/ 96 w 236"/>
                <a:gd name="T33" fmla="*/ 234 h 236"/>
                <a:gd name="T34" fmla="*/ 93 w 236"/>
                <a:gd name="T35" fmla="*/ 232 h 236"/>
                <a:gd name="T36" fmla="*/ 130 w 236"/>
                <a:gd name="T37" fmla="*/ 167 h 236"/>
                <a:gd name="T38" fmla="*/ 230 w 236"/>
                <a:gd name="T39" fmla="*/ 82 h 236"/>
                <a:gd name="T40" fmla="*/ 155 w 236"/>
                <a:gd name="T41" fmla="*/ 82 h 236"/>
                <a:gd name="T42" fmla="*/ 215 w 236"/>
                <a:gd name="T43" fmla="*/ 186 h 236"/>
                <a:gd name="T44" fmla="*/ 236 w 236"/>
                <a:gd name="T45" fmla="*/ 118 h 236"/>
                <a:gd name="T46" fmla="*/ 230 w 236"/>
                <a:gd name="T47" fmla="*/ 82 h 236"/>
                <a:gd name="T48" fmla="*/ 108 w 236"/>
                <a:gd name="T49" fmla="*/ 236 h 236"/>
                <a:gd name="T50" fmla="*/ 118 w 236"/>
                <a:gd name="T51" fmla="*/ 236 h 236"/>
                <a:gd name="T52" fmla="*/ 205 w 236"/>
                <a:gd name="T53" fmla="*/ 198 h 236"/>
                <a:gd name="T54" fmla="*/ 167 w 236"/>
                <a:gd name="T55" fmla="*/ 132 h 236"/>
                <a:gd name="T56" fmla="*/ 108 w 236"/>
                <a:gd name="T57" fmla="*/ 236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36" h="236">
                  <a:moveTo>
                    <a:pt x="130" y="1"/>
                  </a:moveTo>
                  <a:cubicBezTo>
                    <a:pt x="126" y="0"/>
                    <a:pt x="122" y="0"/>
                    <a:pt x="118" y="0"/>
                  </a:cubicBezTo>
                  <a:cubicBezTo>
                    <a:pt x="83" y="0"/>
                    <a:pt x="51" y="16"/>
                    <a:pt x="30" y="40"/>
                  </a:cubicBezTo>
                  <a:cubicBezTo>
                    <a:pt x="68" y="105"/>
                    <a:pt x="68" y="105"/>
                    <a:pt x="68" y="105"/>
                  </a:cubicBezTo>
                  <a:lnTo>
                    <a:pt x="130" y="1"/>
                  </a:lnTo>
                  <a:close/>
                  <a:moveTo>
                    <a:pt x="20" y="52"/>
                  </a:moveTo>
                  <a:cubicBezTo>
                    <a:pt x="7" y="71"/>
                    <a:pt x="0" y="94"/>
                    <a:pt x="0" y="118"/>
                  </a:cubicBezTo>
                  <a:cubicBezTo>
                    <a:pt x="0" y="130"/>
                    <a:pt x="2" y="142"/>
                    <a:pt x="5" y="153"/>
                  </a:cubicBezTo>
                  <a:cubicBezTo>
                    <a:pt x="81" y="153"/>
                    <a:pt x="81" y="153"/>
                    <a:pt x="81" y="153"/>
                  </a:cubicBezTo>
                  <a:lnTo>
                    <a:pt x="20" y="52"/>
                  </a:lnTo>
                  <a:close/>
                  <a:moveTo>
                    <a:pt x="225" y="68"/>
                  </a:moveTo>
                  <a:cubicBezTo>
                    <a:pt x="210" y="36"/>
                    <a:pt x="180" y="11"/>
                    <a:pt x="145" y="3"/>
                  </a:cubicBezTo>
                  <a:cubicBezTo>
                    <a:pt x="106" y="68"/>
                    <a:pt x="106" y="68"/>
                    <a:pt x="106" y="68"/>
                  </a:cubicBezTo>
                  <a:lnTo>
                    <a:pt x="225" y="68"/>
                  </a:lnTo>
                  <a:close/>
                  <a:moveTo>
                    <a:pt x="130" y="167"/>
                  </a:moveTo>
                  <a:cubicBezTo>
                    <a:pt x="11" y="167"/>
                    <a:pt x="11" y="167"/>
                    <a:pt x="11" y="167"/>
                  </a:cubicBezTo>
                  <a:cubicBezTo>
                    <a:pt x="26" y="201"/>
                    <a:pt x="58" y="227"/>
                    <a:pt x="96" y="234"/>
                  </a:cubicBezTo>
                  <a:cubicBezTo>
                    <a:pt x="93" y="232"/>
                    <a:pt x="93" y="232"/>
                    <a:pt x="93" y="232"/>
                  </a:cubicBezTo>
                  <a:lnTo>
                    <a:pt x="130" y="167"/>
                  </a:lnTo>
                  <a:close/>
                  <a:moveTo>
                    <a:pt x="230" y="82"/>
                  </a:moveTo>
                  <a:cubicBezTo>
                    <a:pt x="155" y="82"/>
                    <a:pt x="155" y="82"/>
                    <a:pt x="155" y="82"/>
                  </a:cubicBezTo>
                  <a:cubicBezTo>
                    <a:pt x="215" y="186"/>
                    <a:pt x="215" y="186"/>
                    <a:pt x="215" y="186"/>
                  </a:cubicBezTo>
                  <a:cubicBezTo>
                    <a:pt x="228" y="167"/>
                    <a:pt x="236" y="143"/>
                    <a:pt x="236" y="118"/>
                  </a:cubicBezTo>
                  <a:cubicBezTo>
                    <a:pt x="236" y="106"/>
                    <a:pt x="234" y="94"/>
                    <a:pt x="230" y="82"/>
                  </a:cubicBezTo>
                  <a:close/>
                  <a:moveTo>
                    <a:pt x="108" y="236"/>
                  </a:moveTo>
                  <a:cubicBezTo>
                    <a:pt x="111" y="236"/>
                    <a:pt x="115" y="236"/>
                    <a:pt x="118" y="236"/>
                  </a:cubicBezTo>
                  <a:cubicBezTo>
                    <a:pt x="152" y="236"/>
                    <a:pt x="183" y="221"/>
                    <a:pt x="205" y="198"/>
                  </a:cubicBezTo>
                  <a:cubicBezTo>
                    <a:pt x="167" y="132"/>
                    <a:pt x="167" y="132"/>
                    <a:pt x="167" y="132"/>
                  </a:cubicBezTo>
                  <a:lnTo>
                    <a:pt x="108" y="23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4" name="i$ļíḓe">
              <a:extLst>
                <a:ext uri="{FF2B5EF4-FFF2-40B4-BE49-F238E27FC236}">
                  <a16:creationId xmlns:a16="http://schemas.microsoft.com/office/drawing/2014/main" id="{528F9990-C3D0-4ADE-97B2-5532B4915143}"/>
                </a:ext>
              </a:extLst>
            </p:cNvPr>
            <p:cNvSpPr/>
            <p:nvPr/>
          </p:nvSpPr>
          <p:spPr>
            <a:xfrm>
              <a:off x="7629357" y="4050108"/>
              <a:ext cx="3595233" cy="491954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anchor="ctr" anchorCtr="0">
              <a:normAutofit/>
            </a:bodyPr>
            <a:lstStyle/>
            <a:p>
              <a:pPr>
                <a:defRPr/>
              </a:pPr>
              <a:r>
                <a:rPr lang="en-US" altLang="zh-CN" sz="1600" b="1" dirty="0">
                  <a:solidFill>
                    <a:schemeClr val="bg1"/>
                  </a:solidFill>
                </a:rPr>
                <a:t>Cross-language is not supported</a:t>
              </a:r>
              <a:endParaRPr lang="zh-CN" altLang="en-US" sz="16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1891261B-117D-4B7E-86B8-4AF78119E7E7}"/>
              </a:ext>
            </a:extLst>
          </p:cNvPr>
          <p:cNvGrpSpPr/>
          <p:nvPr/>
        </p:nvGrpSpPr>
        <p:grpSpPr>
          <a:xfrm>
            <a:off x="5537605" y="4882261"/>
            <a:ext cx="5951113" cy="1564806"/>
            <a:chOff x="5537605" y="4882261"/>
            <a:chExt cx="5951113" cy="1564806"/>
          </a:xfrm>
        </p:grpSpPr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2CB594E7-84E9-480A-B3BB-E50C13081AA8}"/>
                </a:ext>
              </a:extLst>
            </p:cNvPr>
            <p:cNvCxnSpPr/>
            <p:nvPr/>
          </p:nvCxnSpPr>
          <p:spPr>
            <a:xfrm>
              <a:off x="7212143" y="5664664"/>
              <a:ext cx="954240" cy="0"/>
            </a:xfrm>
            <a:prstGeom prst="straightConnector1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iṣḷïḑè">
              <a:extLst>
                <a:ext uri="{FF2B5EF4-FFF2-40B4-BE49-F238E27FC236}">
                  <a16:creationId xmlns:a16="http://schemas.microsoft.com/office/drawing/2014/main" id="{C65F5F2E-0451-4EAE-84F5-E004AC7582D2}"/>
                </a:ext>
              </a:extLst>
            </p:cNvPr>
            <p:cNvSpPr/>
            <p:nvPr/>
          </p:nvSpPr>
          <p:spPr>
            <a:xfrm>
              <a:off x="5537605" y="4882261"/>
              <a:ext cx="1898423" cy="1564806"/>
            </a:xfrm>
            <a:prstGeom prst="roundRect">
              <a:avLst>
                <a:gd name="adj" fmla="val 46218"/>
              </a:avLst>
            </a:prstGeom>
            <a:solidFill>
              <a:schemeClr val="bg1"/>
            </a:solidFill>
            <a:ln w="7620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8" name="ísľïḑe">
              <a:extLst>
                <a:ext uri="{FF2B5EF4-FFF2-40B4-BE49-F238E27FC236}">
                  <a16:creationId xmlns:a16="http://schemas.microsoft.com/office/drawing/2014/main" id="{5DA90B28-53DE-4A4A-88CE-BAF1A71AE838}"/>
                </a:ext>
              </a:extLst>
            </p:cNvPr>
            <p:cNvSpPr/>
            <p:nvPr/>
          </p:nvSpPr>
          <p:spPr bwMode="auto">
            <a:xfrm>
              <a:off x="6158203" y="5413681"/>
              <a:ext cx="628796" cy="628796"/>
            </a:xfrm>
            <a:custGeom>
              <a:avLst/>
              <a:gdLst>
                <a:gd name="T0" fmla="*/ 118 w 236"/>
                <a:gd name="T1" fmla="*/ 0 h 236"/>
                <a:gd name="T2" fmla="*/ 0 w 236"/>
                <a:gd name="T3" fmla="*/ 118 h 236"/>
                <a:gd name="T4" fmla="*/ 118 w 236"/>
                <a:gd name="T5" fmla="*/ 236 h 236"/>
                <a:gd name="T6" fmla="*/ 236 w 236"/>
                <a:gd name="T7" fmla="*/ 118 h 236"/>
                <a:gd name="T8" fmla="*/ 118 w 236"/>
                <a:gd name="T9" fmla="*/ 0 h 236"/>
                <a:gd name="T10" fmla="*/ 106 w 236"/>
                <a:gd name="T11" fmla="*/ 171 h 236"/>
                <a:gd name="T12" fmla="*/ 54 w 236"/>
                <a:gd name="T13" fmla="*/ 163 h 236"/>
                <a:gd name="T14" fmla="*/ 54 w 236"/>
                <a:gd name="T15" fmla="*/ 121 h 236"/>
                <a:gd name="T16" fmla="*/ 106 w 236"/>
                <a:gd name="T17" fmla="*/ 121 h 236"/>
                <a:gd name="T18" fmla="*/ 106 w 236"/>
                <a:gd name="T19" fmla="*/ 171 h 236"/>
                <a:gd name="T20" fmla="*/ 106 w 236"/>
                <a:gd name="T21" fmla="*/ 114 h 236"/>
                <a:gd name="T22" fmla="*/ 54 w 236"/>
                <a:gd name="T23" fmla="*/ 114 h 236"/>
                <a:gd name="T24" fmla="*/ 54 w 236"/>
                <a:gd name="T25" fmla="*/ 72 h 236"/>
                <a:gd name="T26" fmla="*/ 106 w 236"/>
                <a:gd name="T27" fmla="*/ 64 h 236"/>
                <a:gd name="T28" fmla="*/ 106 w 236"/>
                <a:gd name="T29" fmla="*/ 114 h 236"/>
                <a:gd name="T30" fmla="*/ 182 w 236"/>
                <a:gd name="T31" fmla="*/ 182 h 236"/>
                <a:gd name="T32" fmla="*/ 113 w 236"/>
                <a:gd name="T33" fmla="*/ 172 h 236"/>
                <a:gd name="T34" fmla="*/ 113 w 236"/>
                <a:gd name="T35" fmla="*/ 121 h 236"/>
                <a:gd name="T36" fmla="*/ 182 w 236"/>
                <a:gd name="T37" fmla="*/ 121 h 236"/>
                <a:gd name="T38" fmla="*/ 182 w 236"/>
                <a:gd name="T39" fmla="*/ 182 h 236"/>
                <a:gd name="T40" fmla="*/ 182 w 236"/>
                <a:gd name="T41" fmla="*/ 114 h 236"/>
                <a:gd name="T42" fmla="*/ 113 w 236"/>
                <a:gd name="T43" fmla="*/ 114 h 236"/>
                <a:gd name="T44" fmla="*/ 113 w 236"/>
                <a:gd name="T45" fmla="*/ 63 h 236"/>
                <a:gd name="T46" fmla="*/ 182 w 236"/>
                <a:gd name="T47" fmla="*/ 53 h 236"/>
                <a:gd name="T48" fmla="*/ 182 w 236"/>
                <a:gd name="T49" fmla="*/ 114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36" h="236">
                  <a:moveTo>
                    <a:pt x="118" y="0"/>
                  </a:moveTo>
                  <a:cubicBezTo>
                    <a:pt x="53" y="0"/>
                    <a:pt x="0" y="53"/>
                    <a:pt x="0" y="118"/>
                  </a:cubicBezTo>
                  <a:cubicBezTo>
                    <a:pt x="0" y="183"/>
                    <a:pt x="53" y="236"/>
                    <a:pt x="118" y="236"/>
                  </a:cubicBezTo>
                  <a:cubicBezTo>
                    <a:pt x="183" y="236"/>
                    <a:pt x="236" y="183"/>
                    <a:pt x="236" y="118"/>
                  </a:cubicBezTo>
                  <a:cubicBezTo>
                    <a:pt x="236" y="53"/>
                    <a:pt x="183" y="0"/>
                    <a:pt x="118" y="0"/>
                  </a:cubicBezTo>
                  <a:close/>
                  <a:moveTo>
                    <a:pt x="106" y="171"/>
                  </a:moveTo>
                  <a:cubicBezTo>
                    <a:pt x="54" y="163"/>
                    <a:pt x="54" y="163"/>
                    <a:pt x="54" y="163"/>
                  </a:cubicBezTo>
                  <a:cubicBezTo>
                    <a:pt x="54" y="121"/>
                    <a:pt x="54" y="121"/>
                    <a:pt x="54" y="121"/>
                  </a:cubicBezTo>
                  <a:cubicBezTo>
                    <a:pt x="106" y="121"/>
                    <a:pt x="106" y="121"/>
                    <a:pt x="106" y="121"/>
                  </a:cubicBezTo>
                  <a:lnTo>
                    <a:pt x="106" y="171"/>
                  </a:lnTo>
                  <a:close/>
                  <a:moveTo>
                    <a:pt x="106" y="114"/>
                  </a:moveTo>
                  <a:cubicBezTo>
                    <a:pt x="54" y="114"/>
                    <a:pt x="54" y="114"/>
                    <a:pt x="54" y="114"/>
                  </a:cubicBezTo>
                  <a:cubicBezTo>
                    <a:pt x="54" y="72"/>
                    <a:pt x="54" y="72"/>
                    <a:pt x="54" y="72"/>
                  </a:cubicBezTo>
                  <a:cubicBezTo>
                    <a:pt x="106" y="64"/>
                    <a:pt x="106" y="64"/>
                    <a:pt x="106" y="64"/>
                  </a:cubicBezTo>
                  <a:lnTo>
                    <a:pt x="106" y="114"/>
                  </a:lnTo>
                  <a:close/>
                  <a:moveTo>
                    <a:pt x="182" y="182"/>
                  </a:moveTo>
                  <a:cubicBezTo>
                    <a:pt x="113" y="172"/>
                    <a:pt x="113" y="172"/>
                    <a:pt x="113" y="172"/>
                  </a:cubicBezTo>
                  <a:cubicBezTo>
                    <a:pt x="113" y="121"/>
                    <a:pt x="113" y="121"/>
                    <a:pt x="113" y="121"/>
                  </a:cubicBezTo>
                  <a:cubicBezTo>
                    <a:pt x="182" y="121"/>
                    <a:pt x="182" y="121"/>
                    <a:pt x="182" y="121"/>
                  </a:cubicBezTo>
                  <a:lnTo>
                    <a:pt x="182" y="182"/>
                  </a:lnTo>
                  <a:close/>
                  <a:moveTo>
                    <a:pt x="182" y="114"/>
                  </a:moveTo>
                  <a:cubicBezTo>
                    <a:pt x="113" y="114"/>
                    <a:pt x="113" y="114"/>
                    <a:pt x="113" y="114"/>
                  </a:cubicBezTo>
                  <a:cubicBezTo>
                    <a:pt x="113" y="63"/>
                    <a:pt x="113" y="63"/>
                    <a:pt x="113" y="63"/>
                  </a:cubicBezTo>
                  <a:cubicBezTo>
                    <a:pt x="182" y="53"/>
                    <a:pt x="182" y="53"/>
                    <a:pt x="182" y="53"/>
                  </a:cubicBezTo>
                  <a:lnTo>
                    <a:pt x="182" y="114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x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0" name="iśḻiḍé">
              <a:extLst>
                <a:ext uri="{FF2B5EF4-FFF2-40B4-BE49-F238E27FC236}">
                  <a16:creationId xmlns:a16="http://schemas.microsoft.com/office/drawing/2014/main" id="{33DE42E9-5571-4A7E-BDA5-3EA89E910950}"/>
                </a:ext>
              </a:extLst>
            </p:cNvPr>
            <p:cNvSpPr/>
            <p:nvPr/>
          </p:nvSpPr>
          <p:spPr>
            <a:xfrm>
              <a:off x="8238908" y="5348211"/>
              <a:ext cx="3249810" cy="491954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tIns="46800" rIns="90000" bIns="46800" anchor="ctr" anchorCtr="0">
              <a:normAutofit/>
            </a:bodyPr>
            <a:lstStyle/>
            <a:p>
              <a:r>
                <a:rPr lang="en-US" altLang="zh-CN" sz="1600" b="1" dirty="0">
                  <a:solidFill>
                    <a:schemeClr val="bg1"/>
                  </a:solidFill>
                </a:rPr>
                <a:t>Poor community maintenance</a:t>
              </a:r>
              <a:endParaRPr lang="zh-CN" altLang="en-US" sz="1600" b="1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6616536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A900B7-CB61-4104-97E9-C490A5F8C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Spring Cloud Vs Dubbo</a:t>
            </a:r>
            <a:endParaRPr lang="zh-CN" altLang="en-US" dirty="0"/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B10B724B-86E5-4130-A050-EF7E5C6C00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924" y="1897858"/>
            <a:ext cx="5084554" cy="3690004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5671FCF7-F859-4429-ACE2-DF30E9A185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7524" y="1497495"/>
            <a:ext cx="5388235" cy="4716531"/>
          </a:xfrm>
          <a:prstGeom prst="rect">
            <a:avLst/>
          </a:prstGeom>
        </p:spPr>
      </p:pic>
      <p:grpSp>
        <p:nvGrpSpPr>
          <p:cNvPr id="40" name="组合 39">
            <a:extLst>
              <a:ext uri="{FF2B5EF4-FFF2-40B4-BE49-F238E27FC236}">
                <a16:creationId xmlns:a16="http://schemas.microsoft.com/office/drawing/2014/main" id="{CD4DDC52-CEA2-4488-B5DF-D72B543264A9}"/>
              </a:ext>
            </a:extLst>
          </p:cNvPr>
          <p:cNvGrpSpPr/>
          <p:nvPr/>
        </p:nvGrpSpPr>
        <p:grpSpPr>
          <a:xfrm>
            <a:off x="669925" y="2255959"/>
            <a:ext cx="5396073" cy="2505059"/>
            <a:chOff x="669925" y="2255959"/>
            <a:chExt cx="5396073" cy="2505059"/>
          </a:xfrm>
        </p:grpSpPr>
        <p:sp>
          <p:nvSpPr>
            <p:cNvPr id="39" name="ïšľïḓê">
              <a:extLst>
                <a:ext uri="{FF2B5EF4-FFF2-40B4-BE49-F238E27FC236}">
                  <a16:creationId xmlns:a16="http://schemas.microsoft.com/office/drawing/2014/main" id="{70ABFBA5-5A1F-4342-A88A-2423DB5095A4}"/>
                </a:ext>
              </a:extLst>
            </p:cNvPr>
            <p:cNvSpPr/>
            <p:nvPr/>
          </p:nvSpPr>
          <p:spPr>
            <a:xfrm flipH="1">
              <a:off x="3868401" y="2619360"/>
              <a:ext cx="2197597" cy="1619283"/>
            </a:xfrm>
            <a:prstGeom prst="homePlate">
              <a:avLst/>
            </a:prstGeom>
            <a:solidFill>
              <a:schemeClr val="tx1">
                <a:lumMod val="50000"/>
                <a:lumOff val="50000"/>
              </a:schemeClr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1440" tIns="45720" rIns="91440" bIns="45720" anchor="ctr" anchorCtr="0">
              <a:normAutofit/>
            </a:bodyPr>
            <a:lstStyle/>
            <a:p>
              <a:pPr lvl="0" algn="r" defTabSz="914378">
                <a:spcBef>
                  <a:spcPct val="0"/>
                </a:spcBef>
                <a:defRPr/>
              </a:pPr>
              <a:r>
                <a:rPr lang="en-US" altLang="zh-CN" sz="2000" b="1" dirty="0">
                  <a:solidFill>
                    <a:schemeClr val="bg1"/>
                  </a:solidFill>
                </a:rPr>
                <a:t>Dubbo</a:t>
              </a:r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grpSp>
          <p:nvGrpSpPr>
            <p:cNvPr id="29" name="íṡľïḑé">
              <a:extLst>
                <a:ext uri="{FF2B5EF4-FFF2-40B4-BE49-F238E27FC236}">
                  <a16:creationId xmlns:a16="http://schemas.microsoft.com/office/drawing/2014/main" id="{66579C31-CA91-4FBE-B6EA-068641F0D596}"/>
                </a:ext>
              </a:extLst>
            </p:cNvPr>
            <p:cNvGrpSpPr/>
            <p:nvPr/>
          </p:nvGrpSpPr>
          <p:grpSpPr>
            <a:xfrm>
              <a:off x="1811962" y="2255959"/>
              <a:ext cx="914400" cy="914400"/>
              <a:chOff x="1970341" y="2255959"/>
              <a:chExt cx="914400" cy="914400"/>
            </a:xfrm>
          </p:grpSpPr>
          <p:sp>
            <p:nvSpPr>
              <p:cNvPr id="34" name="îsḷiďe">
                <a:extLst>
                  <a:ext uri="{FF2B5EF4-FFF2-40B4-BE49-F238E27FC236}">
                    <a16:creationId xmlns:a16="http://schemas.microsoft.com/office/drawing/2014/main" id="{0432ADFC-2D99-43B4-99D0-5E77FA5D06A4}"/>
                  </a:ext>
                </a:extLst>
              </p:cNvPr>
              <p:cNvSpPr/>
              <p:nvPr/>
            </p:nvSpPr>
            <p:spPr>
              <a:xfrm>
                <a:off x="1970341" y="2255959"/>
                <a:ext cx="914400" cy="9144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35" name="ïS1idé">
                <a:extLst>
                  <a:ext uri="{FF2B5EF4-FFF2-40B4-BE49-F238E27FC236}">
                    <a16:creationId xmlns:a16="http://schemas.microsoft.com/office/drawing/2014/main" id="{22AD1649-FD8D-4B98-8574-0C898A02A16A}"/>
                  </a:ext>
                </a:extLst>
              </p:cNvPr>
              <p:cNvSpPr/>
              <p:nvPr/>
            </p:nvSpPr>
            <p:spPr bwMode="auto">
              <a:xfrm>
                <a:off x="2216060" y="2473406"/>
                <a:ext cx="422961" cy="479506"/>
              </a:xfrm>
              <a:custGeom>
                <a:avLst/>
                <a:gdLst>
                  <a:gd name="connsiteX0" fmla="*/ 99685 w 296863"/>
                  <a:gd name="connsiteY0" fmla="*/ 290512 h 336550"/>
                  <a:gd name="connsiteX1" fmla="*/ 90488 w 296863"/>
                  <a:gd name="connsiteY1" fmla="*/ 299244 h 336550"/>
                  <a:gd name="connsiteX2" fmla="*/ 99685 w 296863"/>
                  <a:gd name="connsiteY2" fmla="*/ 307975 h 336550"/>
                  <a:gd name="connsiteX3" fmla="*/ 119392 w 296863"/>
                  <a:gd name="connsiteY3" fmla="*/ 307975 h 336550"/>
                  <a:gd name="connsiteX4" fmla="*/ 128588 w 296863"/>
                  <a:gd name="connsiteY4" fmla="*/ 299244 h 336550"/>
                  <a:gd name="connsiteX5" fmla="*/ 119392 w 296863"/>
                  <a:gd name="connsiteY5" fmla="*/ 290512 h 336550"/>
                  <a:gd name="connsiteX6" fmla="*/ 99685 w 296863"/>
                  <a:gd name="connsiteY6" fmla="*/ 290512 h 336550"/>
                  <a:gd name="connsiteX7" fmla="*/ 0 w 296863"/>
                  <a:gd name="connsiteY7" fmla="*/ 277812 h 336550"/>
                  <a:gd name="connsiteX8" fmla="*/ 219075 w 296863"/>
                  <a:gd name="connsiteY8" fmla="*/ 277812 h 336550"/>
                  <a:gd name="connsiteX9" fmla="*/ 219075 w 296863"/>
                  <a:gd name="connsiteY9" fmla="*/ 324803 h 336550"/>
                  <a:gd name="connsiteX10" fmla="*/ 208517 w 296863"/>
                  <a:gd name="connsiteY10" fmla="*/ 336550 h 336550"/>
                  <a:gd name="connsiteX11" fmla="*/ 11877 w 296863"/>
                  <a:gd name="connsiteY11" fmla="*/ 336550 h 336550"/>
                  <a:gd name="connsiteX12" fmla="*/ 0 w 296863"/>
                  <a:gd name="connsiteY12" fmla="*/ 324803 h 336550"/>
                  <a:gd name="connsiteX13" fmla="*/ 0 w 296863"/>
                  <a:gd name="connsiteY13" fmla="*/ 277812 h 336550"/>
                  <a:gd name="connsiteX14" fmla="*/ 120721 w 296863"/>
                  <a:gd name="connsiteY14" fmla="*/ 42862 h 336550"/>
                  <a:gd name="connsiteX15" fmla="*/ 266630 w 296863"/>
                  <a:gd name="connsiteY15" fmla="*/ 42862 h 336550"/>
                  <a:gd name="connsiteX16" fmla="*/ 296863 w 296863"/>
                  <a:gd name="connsiteY16" fmla="*/ 71747 h 336550"/>
                  <a:gd name="connsiteX17" fmla="*/ 296863 w 296863"/>
                  <a:gd name="connsiteY17" fmla="*/ 151838 h 336550"/>
                  <a:gd name="connsiteX18" fmla="*/ 266630 w 296863"/>
                  <a:gd name="connsiteY18" fmla="*/ 182037 h 336550"/>
                  <a:gd name="connsiteX19" fmla="*/ 189075 w 296863"/>
                  <a:gd name="connsiteY19" fmla="*/ 182037 h 336550"/>
                  <a:gd name="connsiteX20" fmla="*/ 156213 w 296863"/>
                  <a:gd name="connsiteY20" fmla="*/ 214861 h 336550"/>
                  <a:gd name="connsiteX21" fmla="*/ 148326 w 296863"/>
                  <a:gd name="connsiteY21" fmla="*/ 217487 h 336550"/>
                  <a:gd name="connsiteX22" fmla="*/ 143068 w 296863"/>
                  <a:gd name="connsiteY22" fmla="*/ 217487 h 336550"/>
                  <a:gd name="connsiteX23" fmla="*/ 136495 w 296863"/>
                  <a:gd name="connsiteY23" fmla="*/ 206983 h 336550"/>
                  <a:gd name="connsiteX24" fmla="*/ 136495 w 296863"/>
                  <a:gd name="connsiteY24" fmla="*/ 182037 h 336550"/>
                  <a:gd name="connsiteX25" fmla="*/ 120721 w 296863"/>
                  <a:gd name="connsiteY25" fmla="*/ 182037 h 336550"/>
                  <a:gd name="connsiteX26" fmla="*/ 90488 w 296863"/>
                  <a:gd name="connsiteY26" fmla="*/ 151838 h 336550"/>
                  <a:gd name="connsiteX27" fmla="*/ 90488 w 296863"/>
                  <a:gd name="connsiteY27" fmla="*/ 71747 h 336550"/>
                  <a:gd name="connsiteX28" fmla="*/ 120721 w 296863"/>
                  <a:gd name="connsiteY28" fmla="*/ 42862 h 336550"/>
                  <a:gd name="connsiteX29" fmla="*/ 11877 w 296863"/>
                  <a:gd name="connsiteY29" fmla="*/ 0 h 336550"/>
                  <a:gd name="connsiteX30" fmla="*/ 208517 w 296863"/>
                  <a:gd name="connsiteY30" fmla="*/ 0 h 336550"/>
                  <a:gd name="connsiteX31" fmla="*/ 219075 w 296863"/>
                  <a:gd name="connsiteY31" fmla="*/ 11821 h 336550"/>
                  <a:gd name="connsiteX32" fmla="*/ 219075 w 296863"/>
                  <a:gd name="connsiteY32" fmla="*/ 24957 h 336550"/>
                  <a:gd name="connsiteX33" fmla="*/ 121415 w 296863"/>
                  <a:gd name="connsiteY33" fmla="*/ 24957 h 336550"/>
                  <a:gd name="connsiteX34" fmla="*/ 72585 w 296863"/>
                  <a:gd name="connsiteY34" fmla="*/ 72243 h 336550"/>
                  <a:gd name="connsiteX35" fmla="*/ 72585 w 296863"/>
                  <a:gd name="connsiteY35" fmla="*/ 152368 h 336550"/>
                  <a:gd name="connsiteX36" fmla="*/ 118776 w 296863"/>
                  <a:gd name="connsiteY36" fmla="*/ 200968 h 336550"/>
                  <a:gd name="connsiteX37" fmla="*/ 118776 w 296863"/>
                  <a:gd name="connsiteY37" fmla="*/ 207536 h 336550"/>
                  <a:gd name="connsiteX38" fmla="*/ 137252 w 296863"/>
                  <a:gd name="connsiteY38" fmla="*/ 233806 h 336550"/>
                  <a:gd name="connsiteX39" fmla="*/ 149130 w 296863"/>
                  <a:gd name="connsiteY39" fmla="*/ 236433 h 336550"/>
                  <a:gd name="connsiteX40" fmla="*/ 170245 w 296863"/>
                  <a:gd name="connsiteY40" fmla="*/ 228552 h 336550"/>
                  <a:gd name="connsiteX41" fmla="*/ 196640 w 296863"/>
                  <a:gd name="connsiteY41" fmla="*/ 200968 h 336550"/>
                  <a:gd name="connsiteX42" fmla="*/ 219075 w 296863"/>
                  <a:gd name="connsiteY42" fmla="*/ 200968 h 336550"/>
                  <a:gd name="connsiteX43" fmla="*/ 219075 w 296863"/>
                  <a:gd name="connsiteY43" fmla="*/ 258763 h 336550"/>
                  <a:gd name="connsiteX44" fmla="*/ 0 w 296863"/>
                  <a:gd name="connsiteY44" fmla="*/ 258763 h 336550"/>
                  <a:gd name="connsiteX45" fmla="*/ 0 w 296863"/>
                  <a:gd name="connsiteY45" fmla="*/ 11821 h 336550"/>
                  <a:gd name="connsiteX46" fmla="*/ 11877 w 296863"/>
                  <a:gd name="connsiteY46" fmla="*/ 0 h 336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</a:cxnLst>
                <a:rect l="l" t="t" r="r" b="b"/>
                <a:pathLst>
                  <a:path w="296863" h="336550">
                    <a:moveTo>
                      <a:pt x="99685" y="290512"/>
                    </a:moveTo>
                    <a:cubicBezTo>
                      <a:pt x="94430" y="290512"/>
                      <a:pt x="90488" y="294254"/>
                      <a:pt x="90488" y="299244"/>
                    </a:cubicBezTo>
                    <a:cubicBezTo>
                      <a:pt x="90488" y="304233"/>
                      <a:pt x="94430" y="307975"/>
                      <a:pt x="99685" y="307975"/>
                    </a:cubicBezTo>
                    <a:cubicBezTo>
                      <a:pt x="99685" y="307975"/>
                      <a:pt x="99685" y="307975"/>
                      <a:pt x="119392" y="307975"/>
                    </a:cubicBezTo>
                    <a:cubicBezTo>
                      <a:pt x="124647" y="307975"/>
                      <a:pt x="128588" y="304233"/>
                      <a:pt x="128588" y="299244"/>
                    </a:cubicBezTo>
                    <a:cubicBezTo>
                      <a:pt x="128588" y="294254"/>
                      <a:pt x="124647" y="290512"/>
                      <a:pt x="119392" y="290512"/>
                    </a:cubicBezTo>
                    <a:cubicBezTo>
                      <a:pt x="119392" y="290512"/>
                      <a:pt x="119392" y="290512"/>
                      <a:pt x="99685" y="290512"/>
                    </a:cubicBezTo>
                    <a:close/>
                    <a:moveTo>
                      <a:pt x="0" y="277812"/>
                    </a:moveTo>
                    <a:lnTo>
                      <a:pt x="219075" y="277812"/>
                    </a:lnTo>
                    <a:cubicBezTo>
                      <a:pt x="219075" y="277812"/>
                      <a:pt x="219075" y="277812"/>
                      <a:pt x="219075" y="324803"/>
                    </a:cubicBezTo>
                    <a:cubicBezTo>
                      <a:pt x="219075" y="331329"/>
                      <a:pt x="213796" y="336550"/>
                      <a:pt x="208517" y="336550"/>
                    </a:cubicBezTo>
                    <a:cubicBezTo>
                      <a:pt x="208517" y="336550"/>
                      <a:pt x="208517" y="336550"/>
                      <a:pt x="11877" y="336550"/>
                    </a:cubicBezTo>
                    <a:cubicBezTo>
                      <a:pt x="5279" y="336550"/>
                      <a:pt x="0" y="331329"/>
                      <a:pt x="0" y="324803"/>
                    </a:cubicBezTo>
                    <a:cubicBezTo>
                      <a:pt x="0" y="324803"/>
                      <a:pt x="0" y="324803"/>
                      <a:pt x="0" y="277812"/>
                    </a:cubicBezTo>
                    <a:close/>
                    <a:moveTo>
                      <a:pt x="120721" y="42862"/>
                    </a:moveTo>
                    <a:cubicBezTo>
                      <a:pt x="120721" y="42862"/>
                      <a:pt x="120721" y="42862"/>
                      <a:pt x="266630" y="42862"/>
                    </a:cubicBezTo>
                    <a:cubicBezTo>
                      <a:pt x="283718" y="42862"/>
                      <a:pt x="296863" y="55991"/>
                      <a:pt x="296863" y="71747"/>
                    </a:cubicBezTo>
                    <a:cubicBezTo>
                      <a:pt x="296863" y="71747"/>
                      <a:pt x="296863" y="71747"/>
                      <a:pt x="296863" y="151838"/>
                    </a:cubicBezTo>
                    <a:cubicBezTo>
                      <a:pt x="296863" y="168907"/>
                      <a:pt x="283718" y="182037"/>
                      <a:pt x="266630" y="182037"/>
                    </a:cubicBezTo>
                    <a:cubicBezTo>
                      <a:pt x="266630" y="182037"/>
                      <a:pt x="266630" y="182037"/>
                      <a:pt x="189075" y="182037"/>
                    </a:cubicBezTo>
                    <a:cubicBezTo>
                      <a:pt x="189075" y="182037"/>
                      <a:pt x="189075" y="182037"/>
                      <a:pt x="156213" y="214861"/>
                    </a:cubicBezTo>
                    <a:cubicBezTo>
                      <a:pt x="153584" y="216174"/>
                      <a:pt x="150955" y="217487"/>
                      <a:pt x="148326" y="217487"/>
                    </a:cubicBezTo>
                    <a:cubicBezTo>
                      <a:pt x="147011" y="217487"/>
                      <a:pt x="144382" y="217487"/>
                      <a:pt x="143068" y="217487"/>
                    </a:cubicBezTo>
                    <a:cubicBezTo>
                      <a:pt x="139124" y="214861"/>
                      <a:pt x="136495" y="210922"/>
                      <a:pt x="136495" y="206983"/>
                    </a:cubicBezTo>
                    <a:cubicBezTo>
                      <a:pt x="136495" y="206983"/>
                      <a:pt x="136495" y="206983"/>
                      <a:pt x="136495" y="182037"/>
                    </a:cubicBezTo>
                    <a:cubicBezTo>
                      <a:pt x="136495" y="182037"/>
                      <a:pt x="136495" y="182037"/>
                      <a:pt x="120721" y="182037"/>
                    </a:cubicBezTo>
                    <a:cubicBezTo>
                      <a:pt x="103633" y="182037"/>
                      <a:pt x="90488" y="168907"/>
                      <a:pt x="90488" y="151838"/>
                    </a:cubicBezTo>
                    <a:cubicBezTo>
                      <a:pt x="90488" y="151838"/>
                      <a:pt x="90488" y="151838"/>
                      <a:pt x="90488" y="71747"/>
                    </a:cubicBezTo>
                    <a:cubicBezTo>
                      <a:pt x="90488" y="55991"/>
                      <a:pt x="103633" y="42862"/>
                      <a:pt x="120721" y="42862"/>
                    </a:cubicBezTo>
                    <a:close/>
                    <a:moveTo>
                      <a:pt x="11877" y="0"/>
                    </a:moveTo>
                    <a:cubicBezTo>
                      <a:pt x="11877" y="0"/>
                      <a:pt x="11877" y="0"/>
                      <a:pt x="208517" y="0"/>
                    </a:cubicBezTo>
                    <a:cubicBezTo>
                      <a:pt x="213796" y="0"/>
                      <a:pt x="219075" y="5254"/>
                      <a:pt x="219075" y="11821"/>
                    </a:cubicBezTo>
                    <a:cubicBezTo>
                      <a:pt x="219075" y="11821"/>
                      <a:pt x="219075" y="11821"/>
                      <a:pt x="219075" y="24957"/>
                    </a:cubicBezTo>
                    <a:cubicBezTo>
                      <a:pt x="219075" y="24957"/>
                      <a:pt x="219075" y="24957"/>
                      <a:pt x="121415" y="24957"/>
                    </a:cubicBezTo>
                    <a:cubicBezTo>
                      <a:pt x="95021" y="24957"/>
                      <a:pt x="72585" y="45973"/>
                      <a:pt x="72585" y="72243"/>
                    </a:cubicBezTo>
                    <a:cubicBezTo>
                      <a:pt x="72585" y="72243"/>
                      <a:pt x="72585" y="72243"/>
                      <a:pt x="72585" y="152368"/>
                    </a:cubicBezTo>
                    <a:cubicBezTo>
                      <a:pt x="72585" y="178638"/>
                      <a:pt x="93701" y="199654"/>
                      <a:pt x="118776" y="200968"/>
                    </a:cubicBezTo>
                    <a:cubicBezTo>
                      <a:pt x="118776" y="200968"/>
                      <a:pt x="118776" y="200968"/>
                      <a:pt x="118776" y="207536"/>
                    </a:cubicBezTo>
                    <a:cubicBezTo>
                      <a:pt x="118776" y="219357"/>
                      <a:pt x="126694" y="229865"/>
                      <a:pt x="137252" y="233806"/>
                    </a:cubicBezTo>
                    <a:cubicBezTo>
                      <a:pt x="141211" y="236433"/>
                      <a:pt x="145170" y="236433"/>
                      <a:pt x="149130" y="236433"/>
                    </a:cubicBezTo>
                    <a:cubicBezTo>
                      <a:pt x="157048" y="236433"/>
                      <a:pt x="163647" y="233806"/>
                      <a:pt x="170245" y="228552"/>
                    </a:cubicBezTo>
                    <a:cubicBezTo>
                      <a:pt x="170245" y="228552"/>
                      <a:pt x="170245" y="228552"/>
                      <a:pt x="196640" y="200968"/>
                    </a:cubicBezTo>
                    <a:cubicBezTo>
                      <a:pt x="196640" y="200968"/>
                      <a:pt x="196640" y="200968"/>
                      <a:pt x="219075" y="200968"/>
                    </a:cubicBezTo>
                    <a:cubicBezTo>
                      <a:pt x="219075" y="200968"/>
                      <a:pt x="219075" y="200968"/>
                      <a:pt x="219075" y="258763"/>
                    </a:cubicBezTo>
                    <a:lnTo>
                      <a:pt x="0" y="258763"/>
                    </a:lnTo>
                    <a:cubicBezTo>
                      <a:pt x="0" y="258763"/>
                      <a:pt x="0" y="258763"/>
                      <a:pt x="0" y="11821"/>
                    </a:cubicBezTo>
                    <a:cubicBezTo>
                      <a:pt x="0" y="5254"/>
                      <a:pt x="5279" y="0"/>
                      <a:pt x="11877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/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</p:grpSp>
        <p:sp>
          <p:nvSpPr>
            <p:cNvPr id="30" name="ïṧḻïḓe">
              <a:extLst>
                <a:ext uri="{FF2B5EF4-FFF2-40B4-BE49-F238E27FC236}">
                  <a16:creationId xmlns:a16="http://schemas.microsoft.com/office/drawing/2014/main" id="{AC13E484-4B9C-4A37-B8EA-3BF627A93961}"/>
                </a:ext>
              </a:extLst>
            </p:cNvPr>
            <p:cNvSpPr/>
            <p:nvPr/>
          </p:nvSpPr>
          <p:spPr bwMode="auto">
            <a:xfrm>
              <a:off x="669925" y="3829611"/>
              <a:ext cx="3198474" cy="931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 fontScale="92500" lnSpcReduction="10000"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lnSpc>
                  <a:spcPct val="120000"/>
                </a:lnSpc>
              </a:pPr>
              <a:r>
                <a:rPr lang="en-US" altLang="zh-CN" sz="2000" dirty="0"/>
                <a:t>High degree of freedom of choice</a:t>
              </a:r>
            </a:p>
            <a:p>
              <a:pPr algn="ctr">
                <a:lnSpc>
                  <a:spcPct val="120000"/>
                </a:lnSpc>
              </a:pPr>
              <a:r>
                <a:rPr lang="en-US" altLang="zh-CN" sz="1100" dirty="0"/>
                <a:t>.</a:t>
              </a:r>
            </a:p>
          </p:txBody>
        </p:sp>
        <p:sp>
          <p:nvSpPr>
            <p:cNvPr id="31" name="iṧḻîḑé">
              <a:extLst>
                <a:ext uri="{FF2B5EF4-FFF2-40B4-BE49-F238E27FC236}">
                  <a16:creationId xmlns:a16="http://schemas.microsoft.com/office/drawing/2014/main" id="{C8440B38-4225-46F9-8ED7-60FCDCBA18BD}"/>
                </a:ext>
              </a:extLst>
            </p:cNvPr>
            <p:cNvSpPr txBox="1"/>
            <p:nvPr/>
          </p:nvSpPr>
          <p:spPr bwMode="auto">
            <a:xfrm>
              <a:off x="669925" y="3387806"/>
              <a:ext cx="3198475" cy="433080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 anchorCtr="0">
              <a:norm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zh-CN" sz="2000" b="1" dirty="0"/>
                <a:t>Assembling computer</a:t>
              </a:r>
            </a:p>
          </p:txBody>
        </p:sp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BAB7AA1C-8480-458F-9ABD-66B5514EC84A}"/>
              </a:ext>
            </a:extLst>
          </p:cNvPr>
          <p:cNvGrpSpPr/>
          <p:nvPr/>
        </p:nvGrpSpPr>
        <p:grpSpPr>
          <a:xfrm>
            <a:off x="6147753" y="2255959"/>
            <a:ext cx="5372735" cy="2534407"/>
            <a:chOff x="6147753" y="2255959"/>
            <a:chExt cx="5372735" cy="2534407"/>
          </a:xfrm>
        </p:grpSpPr>
        <p:sp>
          <p:nvSpPr>
            <p:cNvPr id="38" name="îşľîḍê">
              <a:extLst>
                <a:ext uri="{FF2B5EF4-FFF2-40B4-BE49-F238E27FC236}">
                  <a16:creationId xmlns:a16="http://schemas.microsoft.com/office/drawing/2014/main" id="{00C87B7E-011D-4839-8D37-9B5CB465969D}"/>
                </a:ext>
              </a:extLst>
            </p:cNvPr>
            <p:cNvSpPr/>
            <p:nvPr/>
          </p:nvSpPr>
          <p:spPr>
            <a:xfrm>
              <a:off x="6147753" y="2619360"/>
              <a:ext cx="2197597" cy="1619283"/>
            </a:xfrm>
            <a:prstGeom prst="homePlate">
              <a:avLst/>
            </a:prstGeom>
            <a:solidFill>
              <a:schemeClr val="accent1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 anchorCtr="0">
              <a:normAutofit/>
            </a:bodyPr>
            <a:lstStyle/>
            <a:p>
              <a:pPr lvl="0" defTabSz="914378">
                <a:spcBef>
                  <a:spcPct val="0"/>
                </a:spcBef>
                <a:defRPr/>
              </a:pPr>
              <a:r>
                <a:rPr lang="en-US" altLang="zh-CN" b="1" dirty="0">
                  <a:solidFill>
                    <a:schemeClr val="bg1"/>
                  </a:solidFill>
                </a:rPr>
                <a:t>Spring Cloud</a:t>
              </a:r>
              <a:endParaRPr lang="zh-CN" altLang="en-US" b="1" dirty="0">
                <a:solidFill>
                  <a:schemeClr val="bg1"/>
                </a:solidFill>
              </a:endParaRPr>
            </a:p>
          </p:txBody>
        </p:sp>
        <p:grpSp>
          <p:nvGrpSpPr>
            <p:cNvPr id="28" name="ïsļîdé">
              <a:extLst>
                <a:ext uri="{FF2B5EF4-FFF2-40B4-BE49-F238E27FC236}">
                  <a16:creationId xmlns:a16="http://schemas.microsoft.com/office/drawing/2014/main" id="{9C6BA48E-6985-4658-9CA4-68FD7C6C9639}"/>
                </a:ext>
              </a:extLst>
            </p:cNvPr>
            <p:cNvGrpSpPr/>
            <p:nvPr/>
          </p:nvGrpSpPr>
          <p:grpSpPr>
            <a:xfrm>
              <a:off x="9471957" y="2255959"/>
              <a:ext cx="914400" cy="914400"/>
              <a:chOff x="9733216" y="2255959"/>
              <a:chExt cx="914400" cy="914400"/>
            </a:xfrm>
          </p:grpSpPr>
          <p:sp>
            <p:nvSpPr>
              <p:cNvPr id="36" name="íŝ1ïḍè">
                <a:extLst>
                  <a:ext uri="{FF2B5EF4-FFF2-40B4-BE49-F238E27FC236}">
                    <a16:creationId xmlns:a16="http://schemas.microsoft.com/office/drawing/2014/main" id="{76AD25A7-C244-4445-B712-C725A07E24B9}"/>
                  </a:ext>
                </a:extLst>
              </p:cNvPr>
              <p:cNvSpPr/>
              <p:nvPr/>
            </p:nvSpPr>
            <p:spPr>
              <a:xfrm>
                <a:off x="9733216" y="2255959"/>
                <a:ext cx="914400" cy="914400"/>
              </a:xfrm>
              <a:prstGeom prst="ellipse">
                <a:avLst/>
              </a:prstGeom>
              <a:solidFill>
                <a:schemeClr val="accent1"/>
              </a:solidFill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37" name="iś1ïḋé">
                <a:extLst>
                  <a:ext uri="{FF2B5EF4-FFF2-40B4-BE49-F238E27FC236}">
                    <a16:creationId xmlns:a16="http://schemas.microsoft.com/office/drawing/2014/main" id="{ABA4070F-161C-4580-8F9A-6D7834F4D18D}"/>
                  </a:ext>
                </a:extLst>
              </p:cNvPr>
              <p:cNvSpPr/>
              <p:nvPr/>
            </p:nvSpPr>
            <p:spPr bwMode="auto">
              <a:xfrm>
                <a:off x="9961207" y="2519461"/>
                <a:ext cx="458418" cy="387396"/>
              </a:xfrm>
              <a:custGeom>
                <a:avLst/>
                <a:gdLst>
                  <a:gd name="connsiteX0" fmla="*/ 46038 w 338138"/>
                  <a:gd name="connsiteY0" fmla="*/ 261938 h 285751"/>
                  <a:gd name="connsiteX1" fmla="*/ 38100 w 338138"/>
                  <a:gd name="connsiteY1" fmla="*/ 270670 h 285751"/>
                  <a:gd name="connsiteX2" fmla="*/ 46038 w 338138"/>
                  <a:gd name="connsiteY2" fmla="*/ 279402 h 285751"/>
                  <a:gd name="connsiteX3" fmla="*/ 53976 w 338138"/>
                  <a:gd name="connsiteY3" fmla="*/ 270670 h 285751"/>
                  <a:gd name="connsiteX4" fmla="*/ 46038 w 338138"/>
                  <a:gd name="connsiteY4" fmla="*/ 261938 h 285751"/>
                  <a:gd name="connsiteX5" fmla="*/ 288131 w 338138"/>
                  <a:gd name="connsiteY5" fmla="*/ 184150 h 285751"/>
                  <a:gd name="connsiteX6" fmla="*/ 277812 w 338138"/>
                  <a:gd name="connsiteY6" fmla="*/ 194469 h 285751"/>
                  <a:gd name="connsiteX7" fmla="*/ 288131 w 338138"/>
                  <a:gd name="connsiteY7" fmla="*/ 204788 h 285751"/>
                  <a:gd name="connsiteX8" fmla="*/ 298450 w 338138"/>
                  <a:gd name="connsiteY8" fmla="*/ 194469 h 285751"/>
                  <a:gd name="connsiteX9" fmla="*/ 288131 w 338138"/>
                  <a:gd name="connsiteY9" fmla="*/ 184150 h 285751"/>
                  <a:gd name="connsiteX10" fmla="*/ 19050 w 338138"/>
                  <a:gd name="connsiteY10" fmla="*/ 165100 h 285751"/>
                  <a:gd name="connsiteX11" fmla="*/ 19050 w 338138"/>
                  <a:gd name="connsiteY11" fmla="*/ 242888 h 285751"/>
                  <a:gd name="connsiteX12" fmla="*/ 73025 w 338138"/>
                  <a:gd name="connsiteY12" fmla="*/ 242888 h 285751"/>
                  <a:gd name="connsiteX13" fmla="*/ 73025 w 338138"/>
                  <a:gd name="connsiteY13" fmla="*/ 165100 h 285751"/>
                  <a:gd name="connsiteX14" fmla="*/ 12010 w 338138"/>
                  <a:gd name="connsiteY14" fmla="*/ 141288 h 285751"/>
                  <a:gd name="connsiteX15" fmla="*/ 81400 w 338138"/>
                  <a:gd name="connsiteY15" fmla="*/ 141288 h 285751"/>
                  <a:gd name="connsiteX16" fmla="*/ 92075 w 338138"/>
                  <a:gd name="connsiteY16" fmla="*/ 153107 h 285751"/>
                  <a:gd name="connsiteX17" fmla="*/ 92075 w 338138"/>
                  <a:gd name="connsiteY17" fmla="*/ 273932 h 285751"/>
                  <a:gd name="connsiteX18" fmla="*/ 81400 w 338138"/>
                  <a:gd name="connsiteY18" fmla="*/ 285751 h 285751"/>
                  <a:gd name="connsiteX19" fmla="*/ 12010 w 338138"/>
                  <a:gd name="connsiteY19" fmla="*/ 285751 h 285751"/>
                  <a:gd name="connsiteX20" fmla="*/ 0 w 338138"/>
                  <a:gd name="connsiteY20" fmla="*/ 273932 h 285751"/>
                  <a:gd name="connsiteX21" fmla="*/ 0 w 338138"/>
                  <a:gd name="connsiteY21" fmla="*/ 153107 h 285751"/>
                  <a:gd name="connsiteX22" fmla="*/ 12010 w 338138"/>
                  <a:gd name="connsiteY22" fmla="*/ 141288 h 285751"/>
                  <a:gd name="connsiteX23" fmla="*/ 55002 w 338138"/>
                  <a:gd name="connsiteY23" fmla="*/ 82550 h 285751"/>
                  <a:gd name="connsiteX24" fmla="*/ 175185 w 338138"/>
                  <a:gd name="connsiteY24" fmla="*/ 82550 h 285751"/>
                  <a:gd name="connsiteX25" fmla="*/ 193675 w 338138"/>
                  <a:gd name="connsiteY25" fmla="*/ 99703 h 285751"/>
                  <a:gd name="connsiteX26" fmla="*/ 193675 w 338138"/>
                  <a:gd name="connsiteY26" fmla="*/ 268597 h 285751"/>
                  <a:gd name="connsiteX27" fmla="*/ 175185 w 338138"/>
                  <a:gd name="connsiteY27" fmla="*/ 285750 h 285751"/>
                  <a:gd name="connsiteX28" fmla="*/ 107830 w 338138"/>
                  <a:gd name="connsiteY28" fmla="*/ 285750 h 285751"/>
                  <a:gd name="connsiteX29" fmla="*/ 109151 w 338138"/>
                  <a:gd name="connsiteY29" fmla="*/ 276514 h 285751"/>
                  <a:gd name="connsiteX30" fmla="*/ 109151 w 338138"/>
                  <a:gd name="connsiteY30" fmla="*/ 273875 h 285751"/>
                  <a:gd name="connsiteX31" fmla="*/ 115754 w 338138"/>
                  <a:gd name="connsiteY31" fmla="*/ 275194 h 285751"/>
                  <a:gd name="connsiteX32" fmla="*/ 124999 w 338138"/>
                  <a:gd name="connsiteY32" fmla="*/ 264639 h 285751"/>
                  <a:gd name="connsiteX33" fmla="*/ 115754 w 338138"/>
                  <a:gd name="connsiteY33" fmla="*/ 254083 h 285751"/>
                  <a:gd name="connsiteX34" fmla="*/ 109151 w 338138"/>
                  <a:gd name="connsiteY34" fmla="*/ 256722 h 285751"/>
                  <a:gd name="connsiteX35" fmla="*/ 109151 w 338138"/>
                  <a:gd name="connsiteY35" fmla="*/ 235610 h 285751"/>
                  <a:gd name="connsiteX36" fmla="*/ 168582 w 338138"/>
                  <a:gd name="connsiteY36" fmla="*/ 235610 h 285751"/>
                  <a:gd name="connsiteX37" fmla="*/ 168582 w 338138"/>
                  <a:gd name="connsiteY37" fmla="*/ 110259 h 285751"/>
                  <a:gd name="connsiteX38" fmla="*/ 61606 w 338138"/>
                  <a:gd name="connsiteY38" fmla="*/ 110259 h 285751"/>
                  <a:gd name="connsiteX39" fmla="*/ 61606 w 338138"/>
                  <a:gd name="connsiteY39" fmla="*/ 126093 h 285751"/>
                  <a:gd name="connsiteX40" fmla="*/ 36512 w 338138"/>
                  <a:gd name="connsiteY40" fmla="*/ 126093 h 285751"/>
                  <a:gd name="connsiteX41" fmla="*/ 36512 w 338138"/>
                  <a:gd name="connsiteY41" fmla="*/ 99703 h 285751"/>
                  <a:gd name="connsiteX42" fmla="*/ 55002 w 338138"/>
                  <a:gd name="connsiteY42" fmla="*/ 82550 h 285751"/>
                  <a:gd name="connsiteX43" fmla="*/ 102729 w 338138"/>
                  <a:gd name="connsiteY43" fmla="*/ 0 h 285751"/>
                  <a:gd name="connsiteX44" fmla="*/ 305260 w 338138"/>
                  <a:gd name="connsiteY44" fmla="*/ 0 h 285751"/>
                  <a:gd name="connsiteX45" fmla="*/ 338138 w 338138"/>
                  <a:gd name="connsiteY45" fmla="*/ 34237 h 285751"/>
                  <a:gd name="connsiteX46" fmla="*/ 338138 w 338138"/>
                  <a:gd name="connsiteY46" fmla="*/ 188306 h 285751"/>
                  <a:gd name="connsiteX47" fmla="*/ 305260 w 338138"/>
                  <a:gd name="connsiteY47" fmla="*/ 221226 h 285751"/>
                  <a:gd name="connsiteX48" fmla="*/ 234242 w 338138"/>
                  <a:gd name="connsiteY48" fmla="*/ 221226 h 285751"/>
                  <a:gd name="connsiteX49" fmla="*/ 234242 w 338138"/>
                  <a:gd name="connsiteY49" fmla="*/ 243612 h 285751"/>
                  <a:gd name="connsiteX50" fmla="*/ 265806 w 338138"/>
                  <a:gd name="connsiteY50" fmla="*/ 243612 h 285751"/>
                  <a:gd name="connsiteX51" fmla="*/ 277642 w 338138"/>
                  <a:gd name="connsiteY51" fmla="*/ 256780 h 285751"/>
                  <a:gd name="connsiteX52" fmla="*/ 277642 w 338138"/>
                  <a:gd name="connsiteY52" fmla="*/ 272582 h 285751"/>
                  <a:gd name="connsiteX53" fmla="*/ 265806 w 338138"/>
                  <a:gd name="connsiteY53" fmla="*/ 285750 h 285751"/>
                  <a:gd name="connsiteX54" fmla="*/ 205309 w 338138"/>
                  <a:gd name="connsiteY54" fmla="*/ 285750 h 285751"/>
                  <a:gd name="connsiteX55" fmla="*/ 210570 w 338138"/>
                  <a:gd name="connsiteY55" fmla="*/ 269948 h 285751"/>
                  <a:gd name="connsiteX56" fmla="*/ 210570 w 338138"/>
                  <a:gd name="connsiteY56" fmla="*/ 213325 h 285751"/>
                  <a:gd name="connsiteX57" fmla="*/ 210570 w 338138"/>
                  <a:gd name="connsiteY57" fmla="*/ 172504 h 285751"/>
                  <a:gd name="connsiteX58" fmla="*/ 296054 w 338138"/>
                  <a:gd name="connsiteY58" fmla="*/ 172504 h 285751"/>
                  <a:gd name="connsiteX59" fmla="*/ 309205 w 338138"/>
                  <a:gd name="connsiteY59" fmla="*/ 159335 h 285751"/>
                  <a:gd name="connsiteX60" fmla="*/ 309205 w 338138"/>
                  <a:gd name="connsiteY60" fmla="*/ 39504 h 285751"/>
                  <a:gd name="connsiteX61" fmla="*/ 296054 w 338138"/>
                  <a:gd name="connsiteY61" fmla="*/ 27653 h 285751"/>
                  <a:gd name="connsiteX62" fmla="*/ 110620 w 338138"/>
                  <a:gd name="connsiteY62" fmla="*/ 27653 h 285751"/>
                  <a:gd name="connsiteX63" fmla="*/ 98783 w 338138"/>
                  <a:gd name="connsiteY63" fmla="*/ 39504 h 285751"/>
                  <a:gd name="connsiteX64" fmla="*/ 98783 w 338138"/>
                  <a:gd name="connsiteY64" fmla="*/ 65841 h 285751"/>
                  <a:gd name="connsiteX65" fmla="*/ 69850 w 338138"/>
                  <a:gd name="connsiteY65" fmla="*/ 65841 h 285751"/>
                  <a:gd name="connsiteX66" fmla="*/ 69850 w 338138"/>
                  <a:gd name="connsiteY66" fmla="*/ 34237 h 285751"/>
                  <a:gd name="connsiteX67" fmla="*/ 102729 w 338138"/>
                  <a:gd name="connsiteY67" fmla="*/ 0 h 2857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</a:cxnLst>
                <a:rect l="l" t="t" r="r" b="b"/>
                <a:pathLst>
                  <a:path w="338138" h="285751">
                    <a:moveTo>
                      <a:pt x="46038" y="261938"/>
                    </a:moveTo>
                    <a:cubicBezTo>
                      <a:pt x="41654" y="261938"/>
                      <a:pt x="38100" y="265847"/>
                      <a:pt x="38100" y="270670"/>
                    </a:cubicBezTo>
                    <a:cubicBezTo>
                      <a:pt x="38100" y="275493"/>
                      <a:pt x="41654" y="279402"/>
                      <a:pt x="46038" y="279402"/>
                    </a:cubicBezTo>
                    <a:cubicBezTo>
                      <a:pt x="50422" y="279402"/>
                      <a:pt x="53976" y="275493"/>
                      <a:pt x="53976" y="270670"/>
                    </a:cubicBezTo>
                    <a:cubicBezTo>
                      <a:pt x="53976" y="265847"/>
                      <a:pt x="50422" y="261938"/>
                      <a:pt x="46038" y="261938"/>
                    </a:cubicBezTo>
                    <a:close/>
                    <a:moveTo>
                      <a:pt x="288131" y="184150"/>
                    </a:moveTo>
                    <a:cubicBezTo>
                      <a:pt x="282432" y="184150"/>
                      <a:pt x="277812" y="188770"/>
                      <a:pt x="277812" y="194469"/>
                    </a:cubicBezTo>
                    <a:cubicBezTo>
                      <a:pt x="277812" y="200168"/>
                      <a:pt x="282432" y="204788"/>
                      <a:pt x="288131" y="204788"/>
                    </a:cubicBezTo>
                    <a:cubicBezTo>
                      <a:pt x="293830" y="204788"/>
                      <a:pt x="298450" y="200168"/>
                      <a:pt x="298450" y="194469"/>
                    </a:cubicBezTo>
                    <a:cubicBezTo>
                      <a:pt x="298450" y="188770"/>
                      <a:pt x="293830" y="184150"/>
                      <a:pt x="288131" y="184150"/>
                    </a:cubicBezTo>
                    <a:close/>
                    <a:moveTo>
                      <a:pt x="19050" y="165100"/>
                    </a:moveTo>
                    <a:lnTo>
                      <a:pt x="19050" y="242888"/>
                    </a:lnTo>
                    <a:lnTo>
                      <a:pt x="73025" y="242888"/>
                    </a:lnTo>
                    <a:lnTo>
                      <a:pt x="73025" y="165100"/>
                    </a:lnTo>
                    <a:close/>
                    <a:moveTo>
                      <a:pt x="12010" y="141288"/>
                    </a:moveTo>
                    <a:cubicBezTo>
                      <a:pt x="12010" y="141288"/>
                      <a:pt x="12010" y="141288"/>
                      <a:pt x="81400" y="141288"/>
                    </a:cubicBezTo>
                    <a:cubicBezTo>
                      <a:pt x="86738" y="141288"/>
                      <a:pt x="92075" y="146541"/>
                      <a:pt x="92075" y="153107"/>
                    </a:cubicBezTo>
                    <a:cubicBezTo>
                      <a:pt x="92075" y="153107"/>
                      <a:pt x="92075" y="153107"/>
                      <a:pt x="92075" y="273932"/>
                    </a:cubicBezTo>
                    <a:cubicBezTo>
                      <a:pt x="92075" y="280498"/>
                      <a:pt x="86738" y="285751"/>
                      <a:pt x="81400" y="285751"/>
                    </a:cubicBezTo>
                    <a:cubicBezTo>
                      <a:pt x="81400" y="285751"/>
                      <a:pt x="81400" y="285751"/>
                      <a:pt x="12010" y="285751"/>
                    </a:cubicBezTo>
                    <a:cubicBezTo>
                      <a:pt x="5337" y="285751"/>
                      <a:pt x="0" y="280498"/>
                      <a:pt x="0" y="273932"/>
                    </a:cubicBezTo>
                    <a:cubicBezTo>
                      <a:pt x="0" y="273932"/>
                      <a:pt x="0" y="273932"/>
                      <a:pt x="0" y="153107"/>
                    </a:cubicBezTo>
                    <a:cubicBezTo>
                      <a:pt x="0" y="146541"/>
                      <a:pt x="5337" y="141288"/>
                      <a:pt x="12010" y="141288"/>
                    </a:cubicBezTo>
                    <a:close/>
                    <a:moveTo>
                      <a:pt x="55002" y="82550"/>
                    </a:moveTo>
                    <a:cubicBezTo>
                      <a:pt x="55002" y="82550"/>
                      <a:pt x="55002" y="82550"/>
                      <a:pt x="175185" y="82550"/>
                    </a:cubicBezTo>
                    <a:cubicBezTo>
                      <a:pt x="185751" y="82550"/>
                      <a:pt x="193675" y="90467"/>
                      <a:pt x="193675" y="99703"/>
                    </a:cubicBezTo>
                    <a:cubicBezTo>
                      <a:pt x="193675" y="99703"/>
                      <a:pt x="193675" y="99703"/>
                      <a:pt x="193675" y="268597"/>
                    </a:cubicBezTo>
                    <a:cubicBezTo>
                      <a:pt x="193675" y="277833"/>
                      <a:pt x="185751" y="285750"/>
                      <a:pt x="175185" y="285750"/>
                    </a:cubicBezTo>
                    <a:cubicBezTo>
                      <a:pt x="175185" y="285750"/>
                      <a:pt x="175185" y="285750"/>
                      <a:pt x="107830" y="285750"/>
                    </a:cubicBezTo>
                    <a:cubicBezTo>
                      <a:pt x="109151" y="283111"/>
                      <a:pt x="109151" y="280472"/>
                      <a:pt x="109151" y="276514"/>
                    </a:cubicBezTo>
                    <a:cubicBezTo>
                      <a:pt x="109151" y="276514"/>
                      <a:pt x="109151" y="276514"/>
                      <a:pt x="109151" y="273875"/>
                    </a:cubicBezTo>
                    <a:cubicBezTo>
                      <a:pt x="110471" y="273875"/>
                      <a:pt x="113113" y="275194"/>
                      <a:pt x="115754" y="275194"/>
                    </a:cubicBezTo>
                    <a:cubicBezTo>
                      <a:pt x="121037" y="275194"/>
                      <a:pt x="124999" y="271236"/>
                      <a:pt x="124999" y="264639"/>
                    </a:cubicBezTo>
                    <a:cubicBezTo>
                      <a:pt x="124999" y="259361"/>
                      <a:pt x="121037" y="254083"/>
                      <a:pt x="115754" y="254083"/>
                    </a:cubicBezTo>
                    <a:cubicBezTo>
                      <a:pt x="113113" y="254083"/>
                      <a:pt x="110471" y="255402"/>
                      <a:pt x="109151" y="256722"/>
                    </a:cubicBezTo>
                    <a:cubicBezTo>
                      <a:pt x="109151" y="256722"/>
                      <a:pt x="109151" y="256722"/>
                      <a:pt x="109151" y="235610"/>
                    </a:cubicBezTo>
                    <a:cubicBezTo>
                      <a:pt x="109151" y="235610"/>
                      <a:pt x="109151" y="235610"/>
                      <a:pt x="168582" y="235610"/>
                    </a:cubicBezTo>
                    <a:cubicBezTo>
                      <a:pt x="168582" y="235610"/>
                      <a:pt x="168582" y="235610"/>
                      <a:pt x="168582" y="110259"/>
                    </a:cubicBezTo>
                    <a:cubicBezTo>
                      <a:pt x="168582" y="110259"/>
                      <a:pt x="168582" y="110259"/>
                      <a:pt x="61606" y="110259"/>
                    </a:cubicBezTo>
                    <a:cubicBezTo>
                      <a:pt x="61606" y="110259"/>
                      <a:pt x="61606" y="110259"/>
                      <a:pt x="61606" y="126093"/>
                    </a:cubicBezTo>
                    <a:cubicBezTo>
                      <a:pt x="61606" y="126093"/>
                      <a:pt x="61606" y="126093"/>
                      <a:pt x="36512" y="126093"/>
                    </a:cubicBezTo>
                    <a:cubicBezTo>
                      <a:pt x="36512" y="126093"/>
                      <a:pt x="36512" y="126093"/>
                      <a:pt x="36512" y="99703"/>
                    </a:cubicBezTo>
                    <a:cubicBezTo>
                      <a:pt x="36512" y="90467"/>
                      <a:pt x="45757" y="82550"/>
                      <a:pt x="55002" y="82550"/>
                    </a:cubicBezTo>
                    <a:close/>
                    <a:moveTo>
                      <a:pt x="102729" y="0"/>
                    </a:moveTo>
                    <a:cubicBezTo>
                      <a:pt x="102729" y="0"/>
                      <a:pt x="102729" y="0"/>
                      <a:pt x="305260" y="0"/>
                    </a:cubicBezTo>
                    <a:cubicBezTo>
                      <a:pt x="323672" y="0"/>
                      <a:pt x="338138" y="15802"/>
                      <a:pt x="338138" y="34237"/>
                    </a:cubicBezTo>
                    <a:cubicBezTo>
                      <a:pt x="338138" y="34237"/>
                      <a:pt x="338138" y="34237"/>
                      <a:pt x="338138" y="188306"/>
                    </a:cubicBezTo>
                    <a:cubicBezTo>
                      <a:pt x="338138" y="206741"/>
                      <a:pt x="323672" y="221226"/>
                      <a:pt x="305260" y="221226"/>
                    </a:cubicBezTo>
                    <a:cubicBezTo>
                      <a:pt x="305260" y="221226"/>
                      <a:pt x="305260" y="221226"/>
                      <a:pt x="234242" y="221226"/>
                    </a:cubicBezTo>
                    <a:cubicBezTo>
                      <a:pt x="234242" y="221226"/>
                      <a:pt x="234242" y="221226"/>
                      <a:pt x="234242" y="243612"/>
                    </a:cubicBezTo>
                    <a:cubicBezTo>
                      <a:pt x="234242" y="243612"/>
                      <a:pt x="234242" y="243612"/>
                      <a:pt x="265806" y="243612"/>
                    </a:cubicBezTo>
                    <a:cubicBezTo>
                      <a:pt x="272381" y="243612"/>
                      <a:pt x="277642" y="250196"/>
                      <a:pt x="277642" y="256780"/>
                    </a:cubicBezTo>
                    <a:cubicBezTo>
                      <a:pt x="277642" y="256780"/>
                      <a:pt x="277642" y="256780"/>
                      <a:pt x="277642" y="272582"/>
                    </a:cubicBezTo>
                    <a:cubicBezTo>
                      <a:pt x="277642" y="280483"/>
                      <a:pt x="272381" y="285750"/>
                      <a:pt x="265806" y="285750"/>
                    </a:cubicBezTo>
                    <a:cubicBezTo>
                      <a:pt x="265806" y="285750"/>
                      <a:pt x="265806" y="285750"/>
                      <a:pt x="205309" y="285750"/>
                    </a:cubicBezTo>
                    <a:cubicBezTo>
                      <a:pt x="207940" y="280483"/>
                      <a:pt x="209255" y="275216"/>
                      <a:pt x="210570" y="269948"/>
                    </a:cubicBezTo>
                    <a:cubicBezTo>
                      <a:pt x="210570" y="268632"/>
                      <a:pt x="210570" y="213325"/>
                      <a:pt x="210570" y="213325"/>
                    </a:cubicBezTo>
                    <a:cubicBezTo>
                      <a:pt x="210570" y="213325"/>
                      <a:pt x="210570" y="213325"/>
                      <a:pt x="210570" y="172504"/>
                    </a:cubicBezTo>
                    <a:cubicBezTo>
                      <a:pt x="210570" y="172504"/>
                      <a:pt x="210570" y="172504"/>
                      <a:pt x="296054" y="172504"/>
                    </a:cubicBezTo>
                    <a:cubicBezTo>
                      <a:pt x="303945" y="172504"/>
                      <a:pt x="309205" y="165920"/>
                      <a:pt x="309205" y="159335"/>
                    </a:cubicBezTo>
                    <a:cubicBezTo>
                      <a:pt x="309205" y="159335"/>
                      <a:pt x="309205" y="159335"/>
                      <a:pt x="309205" y="39504"/>
                    </a:cubicBezTo>
                    <a:cubicBezTo>
                      <a:pt x="309205" y="32920"/>
                      <a:pt x="303945" y="27653"/>
                      <a:pt x="296054" y="27653"/>
                    </a:cubicBezTo>
                    <a:cubicBezTo>
                      <a:pt x="296054" y="27653"/>
                      <a:pt x="296054" y="27653"/>
                      <a:pt x="110620" y="27653"/>
                    </a:cubicBezTo>
                    <a:cubicBezTo>
                      <a:pt x="104044" y="27653"/>
                      <a:pt x="98783" y="32920"/>
                      <a:pt x="98783" y="39504"/>
                    </a:cubicBezTo>
                    <a:cubicBezTo>
                      <a:pt x="98783" y="39504"/>
                      <a:pt x="98783" y="39504"/>
                      <a:pt x="98783" y="65841"/>
                    </a:cubicBezTo>
                    <a:cubicBezTo>
                      <a:pt x="98783" y="65841"/>
                      <a:pt x="98783" y="65841"/>
                      <a:pt x="69850" y="65841"/>
                    </a:cubicBezTo>
                    <a:cubicBezTo>
                      <a:pt x="69850" y="65841"/>
                      <a:pt x="69850" y="65841"/>
                      <a:pt x="69850" y="34237"/>
                    </a:cubicBezTo>
                    <a:cubicBezTo>
                      <a:pt x="69850" y="15802"/>
                      <a:pt x="84317" y="0"/>
                      <a:pt x="102729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/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</p:grpSp>
        <p:sp>
          <p:nvSpPr>
            <p:cNvPr id="32" name="işliḍé">
              <a:extLst>
                <a:ext uri="{FF2B5EF4-FFF2-40B4-BE49-F238E27FC236}">
                  <a16:creationId xmlns:a16="http://schemas.microsoft.com/office/drawing/2014/main" id="{1F370993-C4E0-4E49-91EC-F1FDF9EE44E4}"/>
                </a:ext>
              </a:extLst>
            </p:cNvPr>
            <p:cNvSpPr/>
            <p:nvPr/>
          </p:nvSpPr>
          <p:spPr bwMode="auto">
            <a:xfrm>
              <a:off x="8345351" y="3820886"/>
              <a:ext cx="3175136" cy="969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lnSpc>
                  <a:spcPct val="120000"/>
                </a:lnSpc>
              </a:pPr>
              <a:r>
                <a:rPr lang="en-US" altLang="zh-CN" dirty="0"/>
                <a:t>High component stability and low development cost</a:t>
              </a:r>
            </a:p>
          </p:txBody>
        </p:sp>
        <p:sp>
          <p:nvSpPr>
            <p:cNvPr id="33" name="iṣḷïḓe">
              <a:extLst>
                <a:ext uri="{FF2B5EF4-FFF2-40B4-BE49-F238E27FC236}">
                  <a16:creationId xmlns:a16="http://schemas.microsoft.com/office/drawing/2014/main" id="{5E100668-5C0E-482C-A962-7DA9F3DA13F0}"/>
                </a:ext>
              </a:extLst>
            </p:cNvPr>
            <p:cNvSpPr txBox="1"/>
            <p:nvPr/>
          </p:nvSpPr>
          <p:spPr bwMode="auto">
            <a:xfrm>
              <a:off x="8345351" y="3381004"/>
              <a:ext cx="3175137" cy="439882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 anchorCtr="0">
              <a:norm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zh-CN" sz="2000" b="1" dirty="0"/>
                <a:t>Brand machine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8837584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3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" dur="1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720189" y="2277512"/>
            <a:ext cx="47516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/>
              <a:t>THANKS  FOR  LISTENING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F182017-2290-4C51-9C05-E86CFE0575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02" y="3533311"/>
            <a:ext cx="12155596" cy="3324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9400095"/>
      </p:ext>
    </p:extLst>
  </p:cSld>
  <p:clrMapOvr>
    <a:masterClrMapping/>
  </p:clrMapOvr>
  <p:transition spd="slow">
    <p:push dir="u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 TOOLS.GUIDESSETTING" val="{&quot;Id&quot;:&quot;2d4375ee-8516-45e0-8956-45702a61a9b6&quot;,&quot;Name&quot;:&quot;iSlide&quot;,&quot;HeaderHeight&quot;:15.0,&quot;FooterHeight&quot;:9.0000000000000036,&quot;SideMargin&quot;:5.4999999999999982,&quot;TopMargin&quot;:0.0,&quot;BottomMargin&quot;:0.0,&quot;IntervalMargin&quot;:1.3999999999999997}"/>
  <p:tag name="ISLIDE.GUIDESSETTING" val="{&quot;Id&quot;:&quot;GuidesStyle_Normal&quot;,&quot;Name&quot;:&quot;正常&quot;,&quot;HeaderHeight&quot;:15.0,&quot;FooterHeight&quot;:9.0,&quot;SideMargin&quot;:5.5,&quot;TopMargin&quot;:0.0,&quot;BottomMargin&quot;:0.0,&quot;IntervalMargin&quot;:1.5}"/>
  <p:tag name="THINKCELLUNDODONOTDELETE" val="0"/>
  <p:tag name="ISLIDE.THEME" val="e88d28ee-c6d7-4a96-99a2-2f4e242d52a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6S0wzOvQ8a50SA42PUNR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4e38c431-b461-4561-a0b4-4b3deede44a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1fe1f664-17ef-4856-aa84-dc49753f0efc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713767e3-dc35-40d0-8e00-b7b14660c07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4e38c431-b461-4561-a0b4-4b3deede44a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1dc454a8-13c3-4d20-be3a-b92f52a2e274"/>
</p:tagLst>
</file>

<file path=ppt/theme/theme1.xml><?xml version="1.0" encoding="utf-8"?>
<a:theme xmlns:a="http://schemas.openxmlformats.org/drawingml/2006/main" name="主题5">
  <a:themeElements>
    <a:clrScheme name="房利美">
      <a:dk1>
        <a:srgbClr val="000000"/>
      </a:dk1>
      <a:lt1>
        <a:srgbClr val="FFFFFF"/>
      </a:lt1>
      <a:dk2>
        <a:srgbClr val="6E6B6D"/>
      </a:dk2>
      <a:lt2>
        <a:srgbClr val="F0F0F0"/>
      </a:lt2>
      <a:accent1>
        <a:srgbClr val="5B78ED"/>
      </a:accent1>
      <a:accent2>
        <a:srgbClr val="A792F7"/>
      </a:accent2>
      <a:accent3>
        <a:srgbClr val="91D5F7"/>
      </a:accent3>
      <a:accent4>
        <a:srgbClr val="F2CC7B"/>
      </a:accent4>
      <a:accent5>
        <a:srgbClr val="907BF2"/>
      </a:accent5>
      <a:accent6>
        <a:srgbClr val="9F7CA7"/>
      </a:accent6>
      <a:hlink>
        <a:srgbClr val="4472C4"/>
      </a:hlink>
      <a:folHlink>
        <a:srgbClr val="BFBFBF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主题5" id="{B8EDB911-D765-4A7B-BBC7-40DBB672FBA6}" vid="{AECAB1C0-5DF6-436C-85E8-20094DBE11C0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房利美">
    <a:dk1>
      <a:srgbClr val="000000"/>
    </a:dk1>
    <a:lt1>
      <a:srgbClr val="FFFFFF"/>
    </a:lt1>
    <a:dk2>
      <a:srgbClr val="6E6B6D"/>
    </a:dk2>
    <a:lt2>
      <a:srgbClr val="F0F0F0"/>
    </a:lt2>
    <a:accent1>
      <a:srgbClr val="5B78ED"/>
    </a:accent1>
    <a:accent2>
      <a:srgbClr val="A792F7"/>
    </a:accent2>
    <a:accent3>
      <a:srgbClr val="91D5F7"/>
    </a:accent3>
    <a:accent4>
      <a:srgbClr val="F2CC7B"/>
    </a:accent4>
    <a:accent5>
      <a:srgbClr val="907BF2"/>
    </a:accent5>
    <a:accent6>
      <a:srgbClr val="9F7CA7"/>
    </a:accent6>
    <a:hlink>
      <a:srgbClr val="4472C4"/>
    </a:hlink>
    <a:folHlink>
      <a:srgbClr val="BFBFBF"/>
    </a:folHlink>
  </a:clrScheme>
</a:themeOverride>
</file>

<file path=ppt/theme/themeOverride2.xml><?xml version="1.0" encoding="utf-8"?>
<a:themeOverride xmlns:a="http://schemas.openxmlformats.org/drawingml/2006/main">
  <a:clrScheme name="房利美">
    <a:dk1>
      <a:srgbClr val="000000"/>
    </a:dk1>
    <a:lt1>
      <a:srgbClr val="FFFFFF"/>
    </a:lt1>
    <a:dk2>
      <a:srgbClr val="6E6B6D"/>
    </a:dk2>
    <a:lt2>
      <a:srgbClr val="F0F0F0"/>
    </a:lt2>
    <a:accent1>
      <a:srgbClr val="5B78ED"/>
    </a:accent1>
    <a:accent2>
      <a:srgbClr val="A792F7"/>
    </a:accent2>
    <a:accent3>
      <a:srgbClr val="91D5F7"/>
    </a:accent3>
    <a:accent4>
      <a:srgbClr val="F2CC7B"/>
    </a:accent4>
    <a:accent5>
      <a:srgbClr val="907BF2"/>
    </a:accent5>
    <a:accent6>
      <a:srgbClr val="9F7CA7"/>
    </a:accent6>
    <a:hlink>
      <a:srgbClr val="4472C4"/>
    </a:hlink>
    <a:folHlink>
      <a:srgbClr val="BFBFB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iSlide</Template>
  <TotalTime>1861</TotalTime>
  <Words>2048</Words>
  <Application>Microsoft Office PowerPoint</Application>
  <PresentationFormat>宽屏</PresentationFormat>
  <Paragraphs>259</Paragraphs>
  <Slides>27</Slides>
  <Notes>16</Notes>
  <HiddenSlides>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4" baseType="lpstr">
      <vt:lpstr>Helvetica Neue</vt:lpstr>
      <vt:lpstr>Arial</vt:lpstr>
      <vt:lpstr>Calibri</vt:lpstr>
      <vt:lpstr>Impact</vt:lpstr>
      <vt:lpstr>Wingdings</vt:lpstr>
      <vt:lpstr>主题5</vt:lpstr>
      <vt:lpstr>think-cell Slide</vt:lpstr>
      <vt:lpstr>Dubbo  And  Spring Cloud</vt:lpstr>
      <vt:lpstr>PowerPoint 演示文稿</vt:lpstr>
      <vt:lpstr>Architecture Evolution</vt:lpstr>
      <vt:lpstr>Architecture Evolution</vt:lpstr>
      <vt:lpstr>Spring Cloud  </vt:lpstr>
      <vt:lpstr>Eureka</vt:lpstr>
      <vt:lpstr>Eureka Self-protection Mode</vt:lpstr>
      <vt:lpstr>Eureka  VS  Zookeeper</vt:lpstr>
      <vt:lpstr>Ribbon &amp; Feign</vt:lpstr>
      <vt:lpstr>Ribbon &amp; Feign Compared</vt:lpstr>
      <vt:lpstr>Hystrix</vt:lpstr>
      <vt:lpstr>Hystrix</vt:lpstr>
      <vt:lpstr>Implement latency and fault tolerance</vt:lpstr>
      <vt:lpstr>Zuul</vt:lpstr>
      <vt:lpstr>How to apply Zuul</vt:lpstr>
      <vt:lpstr>Config</vt:lpstr>
      <vt:lpstr>Config</vt:lpstr>
      <vt:lpstr>Client config</vt:lpstr>
      <vt:lpstr>Spring Cloud Advantages and Disadvantages </vt:lpstr>
      <vt:lpstr>Dubbo</vt:lpstr>
      <vt:lpstr>Dubbo Architecture</vt:lpstr>
      <vt:lpstr>Dubbo Build Environment</vt:lpstr>
      <vt:lpstr>Dubbo new features</vt:lpstr>
      <vt:lpstr>Dubbo Advantages and Disadvantages</vt:lpstr>
      <vt:lpstr>Dubbo Advantages and Disadvantages</vt:lpstr>
      <vt:lpstr>Spring Cloud Vs Dubbo</vt:lpstr>
      <vt:lpstr>PowerPoint 演示文稿</vt:lpstr>
    </vt:vector>
  </TitlesOfParts>
  <Manager>iSlide</Manager>
  <Company>iSlide</Company>
  <LinksUpToDate>false</LinksUpToDate>
  <SharedDoc>false</SharedDoc>
  <HyperlinkBase>https://www.islide.cc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iSlide</dc:creator>
  <cp:keywords>www.51pptmoban.com</cp:keywords>
  <cp:lastModifiedBy>liu leo</cp:lastModifiedBy>
  <cp:revision>208</cp:revision>
  <cp:lastPrinted>2018-05-15T16:00:00Z</cp:lastPrinted>
  <dcterms:created xsi:type="dcterms:W3CDTF">2018-05-15T16:00:00Z</dcterms:created>
  <dcterms:modified xsi:type="dcterms:W3CDTF">2019-05-06T14:21:17Z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48706f29-9ca0-418e-876d-de7b156ca083</vt:lpwstr>
  </property>
</Properties>
</file>