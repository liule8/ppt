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73" r:id="rId3"/>
    <p:sldId id="258" r:id="rId4"/>
    <p:sldId id="1727" r:id="rId5"/>
    <p:sldId id="1738" r:id="rId6"/>
    <p:sldId id="1711" r:id="rId7"/>
    <p:sldId id="1739" r:id="rId8"/>
    <p:sldId id="1740" r:id="rId9"/>
    <p:sldId id="1714" r:id="rId10"/>
    <p:sldId id="1741" r:id="rId11"/>
    <p:sldId id="1752" r:id="rId12"/>
    <p:sldId id="1742" r:id="rId13"/>
    <p:sldId id="1753" r:id="rId14"/>
    <p:sldId id="1743" r:id="rId15"/>
    <p:sldId id="1744" r:id="rId16"/>
    <p:sldId id="1745" r:id="rId17"/>
    <p:sldId id="1750" r:id="rId18"/>
    <p:sldId id="1746" r:id="rId19"/>
    <p:sldId id="1747" r:id="rId20"/>
    <p:sldId id="1712" r:id="rId21"/>
    <p:sldId id="1718" r:id="rId22"/>
    <p:sldId id="1749" r:id="rId23"/>
    <p:sldId id="1751" r:id="rId24"/>
    <p:sldId id="1748" r:id="rId25"/>
    <p:sldId id="1716" r:id="rId26"/>
    <p:sldId id="1726" r:id="rId27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58" d="100"/>
          <a:sy n="58" d="100"/>
        </p:scale>
        <p:origin x="1646" y="4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自我修复：断路器打开一段时间后，会自动进入“半开”状态。断路器打开、关闭、半开的逻辑转换。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好像因为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2019/5/5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2019/5/5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0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599433" y="4268251"/>
            <a:ext cx="33009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Zuul</a:t>
            </a:r>
            <a:r>
              <a:rPr lang="en-US" altLang="zh-CN" dirty="0"/>
              <a:t> &amp; Config &amp; Sleuth/</a:t>
            </a:r>
            <a:r>
              <a:rPr lang="en-US" altLang="zh-CN" dirty="0" err="1"/>
              <a:t>ZipKin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 </a:t>
            </a:r>
            <a:r>
              <a:rPr lang="en-US" altLang="zh-CN" dirty="0"/>
              <a:t>&amp; </a:t>
            </a:r>
            <a:r>
              <a:rPr lang="en-US" altLang="zh-CN" dirty="0" err="1"/>
              <a:t>Hystrix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5978A089-2251-4081-9476-97CC22651477}"/>
              </a:ext>
            </a:extLst>
          </p:cNvPr>
          <p:cNvGrpSpPr/>
          <p:nvPr/>
        </p:nvGrpSpPr>
        <p:grpSpPr>
          <a:xfrm>
            <a:off x="669924" y="1471235"/>
            <a:ext cx="5344364" cy="3915530"/>
            <a:chOff x="669924" y="1471235"/>
            <a:chExt cx="5344364" cy="3915530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69924" y="1471235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9924" y="2115246"/>
              <a:ext cx="5344364" cy="3271519"/>
            </a:xfrm>
            <a:prstGeom prst="rect">
              <a:avLst/>
            </a:prstGeom>
          </p:spPr>
        </p:pic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025" y="2461800"/>
            <a:ext cx="3112462" cy="101697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431383" y="3746665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685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dirty="0"/>
              <a:t>Why use a microservice gateway?</a:t>
            </a:r>
          </a:p>
        </p:txBody>
      </p:sp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Sleuth/</a:t>
            </a:r>
            <a:r>
              <a:rPr lang="en-US" altLang="zh-CN" dirty="0" err="1"/>
              <a:t>ZipKin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19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98C627-624E-4B62-A1D8-A60D36DD0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Project address &amp; Note</a:t>
            </a:r>
            <a:endParaRPr lang="zh-CN" altLang="en-US" dirty="0"/>
          </a:p>
        </p:txBody>
      </p:sp>
      <p:grpSp>
        <p:nvGrpSpPr>
          <p:cNvPr id="5" name="7ecdde2a-2812-41c8-8284-77c8f95981a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C8FCD24-E8BF-4F79-B4CA-4D9B4F3BB89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41287"/>
            <a:ext cx="12192002" cy="4876417"/>
            <a:chOff x="0" y="1141287"/>
            <a:chExt cx="12192002" cy="4876417"/>
          </a:xfrm>
        </p:grpSpPr>
        <p:sp>
          <p:nvSpPr>
            <p:cNvPr id="6" name="îSḻïḑè">
              <a:extLst>
                <a:ext uri="{FF2B5EF4-FFF2-40B4-BE49-F238E27FC236}">
                  <a16:creationId xmlns:a16="http://schemas.microsoft.com/office/drawing/2014/main" id="{A8C94EBF-F5D7-47EB-BC15-1C73FC907DB1}"/>
                </a:ext>
              </a:extLst>
            </p:cNvPr>
            <p:cNvSpPr/>
            <p:nvPr/>
          </p:nvSpPr>
          <p:spPr>
            <a:xfrm>
              <a:off x="0" y="2693467"/>
              <a:ext cx="12192002" cy="1890167"/>
            </a:xfrm>
            <a:prstGeom prst="rect">
              <a:avLst/>
            </a:prstGeom>
            <a:solidFill>
              <a:schemeClr val="bg1">
                <a:lumMod val="95000"/>
                <a:alpha val="5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îṡļïḑé">
              <a:extLst>
                <a:ext uri="{FF2B5EF4-FFF2-40B4-BE49-F238E27FC236}">
                  <a16:creationId xmlns:a16="http://schemas.microsoft.com/office/drawing/2014/main" id="{702E7ED7-9E83-4BA7-B50B-5C0FB268CE16}"/>
                </a:ext>
              </a:extLst>
            </p:cNvPr>
            <p:cNvGrpSpPr>
              <a:grpSpLocks/>
            </p:cNvGrpSpPr>
            <p:nvPr/>
          </p:nvGrpSpPr>
          <p:grpSpPr>
            <a:xfrm rot="16200000" flipH="1">
              <a:off x="6451651" y="2103432"/>
              <a:ext cx="1272600" cy="3070233"/>
              <a:chOff x="3419013" y="2473208"/>
              <a:chExt cx="1181895" cy="2851397"/>
            </a:xfrm>
          </p:grpSpPr>
          <p:sp>
            <p:nvSpPr>
              <p:cNvPr id="43" name="ïŝľiḑè">
                <a:extLst>
                  <a:ext uri="{FF2B5EF4-FFF2-40B4-BE49-F238E27FC236}">
                    <a16:creationId xmlns:a16="http://schemas.microsoft.com/office/drawing/2014/main" id="{AA6432C2-85A5-4945-A512-1C86809D2CD6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213043DF-6B88-42D0-B498-F45C8331E1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ïşḷíḑè">
                <a:extLst>
                  <a:ext uri="{FF2B5EF4-FFF2-40B4-BE49-F238E27FC236}">
                    <a16:creationId xmlns:a16="http://schemas.microsoft.com/office/drawing/2014/main" id="{DA84977E-31E3-42D4-BBD4-D797B084FFAA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89AFD815-5F97-4E9A-BD44-1E10130544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50CF151-4EF3-459F-A4F3-4CA5980D483E}"/>
                </a:ext>
              </a:extLst>
            </p:cNvPr>
            <p:cNvCxnSpPr>
              <a:cxnSpLocks/>
            </p:cNvCxnSpPr>
            <p:nvPr/>
          </p:nvCxnSpPr>
          <p:spPr>
            <a:xfrm>
              <a:off x="7024349" y="5552527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8FC8D84-9781-4E94-892E-383D6AA71C35}"/>
                </a:ext>
              </a:extLst>
            </p:cNvPr>
            <p:cNvCxnSpPr>
              <a:cxnSpLocks/>
            </p:cNvCxnSpPr>
            <p:nvPr/>
          </p:nvCxnSpPr>
          <p:spPr>
            <a:xfrm>
              <a:off x="6997972" y="1730051"/>
              <a:ext cx="73206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ï$ľîḋé">
              <a:extLst>
                <a:ext uri="{FF2B5EF4-FFF2-40B4-BE49-F238E27FC236}">
                  <a16:creationId xmlns:a16="http://schemas.microsoft.com/office/drawing/2014/main" id="{B6CA8961-78C8-4547-B20A-CC3395C8ECAC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895688" y="3392372"/>
              <a:ext cx="1272600" cy="3070233"/>
              <a:chOff x="3419013" y="2473208"/>
              <a:chExt cx="1181895" cy="2851397"/>
            </a:xfrm>
          </p:grpSpPr>
          <p:sp>
            <p:nvSpPr>
              <p:cNvPr id="39" name="ïṧḻîdè">
                <a:extLst>
                  <a:ext uri="{FF2B5EF4-FFF2-40B4-BE49-F238E27FC236}">
                    <a16:creationId xmlns:a16="http://schemas.microsoft.com/office/drawing/2014/main" id="{AD52AED5-0209-48CC-9676-C96DD44877DD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6430F013-B2FC-4604-9378-2BE5D81C02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îSḷîḍe">
                <a:extLst>
                  <a:ext uri="{FF2B5EF4-FFF2-40B4-BE49-F238E27FC236}">
                    <a16:creationId xmlns:a16="http://schemas.microsoft.com/office/drawing/2014/main" id="{CB592121-408F-4275-9C12-9609D674E015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609546D2-E712-42F0-88DB-80A45F826F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ïṩľïďè">
              <a:extLst>
                <a:ext uri="{FF2B5EF4-FFF2-40B4-BE49-F238E27FC236}">
                  <a16:creationId xmlns:a16="http://schemas.microsoft.com/office/drawing/2014/main" id="{227B6AAB-38C1-497F-BD56-ABD8CA856B23}"/>
                </a:ext>
              </a:extLst>
            </p:cNvPr>
            <p:cNvGrpSpPr>
              <a:grpSpLocks/>
            </p:cNvGrpSpPr>
            <p:nvPr/>
          </p:nvGrpSpPr>
          <p:grpSpPr>
            <a:xfrm rot="5400000">
              <a:off x="4916535" y="823520"/>
              <a:ext cx="1272600" cy="3070233"/>
              <a:chOff x="3419013" y="2473208"/>
              <a:chExt cx="1181895" cy="2851397"/>
            </a:xfrm>
          </p:grpSpPr>
          <p:sp>
            <p:nvSpPr>
              <p:cNvPr id="35" name="îṥľídè">
                <a:extLst>
                  <a:ext uri="{FF2B5EF4-FFF2-40B4-BE49-F238E27FC236}">
                    <a16:creationId xmlns:a16="http://schemas.microsoft.com/office/drawing/2014/main" id="{54146886-D93A-4BE3-AE61-F5B5BA0C5E60}"/>
                  </a:ext>
                </a:extLst>
              </p:cNvPr>
              <p:cNvSpPr/>
              <p:nvPr/>
            </p:nvSpPr>
            <p:spPr>
              <a:xfrm rot="10800000">
                <a:off x="3419013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F728E122-5400-48FC-8F29-7866D13B72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19013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íSḻíḓe">
                <a:extLst>
                  <a:ext uri="{FF2B5EF4-FFF2-40B4-BE49-F238E27FC236}">
                    <a16:creationId xmlns:a16="http://schemas.microsoft.com/office/drawing/2014/main" id="{31AC1FB1-6058-477E-AB24-80328CFE16B6}"/>
                  </a:ext>
                </a:extLst>
              </p:cNvPr>
              <p:cNvSpPr/>
              <p:nvPr/>
            </p:nvSpPr>
            <p:spPr>
              <a:xfrm rot="10800000" flipH="1">
                <a:off x="3420109" y="4144790"/>
                <a:ext cx="1179816" cy="1179815"/>
              </a:xfrm>
              <a:prstGeom prst="arc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en-US"/>
              </a:p>
            </p:txBody>
          </p:sp>
          <p:cxnSp>
            <p:nvCxnSpPr>
              <p:cNvPr id="38" name="直接连接符 37">
                <a:extLst>
                  <a:ext uri="{FF2B5EF4-FFF2-40B4-BE49-F238E27FC236}">
                    <a16:creationId xmlns:a16="http://schemas.microsoft.com/office/drawing/2014/main" id="{0AAA1F9D-2ACD-4D28-9593-C6696B3C86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99924" y="2473208"/>
                <a:ext cx="984" cy="2261489"/>
              </a:xfrm>
              <a:prstGeom prst="line">
                <a:avLst/>
              </a:prstGeom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îş1ïḓe">
              <a:extLst>
                <a:ext uri="{FF2B5EF4-FFF2-40B4-BE49-F238E27FC236}">
                  <a16:creationId xmlns:a16="http://schemas.microsoft.com/office/drawing/2014/main" id="{74E7FCE3-4924-4F39-90F2-0A2A6ACE0313}"/>
                </a:ext>
              </a:extLst>
            </p:cNvPr>
            <p:cNvSpPr/>
            <p:nvPr/>
          </p:nvSpPr>
          <p:spPr>
            <a:xfrm>
              <a:off x="5103921" y="2693045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ï$1iḓê">
              <a:extLst>
                <a:ext uri="{FF2B5EF4-FFF2-40B4-BE49-F238E27FC236}">
                  <a16:creationId xmlns:a16="http://schemas.microsoft.com/office/drawing/2014/main" id="{A1B44F1C-EAFD-43F1-90CE-0052C5A7D135}"/>
                </a:ext>
              </a:extLst>
            </p:cNvPr>
            <p:cNvSpPr/>
            <p:nvPr/>
          </p:nvSpPr>
          <p:spPr>
            <a:xfrm>
              <a:off x="6555201" y="2777519"/>
              <a:ext cx="471530" cy="471530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4" name="ïşḻîḋè">
              <a:extLst>
                <a:ext uri="{FF2B5EF4-FFF2-40B4-BE49-F238E27FC236}">
                  <a16:creationId xmlns:a16="http://schemas.microsoft.com/office/drawing/2014/main" id="{2DA2A350-3864-4671-AE35-AA8AFBD58EAF}"/>
                </a:ext>
              </a:extLst>
            </p:cNvPr>
            <p:cNvSpPr/>
            <p:nvPr/>
          </p:nvSpPr>
          <p:spPr>
            <a:xfrm>
              <a:off x="5103921" y="3943576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îśľíḍe">
              <a:extLst>
                <a:ext uri="{FF2B5EF4-FFF2-40B4-BE49-F238E27FC236}">
                  <a16:creationId xmlns:a16="http://schemas.microsoft.com/office/drawing/2014/main" id="{C050800E-77EE-48DE-A5FF-1045CE5695D2}"/>
                </a:ext>
              </a:extLst>
            </p:cNvPr>
            <p:cNvSpPr/>
            <p:nvPr/>
          </p:nvSpPr>
          <p:spPr>
            <a:xfrm>
              <a:off x="5172564" y="4028727"/>
              <a:ext cx="470177" cy="470177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6" name="iśḷiďé">
              <a:extLst>
                <a:ext uri="{FF2B5EF4-FFF2-40B4-BE49-F238E27FC236}">
                  <a16:creationId xmlns:a16="http://schemas.microsoft.com/office/drawing/2014/main" id="{FAFD694D-FED1-47B2-BF80-70BF5D3E3257}"/>
                </a:ext>
              </a:extLst>
            </p:cNvPr>
            <p:cNvSpPr/>
            <p:nvPr/>
          </p:nvSpPr>
          <p:spPr>
            <a:xfrm>
              <a:off x="5103921" y="1397577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pPr algn="r"/>
              <a:r>
                <a:rPr lang="en-US" altLang="zh-CN" sz="1400" b="1" dirty="0">
                  <a:solidFill>
                    <a:schemeClr val="tx1"/>
                  </a:solidFill>
                </a:rPr>
                <a:t>Text here</a:t>
              </a:r>
              <a:endParaRPr 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îṩḻïde">
              <a:extLst>
                <a:ext uri="{FF2B5EF4-FFF2-40B4-BE49-F238E27FC236}">
                  <a16:creationId xmlns:a16="http://schemas.microsoft.com/office/drawing/2014/main" id="{840A3E41-2771-495E-8573-3C42B9C47330}"/>
                </a:ext>
              </a:extLst>
            </p:cNvPr>
            <p:cNvSpPr/>
            <p:nvPr/>
          </p:nvSpPr>
          <p:spPr>
            <a:xfrm>
              <a:off x="5178047" y="1495387"/>
              <a:ext cx="469329" cy="46932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18" name="iṧlîḓe">
              <a:extLst>
                <a:ext uri="{FF2B5EF4-FFF2-40B4-BE49-F238E27FC236}">
                  <a16:creationId xmlns:a16="http://schemas.microsoft.com/office/drawing/2014/main" id="{3ACBC252-3E33-42E8-8EC7-FF07A0BFE379}"/>
                </a:ext>
              </a:extLst>
            </p:cNvPr>
            <p:cNvSpPr/>
            <p:nvPr/>
          </p:nvSpPr>
          <p:spPr>
            <a:xfrm>
              <a:off x="5103921" y="5239044"/>
              <a:ext cx="1995870" cy="640479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rmAutofit/>
            </a:bodyPr>
            <a:lstStyle/>
            <a:p>
              <a:r>
                <a:rPr lang="en-US" altLang="zh-CN" sz="1400" b="1">
                  <a:solidFill>
                    <a:schemeClr val="tx1"/>
                  </a:solidFill>
                </a:rPr>
                <a:t>Text here</a:t>
              </a:r>
              <a:endParaRPr lang="en-US" altLang="zh-CN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ïṡḷîḑe">
              <a:extLst>
                <a:ext uri="{FF2B5EF4-FFF2-40B4-BE49-F238E27FC236}">
                  <a16:creationId xmlns:a16="http://schemas.microsoft.com/office/drawing/2014/main" id="{70698BB5-FA55-480F-8D72-C536E1E216B0}"/>
                </a:ext>
              </a:extLst>
            </p:cNvPr>
            <p:cNvSpPr/>
            <p:nvPr/>
          </p:nvSpPr>
          <p:spPr>
            <a:xfrm>
              <a:off x="6555790" y="5325004"/>
              <a:ext cx="468559" cy="46855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92500" lnSpcReduction="10000"/>
            </a:bodyPr>
            <a:lstStyle/>
            <a:p>
              <a:pPr algn="ctr"/>
              <a:endParaRPr lang="en-US"/>
            </a:p>
          </p:txBody>
        </p:sp>
        <p:sp>
          <p:nvSpPr>
            <p:cNvPr id="20" name="îšḷîḓè">
              <a:extLst>
                <a:ext uri="{FF2B5EF4-FFF2-40B4-BE49-F238E27FC236}">
                  <a16:creationId xmlns:a16="http://schemas.microsoft.com/office/drawing/2014/main" id="{79D9935E-BA4E-4227-8B87-3E04287877F5}"/>
                </a:ext>
              </a:extLst>
            </p:cNvPr>
            <p:cNvSpPr/>
            <p:nvPr/>
          </p:nvSpPr>
          <p:spPr bwMode="auto">
            <a:xfrm>
              <a:off x="5292410" y="1602964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î$ľiḓè">
              <a:extLst>
                <a:ext uri="{FF2B5EF4-FFF2-40B4-BE49-F238E27FC236}">
                  <a16:creationId xmlns:a16="http://schemas.microsoft.com/office/drawing/2014/main" id="{E225BE7F-CA08-479A-A2FA-26A50C6508DC}"/>
                </a:ext>
              </a:extLst>
            </p:cNvPr>
            <p:cNvSpPr/>
            <p:nvPr/>
          </p:nvSpPr>
          <p:spPr bwMode="auto">
            <a:xfrm>
              <a:off x="6675724" y="2902301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íŝľîḓè">
              <a:extLst>
                <a:ext uri="{FF2B5EF4-FFF2-40B4-BE49-F238E27FC236}">
                  <a16:creationId xmlns:a16="http://schemas.microsoft.com/office/drawing/2014/main" id="{0711C9D5-A7E7-4421-9935-6D226BABFB10}"/>
                </a:ext>
              </a:extLst>
            </p:cNvPr>
            <p:cNvSpPr/>
            <p:nvPr/>
          </p:nvSpPr>
          <p:spPr bwMode="auto">
            <a:xfrm>
              <a:off x="5292410" y="4152832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ïsḷïḍè">
              <a:extLst>
                <a:ext uri="{FF2B5EF4-FFF2-40B4-BE49-F238E27FC236}">
                  <a16:creationId xmlns:a16="http://schemas.microsoft.com/office/drawing/2014/main" id="{8853135F-8040-4CB0-80DA-F0BEF80DA81D}"/>
                </a:ext>
              </a:extLst>
            </p:cNvPr>
            <p:cNvSpPr/>
            <p:nvPr/>
          </p:nvSpPr>
          <p:spPr bwMode="auto">
            <a:xfrm>
              <a:off x="6674827" y="5448300"/>
              <a:ext cx="230484" cy="221966"/>
            </a:xfrm>
            <a:custGeom>
              <a:avLst/>
              <a:gdLst>
                <a:gd name="connsiteX0" fmla="*/ 216243 w 609050"/>
                <a:gd name="connsiteY0" fmla="*/ 412730 h 586540"/>
                <a:gd name="connsiteX1" fmla="*/ 216243 w 609050"/>
                <a:gd name="connsiteY1" fmla="*/ 456594 h 586540"/>
                <a:gd name="connsiteX2" fmla="*/ 293953 w 609050"/>
                <a:gd name="connsiteY2" fmla="*/ 456594 h 586540"/>
                <a:gd name="connsiteX3" fmla="*/ 293953 w 609050"/>
                <a:gd name="connsiteY3" fmla="*/ 412730 h 586540"/>
                <a:gd name="connsiteX4" fmla="*/ 69884 w 609050"/>
                <a:gd name="connsiteY4" fmla="*/ 412730 h 586540"/>
                <a:gd name="connsiteX5" fmla="*/ 69884 w 609050"/>
                <a:gd name="connsiteY5" fmla="*/ 456594 h 586540"/>
                <a:gd name="connsiteX6" fmla="*/ 147595 w 609050"/>
                <a:gd name="connsiteY6" fmla="*/ 456594 h 586540"/>
                <a:gd name="connsiteX7" fmla="*/ 147595 w 609050"/>
                <a:gd name="connsiteY7" fmla="*/ 412730 h 586540"/>
                <a:gd name="connsiteX8" fmla="*/ 460769 w 609050"/>
                <a:gd name="connsiteY8" fmla="*/ 376268 h 586540"/>
                <a:gd name="connsiteX9" fmla="*/ 460769 w 609050"/>
                <a:gd name="connsiteY9" fmla="*/ 414786 h 586540"/>
                <a:gd name="connsiteX10" fmla="*/ 555916 w 609050"/>
                <a:gd name="connsiteY10" fmla="*/ 414786 h 586540"/>
                <a:gd name="connsiteX11" fmla="*/ 555916 w 609050"/>
                <a:gd name="connsiteY11" fmla="*/ 376268 h 586540"/>
                <a:gd name="connsiteX12" fmla="*/ 216243 w 609050"/>
                <a:gd name="connsiteY12" fmla="*/ 339670 h 586540"/>
                <a:gd name="connsiteX13" fmla="*/ 216243 w 609050"/>
                <a:gd name="connsiteY13" fmla="*/ 383533 h 586540"/>
                <a:gd name="connsiteX14" fmla="*/ 293953 w 609050"/>
                <a:gd name="connsiteY14" fmla="*/ 383533 h 586540"/>
                <a:gd name="connsiteX15" fmla="*/ 293953 w 609050"/>
                <a:gd name="connsiteY15" fmla="*/ 339670 h 586540"/>
                <a:gd name="connsiteX16" fmla="*/ 69884 w 609050"/>
                <a:gd name="connsiteY16" fmla="*/ 339670 h 586540"/>
                <a:gd name="connsiteX17" fmla="*/ 69884 w 609050"/>
                <a:gd name="connsiteY17" fmla="*/ 383533 h 586540"/>
                <a:gd name="connsiteX18" fmla="*/ 147595 w 609050"/>
                <a:gd name="connsiteY18" fmla="*/ 383533 h 586540"/>
                <a:gd name="connsiteX19" fmla="*/ 147595 w 609050"/>
                <a:gd name="connsiteY19" fmla="*/ 339670 h 586540"/>
                <a:gd name="connsiteX20" fmla="*/ 460769 w 609050"/>
                <a:gd name="connsiteY20" fmla="*/ 303071 h 586540"/>
                <a:gd name="connsiteX21" fmla="*/ 460769 w 609050"/>
                <a:gd name="connsiteY21" fmla="*/ 341726 h 586540"/>
                <a:gd name="connsiteX22" fmla="*/ 555916 w 609050"/>
                <a:gd name="connsiteY22" fmla="*/ 341726 h 586540"/>
                <a:gd name="connsiteX23" fmla="*/ 555916 w 609050"/>
                <a:gd name="connsiteY23" fmla="*/ 303071 h 586540"/>
                <a:gd name="connsiteX24" fmla="*/ 216243 w 609050"/>
                <a:gd name="connsiteY24" fmla="*/ 266609 h 586540"/>
                <a:gd name="connsiteX25" fmla="*/ 216243 w 609050"/>
                <a:gd name="connsiteY25" fmla="*/ 310473 h 586540"/>
                <a:gd name="connsiteX26" fmla="*/ 293953 w 609050"/>
                <a:gd name="connsiteY26" fmla="*/ 310473 h 586540"/>
                <a:gd name="connsiteX27" fmla="*/ 293953 w 609050"/>
                <a:gd name="connsiteY27" fmla="*/ 266609 h 586540"/>
                <a:gd name="connsiteX28" fmla="*/ 69884 w 609050"/>
                <a:gd name="connsiteY28" fmla="*/ 266609 h 586540"/>
                <a:gd name="connsiteX29" fmla="*/ 69884 w 609050"/>
                <a:gd name="connsiteY29" fmla="*/ 310473 h 586540"/>
                <a:gd name="connsiteX30" fmla="*/ 147595 w 609050"/>
                <a:gd name="connsiteY30" fmla="*/ 310473 h 586540"/>
                <a:gd name="connsiteX31" fmla="*/ 147595 w 609050"/>
                <a:gd name="connsiteY31" fmla="*/ 266609 h 586540"/>
                <a:gd name="connsiteX32" fmla="*/ 460769 w 609050"/>
                <a:gd name="connsiteY32" fmla="*/ 230010 h 586540"/>
                <a:gd name="connsiteX33" fmla="*/ 460769 w 609050"/>
                <a:gd name="connsiteY33" fmla="*/ 268528 h 586540"/>
                <a:gd name="connsiteX34" fmla="*/ 555916 w 609050"/>
                <a:gd name="connsiteY34" fmla="*/ 268528 h 586540"/>
                <a:gd name="connsiteX35" fmla="*/ 555916 w 609050"/>
                <a:gd name="connsiteY35" fmla="*/ 230010 h 586540"/>
                <a:gd name="connsiteX36" fmla="*/ 216243 w 609050"/>
                <a:gd name="connsiteY36" fmla="*/ 193549 h 586540"/>
                <a:gd name="connsiteX37" fmla="*/ 216243 w 609050"/>
                <a:gd name="connsiteY37" fmla="*/ 237412 h 586540"/>
                <a:gd name="connsiteX38" fmla="*/ 293953 w 609050"/>
                <a:gd name="connsiteY38" fmla="*/ 237412 h 586540"/>
                <a:gd name="connsiteX39" fmla="*/ 293953 w 609050"/>
                <a:gd name="connsiteY39" fmla="*/ 193549 h 586540"/>
                <a:gd name="connsiteX40" fmla="*/ 69884 w 609050"/>
                <a:gd name="connsiteY40" fmla="*/ 193549 h 586540"/>
                <a:gd name="connsiteX41" fmla="*/ 69884 w 609050"/>
                <a:gd name="connsiteY41" fmla="*/ 237412 h 586540"/>
                <a:gd name="connsiteX42" fmla="*/ 147595 w 609050"/>
                <a:gd name="connsiteY42" fmla="*/ 237412 h 586540"/>
                <a:gd name="connsiteX43" fmla="*/ 147595 w 609050"/>
                <a:gd name="connsiteY43" fmla="*/ 193549 h 586540"/>
                <a:gd name="connsiteX44" fmla="*/ 460769 w 609050"/>
                <a:gd name="connsiteY44" fmla="*/ 156950 h 586540"/>
                <a:gd name="connsiteX45" fmla="*/ 460769 w 609050"/>
                <a:gd name="connsiteY45" fmla="*/ 195468 h 586540"/>
                <a:gd name="connsiteX46" fmla="*/ 555916 w 609050"/>
                <a:gd name="connsiteY46" fmla="*/ 195468 h 586540"/>
                <a:gd name="connsiteX47" fmla="*/ 555916 w 609050"/>
                <a:gd name="connsiteY47" fmla="*/ 156950 h 586540"/>
                <a:gd name="connsiteX48" fmla="*/ 192926 w 609050"/>
                <a:gd name="connsiteY48" fmla="*/ 96251 h 586540"/>
                <a:gd name="connsiteX49" fmla="*/ 361366 w 609050"/>
                <a:gd name="connsiteY49" fmla="*/ 96251 h 586540"/>
                <a:gd name="connsiteX50" fmla="*/ 361366 w 609050"/>
                <a:gd name="connsiteY50" fmla="*/ 114880 h 586540"/>
                <a:gd name="connsiteX51" fmla="*/ 192926 w 609050"/>
                <a:gd name="connsiteY51" fmla="*/ 114880 h 586540"/>
                <a:gd name="connsiteX52" fmla="*/ 192926 w 609050"/>
                <a:gd name="connsiteY52" fmla="*/ 49819 h 586540"/>
                <a:gd name="connsiteX53" fmla="*/ 361366 w 609050"/>
                <a:gd name="connsiteY53" fmla="*/ 49819 h 586540"/>
                <a:gd name="connsiteX54" fmla="*/ 361366 w 609050"/>
                <a:gd name="connsiteY54" fmla="*/ 68307 h 586540"/>
                <a:gd name="connsiteX55" fmla="*/ 192926 w 609050"/>
                <a:gd name="connsiteY55" fmla="*/ 68307 h 586540"/>
                <a:gd name="connsiteX56" fmla="*/ 166130 w 609050"/>
                <a:gd name="connsiteY56" fmla="*/ 25222 h 586540"/>
                <a:gd name="connsiteX57" fmla="*/ 166130 w 609050"/>
                <a:gd name="connsiteY57" fmla="*/ 155716 h 586540"/>
                <a:gd name="connsiteX58" fmla="*/ 338987 w 609050"/>
                <a:gd name="connsiteY58" fmla="*/ 155716 h 586540"/>
                <a:gd name="connsiteX59" fmla="*/ 338987 w 609050"/>
                <a:gd name="connsiteY59" fmla="*/ 341040 h 586540"/>
                <a:gd name="connsiteX60" fmla="*/ 338987 w 609050"/>
                <a:gd name="connsiteY60" fmla="*/ 531710 h 586540"/>
                <a:gd name="connsiteX61" fmla="*/ 366721 w 609050"/>
                <a:gd name="connsiteY61" fmla="*/ 531710 h 586540"/>
                <a:gd name="connsiteX62" fmla="*/ 366721 w 609050"/>
                <a:gd name="connsiteY62" fmla="*/ 341040 h 586540"/>
                <a:gd name="connsiteX63" fmla="*/ 366721 w 609050"/>
                <a:gd name="connsiteY63" fmla="*/ 155305 h 586540"/>
                <a:gd name="connsiteX64" fmla="*/ 388002 w 609050"/>
                <a:gd name="connsiteY64" fmla="*/ 143517 h 586540"/>
                <a:gd name="connsiteX65" fmla="*/ 388002 w 609050"/>
                <a:gd name="connsiteY65" fmla="*/ 25222 h 586540"/>
                <a:gd name="connsiteX66" fmla="*/ 140867 w 609050"/>
                <a:gd name="connsiteY66" fmla="*/ 0 h 586540"/>
                <a:gd name="connsiteX67" fmla="*/ 413402 w 609050"/>
                <a:gd name="connsiteY67" fmla="*/ 0 h 586540"/>
                <a:gd name="connsiteX68" fmla="*/ 413402 w 609050"/>
                <a:gd name="connsiteY68" fmla="*/ 129398 h 586540"/>
                <a:gd name="connsiteX69" fmla="*/ 432486 w 609050"/>
                <a:gd name="connsiteY69" fmla="*/ 118843 h 586540"/>
                <a:gd name="connsiteX70" fmla="*/ 584199 w 609050"/>
                <a:gd name="connsiteY70" fmla="*/ 118843 h 586540"/>
                <a:gd name="connsiteX71" fmla="*/ 584199 w 609050"/>
                <a:gd name="connsiteY71" fmla="*/ 531710 h 586540"/>
                <a:gd name="connsiteX72" fmla="*/ 609050 w 609050"/>
                <a:gd name="connsiteY72" fmla="*/ 531710 h 586540"/>
                <a:gd name="connsiteX73" fmla="*/ 609050 w 609050"/>
                <a:gd name="connsiteY73" fmla="*/ 586540 h 586540"/>
                <a:gd name="connsiteX74" fmla="*/ 0 w 609050"/>
                <a:gd name="connsiteY74" fmla="*/ 586540 h 586540"/>
                <a:gd name="connsiteX75" fmla="*/ 0 w 609050"/>
                <a:gd name="connsiteY75" fmla="*/ 531710 h 586540"/>
                <a:gd name="connsiteX76" fmla="*/ 24851 w 609050"/>
                <a:gd name="connsiteY76" fmla="*/ 531710 h 586540"/>
                <a:gd name="connsiteX77" fmla="*/ 24851 w 609050"/>
                <a:gd name="connsiteY77" fmla="*/ 155716 h 586540"/>
                <a:gd name="connsiteX78" fmla="*/ 140867 w 609050"/>
                <a:gd name="connsiteY78" fmla="*/ 155716 h 58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9050" h="586540">
                  <a:moveTo>
                    <a:pt x="216243" y="412730"/>
                  </a:moveTo>
                  <a:lnTo>
                    <a:pt x="216243" y="456594"/>
                  </a:lnTo>
                  <a:lnTo>
                    <a:pt x="293953" y="456594"/>
                  </a:lnTo>
                  <a:lnTo>
                    <a:pt x="293953" y="412730"/>
                  </a:lnTo>
                  <a:close/>
                  <a:moveTo>
                    <a:pt x="69884" y="412730"/>
                  </a:moveTo>
                  <a:lnTo>
                    <a:pt x="69884" y="456594"/>
                  </a:lnTo>
                  <a:lnTo>
                    <a:pt x="147595" y="456594"/>
                  </a:lnTo>
                  <a:lnTo>
                    <a:pt x="147595" y="412730"/>
                  </a:lnTo>
                  <a:close/>
                  <a:moveTo>
                    <a:pt x="460769" y="376268"/>
                  </a:moveTo>
                  <a:lnTo>
                    <a:pt x="460769" y="414786"/>
                  </a:lnTo>
                  <a:lnTo>
                    <a:pt x="555916" y="414786"/>
                  </a:lnTo>
                  <a:lnTo>
                    <a:pt x="555916" y="376268"/>
                  </a:lnTo>
                  <a:close/>
                  <a:moveTo>
                    <a:pt x="216243" y="339670"/>
                  </a:moveTo>
                  <a:lnTo>
                    <a:pt x="216243" y="383533"/>
                  </a:lnTo>
                  <a:lnTo>
                    <a:pt x="293953" y="383533"/>
                  </a:lnTo>
                  <a:lnTo>
                    <a:pt x="293953" y="339670"/>
                  </a:lnTo>
                  <a:close/>
                  <a:moveTo>
                    <a:pt x="69884" y="339670"/>
                  </a:moveTo>
                  <a:lnTo>
                    <a:pt x="69884" y="383533"/>
                  </a:lnTo>
                  <a:lnTo>
                    <a:pt x="147595" y="383533"/>
                  </a:lnTo>
                  <a:lnTo>
                    <a:pt x="147595" y="339670"/>
                  </a:lnTo>
                  <a:close/>
                  <a:moveTo>
                    <a:pt x="460769" y="303071"/>
                  </a:moveTo>
                  <a:lnTo>
                    <a:pt x="460769" y="341726"/>
                  </a:lnTo>
                  <a:lnTo>
                    <a:pt x="555916" y="341726"/>
                  </a:lnTo>
                  <a:lnTo>
                    <a:pt x="555916" y="303071"/>
                  </a:lnTo>
                  <a:close/>
                  <a:moveTo>
                    <a:pt x="216243" y="266609"/>
                  </a:moveTo>
                  <a:lnTo>
                    <a:pt x="216243" y="310473"/>
                  </a:lnTo>
                  <a:lnTo>
                    <a:pt x="293953" y="310473"/>
                  </a:lnTo>
                  <a:lnTo>
                    <a:pt x="293953" y="266609"/>
                  </a:lnTo>
                  <a:close/>
                  <a:moveTo>
                    <a:pt x="69884" y="266609"/>
                  </a:moveTo>
                  <a:lnTo>
                    <a:pt x="69884" y="310473"/>
                  </a:lnTo>
                  <a:lnTo>
                    <a:pt x="147595" y="310473"/>
                  </a:lnTo>
                  <a:lnTo>
                    <a:pt x="147595" y="266609"/>
                  </a:lnTo>
                  <a:close/>
                  <a:moveTo>
                    <a:pt x="460769" y="230010"/>
                  </a:moveTo>
                  <a:lnTo>
                    <a:pt x="460769" y="268528"/>
                  </a:lnTo>
                  <a:lnTo>
                    <a:pt x="555916" y="268528"/>
                  </a:lnTo>
                  <a:lnTo>
                    <a:pt x="555916" y="230010"/>
                  </a:lnTo>
                  <a:close/>
                  <a:moveTo>
                    <a:pt x="216243" y="193549"/>
                  </a:moveTo>
                  <a:lnTo>
                    <a:pt x="216243" y="237412"/>
                  </a:lnTo>
                  <a:lnTo>
                    <a:pt x="293953" y="237412"/>
                  </a:lnTo>
                  <a:lnTo>
                    <a:pt x="293953" y="193549"/>
                  </a:lnTo>
                  <a:close/>
                  <a:moveTo>
                    <a:pt x="69884" y="193549"/>
                  </a:moveTo>
                  <a:lnTo>
                    <a:pt x="69884" y="237412"/>
                  </a:lnTo>
                  <a:lnTo>
                    <a:pt x="147595" y="237412"/>
                  </a:lnTo>
                  <a:lnTo>
                    <a:pt x="147595" y="193549"/>
                  </a:lnTo>
                  <a:close/>
                  <a:moveTo>
                    <a:pt x="460769" y="156950"/>
                  </a:moveTo>
                  <a:lnTo>
                    <a:pt x="460769" y="195468"/>
                  </a:lnTo>
                  <a:lnTo>
                    <a:pt x="555916" y="195468"/>
                  </a:lnTo>
                  <a:lnTo>
                    <a:pt x="555916" y="156950"/>
                  </a:lnTo>
                  <a:close/>
                  <a:moveTo>
                    <a:pt x="192926" y="96251"/>
                  </a:moveTo>
                  <a:lnTo>
                    <a:pt x="361366" y="96251"/>
                  </a:lnTo>
                  <a:lnTo>
                    <a:pt x="361366" y="114880"/>
                  </a:lnTo>
                  <a:lnTo>
                    <a:pt x="192926" y="114880"/>
                  </a:lnTo>
                  <a:close/>
                  <a:moveTo>
                    <a:pt x="192926" y="49819"/>
                  </a:moveTo>
                  <a:lnTo>
                    <a:pt x="361366" y="49819"/>
                  </a:lnTo>
                  <a:lnTo>
                    <a:pt x="361366" y="68307"/>
                  </a:lnTo>
                  <a:lnTo>
                    <a:pt x="192926" y="68307"/>
                  </a:lnTo>
                  <a:close/>
                  <a:moveTo>
                    <a:pt x="166130" y="25222"/>
                  </a:moveTo>
                  <a:lnTo>
                    <a:pt x="166130" y="155716"/>
                  </a:lnTo>
                  <a:lnTo>
                    <a:pt x="338987" y="155716"/>
                  </a:lnTo>
                  <a:lnTo>
                    <a:pt x="338987" y="341040"/>
                  </a:lnTo>
                  <a:lnTo>
                    <a:pt x="338987" y="531710"/>
                  </a:lnTo>
                  <a:lnTo>
                    <a:pt x="366721" y="531710"/>
                  </a:lnTo>
                  <a:lnTo>
                    <a:pt x="366721" y="341040"/>
                  </a:lnTo>
                  <a:lnTo>
                    <a:pt x="366721" y="155305"/>
                  </a:lnTo>
                  <a:lnTo>
                    <a:pt x="388002" y="143517"/>
                  </a:lnTo>
                  <a:lnTo>
                    <a:pt x="388002" y="25222"/>
                  </a:lnTo>
                  <a:close/>
                  <a:moveTo>
                    <a:pt x="140867" y="0"/>
                  </a:moveTo>
                  <a:lnTo>
                    <a:pt x="413402" y="0"/>
                  </a:lnTo>
                  <a:lnTo>
                    <a:pt x="413402" y="129398"/>
                  </a:lnTo>
                  <a:lnTo>
                    <a:pt x="432486" y="118843"/>
                  </a:lnTo>
                  <a:lnTo>
                    <a:pt x="584199" y="118843"/>
                  </a:lnTo>
                  <a:lnTo>
                    <a:pt x="584199" y="531710"/>
                  </a:lnTo>
                  <a:lnTo>
                    <a:pt x="609050" y="531710"/>
                  </a:lnTo>
                  <a:lnTo>
                    <a:pt x="609050" y="586540"/>
                  </a:lnTo>
                  <a:lnTo>
                    <a:pt x="0" y="586540"/>
                  </a:lnTo>
                  <a:lnTo>
                    <a:pt x="0" y="531710"/>
                  </a:lnTo>
                  <a:lnTo>
                    <a:pt x="24851" y="531710"/>
                  </a:lnTo>
                  <a:lnTo>
                    <a:pt x="24851" y="155716"/>
                  </a:lnTo>
                  <a:lnTo>
                    <a:pt x="140867" y="1557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işļiḋe">
              <a:extLst>
                <a:ext uri="{FF2B5EF4-FFF2-40B4-BE49-F238E27FC236}">
                  <a16:creationId xmlns:a16="http://schemas.microsoft.com/office/drawing/2014/main" id="{740835E3-C06E-470B-8DE1-0966042FD845}"/>
                </a:ext>
              </a:extLst>
            </p:cNvPr>
            <p:cNvSpPr/>
            <p:nvPr/>
          </p:nvSpPr>
          <p:spPr bwMode="auto">
            <a:xfrm flipV="1">
              <a:off x="3972895" y="2290172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5" name="íṡḷîḑe">
              <a:extLst>
                <a:ext uri="{FF2B5EF4-FFF2-40B4-BE49-F238E27FC236}">
                  <a16:creationId xmlns:a16="http://schemas.microsoft.com/office/drawing/2014/main" id="{5BE44380-7C34-4A4C-8CCC-264124D78FF2}"/>
                </a:ext>
              </a:extLst>
            </p:cNvPr>
            <p:cNvSpPr/>
            <p:nvPr/>
          </p:nvSpPr>
          <p:spPr bwMode="auto">
            <a:xfrm flipV="1">
              <a:off x="8566403" y="3571726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6" name="îşḷídê">
              <a:extLst>
                <a:ext uri="{FF2B5EF4-FFF2-40B4-BE49-F238E27FC236}">
                  <a16:creationId xmlns:a16="http://schemas.microsoft.com/office/drawing/2014/main" id="{43B92355-D699-4B1B-B656-0E009C711A11}"/>
                </a:ext>
              </a:extLst>
            </p:cNvPr>
            <p:cNvSpPr/>
            <p:nvPr/>
          </p:nvSpPr>
          <p:spPr bwMode="auto">
            <a:xfrm flipV="1">
              <a:off x="3953845" y="4870825"/>
              <a:ext cx="113330" cy="113330"/>
            </a:xfrm>
            <a:prstGeom prst="ellipse">
              <a:avLst/>
            </a:prstGeom>
            <a:solidFill>
              <a:schemeClr val="accent1"/>
            </a:solidFill>
            <a:ln w="38100">
              <a:solidFill>
                <a:schemeClr val="bg1"/>
              </a:solidFill>
            </a:ln>
            <a:extLst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7" name="î$1ïḍe">
              <a:extLst>
                <a:ext uri="{FF2B5EF4-FFF2-40B4-BE49-F238E27FC236}">
                  <a16:creationId xmlns:a16="http://schemas.microsoft.com/office/drawing/2014/main" id="{9C2B3C7B-22D1-434E-9FCC-250BF6FF3839}"/>
                </a:ext>
              </a:extLst>
            </p:cNvPr>
            <p:cNvSpPr txBox="1"/>
            <p:nvPr/>
          </p:nvSpPr>
          <p:spPr>
            <a:xfrm>
              <a:off x="4131048" y="214608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8" name="ïṡļíḓè">
              <a:extLst>
                <a:ext uri="{FF2B5EF4-FFF2-40B4-BE49-F238E27FC236}">
                  <a16:creationId xmlns:a16="http://schemas.microsoft.com/office/drawing/2014/main" id="{90A92548-FEC3-43BA-8BED-2BC29E3A7F43}"/>
                </a:ext>
              </a:extLst>
            </p:cNvPr>
            <p:cNvSpPr txBox="1"/>
            <p:nvPr/>
          </p:nvSpPr>
          <p:spPr>
            <a:xfrm>
              <a:off x="7087952" y="3439372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 algn="r"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project</a:t>
              </a:r>
            </a:p>
          </p:txBody>
        </p:sp>
        <p:sp>
          <p:nvSpPr>
            <p:cNvPr id="29" name="íṧľíḍé">
              <a:extLst>
                <a:ext uri="{FF2B5EF4-FFF2-40B4-BE49-F238E27FC236}">
                  <a16:creationId xmlns:a16="http://schemas.microsoft.com/office/drawing/2014/main" id="{D2AAD39B-695E-473A-B1CF-24DE85760144}"/>
                </a:ext>
              </a:extLst>
            </p:cNvPr>
            <p:cNvSpPr txBox="1"/>
            <p:nvPr/>
          </p:nvSpPr>
          <p:spPr>
            <a:xfrm>
              <a:off x="4131048" y="4743968"/>
              <a:ext cx="1421787" cy="3780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rmAutofit/>
            </a:bodyPr>
            <a:lstStyle/>
            <a:p>
              <a:pPr>
                <a:buSzPct val="25000"/>
              </a:pPr>
              <a:r>
                <a:rPr lang="de-DE" sz="1600" b="1" dirty="0">
                  <a:solidFill>
                    <a:schemeClr val="accent1"/>
                  </a:solidFill>
                </a:rPr>
                <a:t>note</a:t>
              </a:r>
            </a:p>
          </p:txBody>
        </p:sp>
        <p:sp>
          <p:nvSpPr>
            <p:cNvPr id="30" name="ïṩḻíḓè">
              <a:extLst>
                <a:ext uri="{FF2B5EF4-FFF2-40B4-BE49-F238E27FC236}">
                  <a16:creationId xmlns:a16="http://schemas.microsoft.com/office/drawing/2014/main" id="{FE18FE1D-ACFF-4F22-BC61-1F20BA47471C}"/>
                </a:ext>
              </a:extLst>
            </p:cNvPr>
            <p:cNvSpPr/>
            <p:nvPr/>
          </p:nvSpPr>
          <p:spPr>
            <a:xfrm>
              <a:off x="7756898" y="1141287"/>
              <a:ext cx="1196602" cy="1196604"/>
            </a:xfrm>
            <a:prstGeom prst="ellipse">
              <a:avLst/>
            </a:prstGeom>
            <a:pattFill prst="pct5">
              <a:fgClr>
                <a:srgbClr val="E4E6EA"/>
              </a:fgClr>
              <a:bgClr>
                <a:srgbClr val="ADB5BF"/>
              </a:bgClr>
            </a:patt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anchor="ctr"/>
            <a:lstStyle/>
            <a:p>
              <a:pPr algn="ctr"/>
              <a:endParaRPr/>
            </a:p>
          </p:txBody>
        </p:sp>
        <p:sp>
          <p:nvSpPr>
            <p:cNvPr id="31" name="îŝ1íďê">
              <a:extLst>
                <a:ext uri="{FF2B5EF4-FFF2-40B4-BE49-F238E27FC236}">
                  <a16:creationId xmlns:a16="http://schemas.microsoft.com/office/drawing/2014/main" id="{C2E68187-1413-4DA2-A21F-A3D073CDB8ED}"/>
                </a:ext>
              </a:extLst>
            </p:cNvPr>
            <p:cNvSpPr txBox="1"/>
            <p:nvPr/>
          </p:nvSpPr>
          <p:spPr>
            <a:xfrm>
              <a:off x="669925" y="1964716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https://github.com/LIULE8/hrm-spring-cloud.git</a:t>
              </a:r>
              <a:r>
                <a:rPr lang="de-DE" sz="1100" dirty="0"/>
                <a:t>.</a:t>
              </a:r>
            </a:p>
          </p:txBody>
        </p:sp>
        <p:sp>
          <p:nvSpPr>
            <p:cNvPr id="32" name="îṩḻïde">
              <a:extLst>
                <a:ext uri="{FF2B5EF4-FFF2-40B4-BE49-F238E27FC236}">
                  <a16:creationId xmlns:a16="http://schemas.microsoft.com/office/drawing/2014/main" id="{733EBFF2-57D2-4506-99A9-16C970E70110}"/>
                </a:ext>
              </a:extLst>
            </p:cNvPr>
            <p:cNvSpPr txBox="1"/>
            <p:nvPr/>
          </p:nvSpPr>
          <p:spPr>
            <a:xfrm>
              <a:off x="8736396" y="3249000"/>
              <a:ext cx="2784091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https://github.com/LIULE8/dubbo-demo.git</a:t>
              </a:r>
              <a:endParaRPr lang="de-DE" sz="1100" dirty="0"/>
            </a:p>
          </p:txBody>
        </p:sp>
        <p:sp>
          <p:nvSpPr>
            <p:cNvPr id="33" name="í$ļîḍê">
              <a:extLst>
                <a:ext uri="{FF2B5EF4-FFF2-40B4-BE49-F238E27FC236}">
                  <a16:creationId xmlns:a16="http://schemas.microsoft.com/office/drawing/2014/main" id="{F8AFF602-087D-40C2-AF65-647BB3824000}"/>
                </a:ext>
              </a:extLst>
            </p:cNvPr>
            <p:cNvSpPr txBox="1"/>
            <p:nvPr/>
          </p:nvSpPr>
          <p:spPr>
            <a:xfrm>
              <a:off x="669925" y="4562205"/>
              <a:ext cx="3258147" cy="728329"/>
            </a:xfrm>
            <a:prstGeom prst="rect">
              <a:avLst/>
            </a:prstGeom>
            <a:noFill/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r">
                <a:lnSpc>
                  <a:spcPct val="150000"/>
                </a:lnSpc>
                <a:buSzPct val="25000"/>
              </a:pPr>
              <a:r>
                <a:rPr lang="en-US" sz="1100" dirty="0"/>
                <a:t>https://github.com/LIULE8/ribbon-demo.git</a:t>
              </a:r>
              <a:r>
                <a:rPr lang="de-DE" sz="1100" dirty="0"/>
                <a:t>.</a:t>
              </a:r>
            </a:p>
          </p:txBody>
        </p:sp>
        <p:sp>
          <p:nvSpPr>
            <p:cNvPr id="34" name="íšļídê">
              <a:extLst>
                <a:ext uri="{FF2B5EF4-FFF2-40B4-BE49-F238E27FC236}">
                  <a16:creationId xmlns:a16="http://schemas.microsoft.com/office/drawing/2014/main" id="{4E6EA030-9BEB-4A23-BB16-0CED4A304180}"/>
                </a:ext>
              </a:extLst>
            </p:cNvPr>
            <p:cNvSpPr/>
            <p:nvPr/>
          </p:nvSpPr>
          <p:spPr>
            <a:xfrm>
              <a:off x="7756414" y="5105400"/>
              <a:ext cx="912302" cy="912304"/>
            </a:xfrm>
            <a:prstGeom prst="ellipse">
              <a:avLst/>
            </a:prstGeom>
            <a:solidFill>
              <a:schemeClr val="bg1"/>
            </a:solidFill>
            <a:ln w="3175" cap="flat" cmpd="sng" algn="ctr">
              <a:solidFill>
                <a:schemeClr val="accent1"/>
              </a:solidFill>
              <a:prstDash val="dash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>
              <a:normAutofit/>
            </a:bodyPr>
            <a:lstStyle/>
            <a:p>
              <a:pPr algn="ctr"/>
              <a:r>
                <a:rPr lang="en-US" altLang="zh-CN" b="1" dirty="0">
                  <a:solidFill>
                    <a:schemeClr val="accent1"/>
                  </a:solidFill>
                </a:rPr>
                <a:t>note</a:t>
              </a:r>
              <a:endParaRPr b="1" dirty="0">
                <a:solidFill>
                  <a:schemeClr val="accent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862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ecdde2a-2812-41c8-8284-77c8f95981a2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1646</TotalTime>
  <Words>1598</Words>
  <Application>Microsoft Office PowerPoint</Application>
  <PresentationFormat>宽屏</PresentationFormat>
  <Paragraphs>211</Paragraphs>
  <Slides>26</Slides>
  <Notes>12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3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Config</vt:lpstr>
      <vt:lpstr>Sleuth/ZipKin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Project address &amp; Note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165</cp:revision>
  <cp:lastPrinted>2018-05-15T16:00:00Z</cp:lastPrinted>
  <dcterms:created xsi:type="dcterms:W3CDTF">2018-05-15T16:00:00Z</dcterms:created>
  <dcterms:modified xsi:type="dcterms:W3CDTF">2019-05-05T12:16:29Z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